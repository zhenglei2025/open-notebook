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olors1.xml" ContentType="application/vnd.ms-office.chartcolorstyle+xml"/>
  <Override PartName="/ppt/charts/style1.xml" ContentType="application/vnd.ms-office.chartstyle+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trictFirstAndLastChars="0" embedTrueTypeFonts="1" saveSubsetFonts="1" autoCompressPictures="0">
  <p:sldMasterIdLst>
    <p:sldMasterId id="2147483648" r:id="rId1"/>
    <p:sldMasterId id="2147483650" r:id="rId3"/>
    <p:sldMasterId id="2147483652" r:id="rId4"/>
    <p:sldMasterId id="2147483658" r:id="rId5"/>
    <p:sldMasterId id="2147483659" r:id="rId6"/>
  </p:sldMasterIdLst>
  <p:notesMasterIdLst>
    <p:notesMasterId r:id="rId8"/>
  </p:notesMasterIdLst>
  <p:handoutMasterIdLst>
    <p:handoutMasterId r:id="rId21"/>
  </p:handoutMasterIdLst>
  <p:sldIdLst>
    <p:sldId id="615" r:id="rId7"/>
    <p:sldId id="619" r:id="rId9"/>
    <p:sldId id="628" r:id="rId10"/>
    <p:sldId id="638" r:id="rId11"/>
    <p:sldId id="639" r:id="rId12"/>
    <p:sldId id="640" r:id="rId13"/>
    <p:sldId id="644" r:id="rId14"/>
    <p:sldId id="647" r:id="rId15"/>
    <p:sldId id="655" r:id="rId16"/>
    <p:sldId id="660" r:id="rId17"/>
    <p:sldId id="672" r:id="rId18"/>
    <p:sldId id="684" r:id="rId19"/>
    <p:sldId id="688" r:id="rId20"/>
  </p:sldIdLst>
  <p:sldSz cx="9144000" cy="6858000" type="screen4x3"/>
  <p:notesSz cx="6797675" cy="9928225"/>
  <p:embeddedFontLst/>
  <p:defaultTextStyle>
    <a:defPPr>
      <a:defRPr lang="en-US"/>
    </a:defPPr>
    <a:lvl1pPr algn="l" rtl="0" eaLnBrk="0" fontAlgn="base" hangingPunct="0">
      <a:spcBef>
        <a:spcPct val="0"/>
      </a:spcBef>
      <a:spcAft>
        <a:spcPct val="0"/>
      </a:spcAft>
      <a:defRPr sz="2400" kern="1200">
        <a:solidFill>
          <a:schemeClr val="tx1"/>
        </a:solidFill>
        <a:latin typeface="Verdana" panose="020B0804030504040204" pitchFamily="34" charset="0"/>
        <a:ea typeface="微软雅黑" panose="020B0503020204020204" pitchFamily="34" charset="-122"/>
        <a:cs typeface="+mn-cs"/>
      </a:defRPr>
    </a:lvl1pPr>
    <a:lvl2pPr marL="457200" algn="l" rtl="0" eaLnBrk="0" fontAlgn="base" hangingPunct="0">
      <a:spcBef>
        <a:spcPct val="0"/>
      </a:spcBef>
      <a:spcAft>
        <a:spcPct val="0"/>
      </a:spcAft>
      <a:defRPr sz="2400" kern="1200">
        <a:solidFill>
          <a:schemeClr val="tx1"/>
        </a:solidFill>
        <a:latin typeface="Verdana" panose="020B0804030504040204" pitchFamily="34" charset="0"/>
        <a:ea typeface="微软雅黑" panose="020B0503020204020204" pitchFamily="34" charset="-122"/>
        <a:cs typeface="+mn-cs"/>
      </a:defRPr>
    </a:lvl2pPr>
    <a:lvl3pPr marL="914400" algn="l" rtl="0" eaLnBrk="0" fontAlgn="base" hangingPunct="0">
      <a:spcBef>
        <a:spcPct val="0"/>
      </a:spcBef>
      <a:spcAft>
        <a:spcPct val="0"/>
      </a:spcAft>
      <a:defRPr sz="2400" kern="1200">
        <a:solidFill>
          <a:schemeClr val="tx1"/>
        </a:solidFill>
        <a:latin typeface="Verdana" panose="020B0804030504040204" pitchFamily="34" charset="0"/>
        <a:ea typeface="微软雅黑" panose="020B0503020204020204" pitchFamily="34" charset="-122"/>
        <a:cs typeface="+mn-cs"/>
      </a:defRPr>
    </a:lvl3pPr>
    <a:lvl4pPr marL="1371600" algn="l" rtl="0" eaLnBrk="0" fontAlgn="base" hangingPunct="0">
      <a:spcBef>
        <a:spcPct val="0"/>
      </a:spcBef>
      <a:spcAft>
        <a:spcPct val="0"/>
      </a:spcAft>
      <a:defRPr sz="2400" kern="1200">
        <a:solidFill>
          <a:schemeClr val="tx1"/>
        </a:solidFill>
        <a:latin typeface="Verdana" panose="020B0804030504040204" pitchFamily="34" charset="0"/>
        <a:ea typeface="微软雅黑" panose="020B0503020204020204" pitchFamily="34" charset="-122"/>
        <a:cs typeface="+mn-cs"/>
      </a:defRPr>
    </a:lvl4pPr>
    <a:lvl5pPr marL="1828800" algn="l" rtl="0" eaLnBrk="0" fontAlgn="base" hangingPunct="0">
      <a:spcBef>
        <a:spcPct val="0"/>
      </a:spcBef>
      <a:spcAft>
        <a:spcPct val="0"/>
      </a:spcAft>
      <a:defRPr sz="2400" kern="1200">
        <a:solidFill>
          <a:schemeClr val="tx1"/>
        </a:solidFill>
        <a:latin typeface="Verdana" panose="020B0804030504040204" pitchFamily="34" charset="0"/>
        <a:ea typeface="微软雅黑" panose="020B0503020204020204" pitchFamily="34" charset="-122"/>
        <a:cs typeface="+mn-cs"/>
      </a:defRPr>
    </a:lvl5pPr>
    <a:lvl6pPr marL="2286000" algn="l" defTabSz="914400" rtl="0" eaLnBrk="1" latinLnBrk="0" hangingPunct="1">
      <a:defRPr sz="2400" kern="1200">
        <a:solidFill>
          <a:schemeClr val="tx1"/>
        </a:solidFill>
        <a:latin typeface="Verdana" panose="020B0804030504040204" pitchFamily="34" charset="0"/>
        <a:ea typeface="微软雅黑" panose="020B0503020204020204" pitchFamily="34" charset="-122"/>
        <a:cs typeface="+mn-cs"/>
      </a:defRPr>
    </a:lvl6pPr>
    <a:lvl7pPr marL="2743200" algn="l" defTabSz="914400" rtl="0" eaLnBrk="1" latinLnBrk="0" hangingPunct="1">
      <a:defRPr sz="2400" kern="1200">
        <a:solidFill>
          <a:schemeClr val="tx1"/>
        </a:solidFill>
        <a:latin typeface="Verdana" panose="020B0804030504040204" pitchFamily="34" charset="0"/>
        <a:ea typeface="微软雅黑" panose="020B0503020204020204" pitchFamily="34" charset="-122"/>
        <a:cs typeface="+mn-cs"/>
      </a:defRPr>
    </a:lvl7pPr>
    <a:lvl8pPr marL="3200400" algn="l" defTabSz="914400" rtl="0" eaLnBrk="1" latinLnBrk="0" hangingPunct="1">
      <a:defRPr sz="2400" kern="1200">
        <a:solidFill>
          <a:schemeClr val="tx1"/>
        </a:solidFill>
        <a:latin typeface="Verdana" panose="020B0804030504040204" pitchFamily="34" charset="0"/>
        <a:ea typeface="微软雅黑" panose="020B0503020204020204" pitchFamily="34" charset="-122"/>
        <a:cs typeface="+mn-cs"/>
      </a:defRPr>
    </a:lvl8pPr>
    <a:lvl9pPr marL="3657600" algn="l" defTabSz="914400" rtl="0" eaLnBrk="1" latinLnBrk="0" hangingPunct="1">
      <a:defRPr sz="2400" kern="1200">
        <a:solidFill>
          <a:schemeClr val="tx1"/>
        </a:solidFill>
        <a:latin typeface="Verdana" panose="020B0804030504040204" pitchFamily="34" charset="0"/>
        <a:ea typeface="微软雅黑" panose="020B0503020204020204" pitchFamily="34" charset="-122"/>
        <a:cs typeface="+mn-cs"/>
      </a:defRPr>
    </a:lvl9pPr>
  </p:defaultTextStyle>
  <p:extLst>
    <p:ext uri="{521415D9-36F7-43E2-AB2F-B90AF26B5E84}">
      <p14:sectionLst xmlns:p14="http://schemas.microsoft.com/office/powerpoint/2010/main">
        <p14:section name="默认节" id="{6BF06B26-1ED2-4593-97AA-A981DD7F546E}">
          <p14:sldIdLst>
            <p14:sldId id="615"/>
            <p14:sldId id="619"/>
            <p14:sldId id="628"/>
            <p14:sldId id="638"/>
            <p14:sldId id="639"/>
            <p14:sldId id="640"/>
            <p14:sldId id="644"/>
            <p14:sldId id="647"/>
            <p14:sldId id="655"/>
            <p14:sldId id="660"/>
            <p14:sldId id="672"/>
            <p14:sldId id="684"/>
            <p14:sldId id="688"/>
          </p14:sldIdLst>
        </p14:section>
      </p14:sectionLst>
    </p:ext>
    <p:ext uri="{EFAFB233-063F-42B5-8137-9DF3F51BA10A}">
      <p15:sldGuideLst xmlns:p15="http://schemas.microsoft.com/office/powerpoint/2012/main">
        <p15:guide id="1" orient="horz" pos="679" userDrawn="1">
          <p15:clr>
            <a:srgbClr val="A4A3A4"/>
          </p15:clr>
        </p15:guide>
        <p15:guide id="2" pos="297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宋琛哲" initials="宋琛哲"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828282"/>
    <a:srgbClr val="FF6600"/>
    <a:srgbClr val="ED1A3B"/>
    <a:srgbClr val="5698D2"/>
    <a:srgbClr val="C52934"/>
    <a:srgbClr val="4D4D4D"/>
    <a:srgbClr val="60C3AD"/>
    <a:srgbClr val="00928D"/>
    <a:srgbClr val="E03A3E"/>
    <a:srgbClr val="00707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25" autoAdjust="0"/>
    <p:restoredTop sz="74639" autoAdjust="0"/>
  </p:normalViewPr>
  <p:slideViewPr>
    <p:cSldViewPr showGuides="1">
      <p:cViewPr varScale="1">
        <p:scale>
          <a:sx n="108" d="100"/>
          <a:sy n="108" d="100"/>
        </p:scale>
        <p:origin x="948" y="96"/>
      </p:cViewPr>
      <p:guideLst>
        <p:guide orient="horz" pos="679"/>
        <p:guide pos="297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p:scale>
          <a:sx n="89" d="100"/>
          <a:sy n="89" d="100"/>
        </p:scale>
        <p:origin x="3012" y="-330"/>
      </p:cViewPr>
      <p:guideLst>
        <p:guide orient="horz" pos="3186"/>
        <p:guide pos="2144"/>
      </p:guideLst>
    </p:cSldViewPr>
  </p:notesViewPr>
  <p:gridSpacing cx="36004" cy="36004"/>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handoutMaster" Target="handoutMasters/handout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ableStyles" Target="tableStyles.xml"/><Relationship Id="rId25" Type="http://schemas.openxmlformats.org/officeDocument/2006/relationships/commentAuthors" Target="commentAuthors.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1" Type="http://schemas.openxmlformats.org/officeDocument/2006/relationships/package" Target="../embeddings/Workbook2.xlsx"/><Relationship Id="rId2" Type="http://schemas.microsoft.com/office/2011/relationships/chartStyle" Target="style1.xml"/><Relationship Id="rId3" Type="http://schemas.microsoft.com/office/2011/relationships/chartColorStyle" Target="colors1.xml"/></Relationships>
</file>

<file path=ppt/charts/chart1.xml><?xml version="1.0" encoding="utf-8"?>
<c:chartSpace xmlns:c="http://schemas.openxmlformats.org/drawingml/2006/chart" xmlns:a="http://schemas.openxmlformats.org/drawingml/2006/main" xmlns:r="http://schemas.openxmlformats.org/officeDocument/2006/relationships">
  <c:date1904 val="1"/>
  <c:lang val="zh-CN"/>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1"/>
    <c:plotArea>
      <c:layout>
        <c:manualLayout>
          <c:layoutTarget val="inner"/>
          <c:xMode val="edge"/>
          <c:yMode val="edge"/>
          <c:x val="0.0112500844519125"/>
          <c:y val="0.00104580234429096"/>
          <c:w val="0.99"/>
          <c:h val="0.9875"/>
        </c:manualLayout>
      </c:layout>
      <c:pieChart>
        <c:varyColors val="0"/>
        <c:ser>
          <c:idx val="0"/>
          <c:order val="0"/>
          <c:tx>
            <c:strRef>
              <c:f>Sheet1!$A$2</c:f>
              <c:strCache>
                <c:ptCount val="1"/>
                <c:pt idx="0">
                  <c:v>区域 1</c:v>
                </c:pt>
              </c:strCache>
            </c:strRef>
          </c:tx>
          <c:spPr>
            <a:solidFill>
              <a:srgbClr val="FFD23C"/>
            </a:solidFill>
            <a:ln w="12700" cap="flat">
              <a:noFill/>
              <a:miter lim="400000"/>
            </a:ln>
            <a:effectLst/>
          </c:spPr>
          <c:explosion val="0"/>
          <c:dPt>
            <c:idx val="0"/>
            <c:bubble3D val="0"/>
            <c:spPr>
              <a:solidFill>
                <a:srgbClr val="5EC3AD"/>
              </a:solidFill>
              <a:ln w="12700" cap="flat">
                <a:noFill/>
                <a:miter lim="400000"/>
              </a:ln>
              <a:effectLst/>
            </c:spPr>
          </c:dPt>
          <c:dPt>
            <c:idx val="1"/>
            <c:bubble3D val="0"/>
            <c:spPr>
              <a:solidFill>
                <a:schemeClr val="bg1">
                  <a:lumMod val="75000"/>
                </a:schemeClr>
              </a:solidFill>
              <a:ln w="12700" cap="flat">
                <a:noFill/>
                <a:miter lim="400000"/>
              </a:ln>
              <a:effectLst/>
            </c:spPr>
          </c:dPt>
          <c:dPt>
            <c:idx val="2"/>
            <c:bubble3D val="0"/>
            <c:spPr>
              <a:solidFill>
                <a:srgbClr val="FF8A77"/>
              </a:solidFill>
              <a:ln w="12700" cap="flat">
                <a:noFill/>
                <a:miter lim="400000"/>
              </a:ln>
              <a:effectLst/>
            </c:spPr>
          </c:dPt>
          <c:dPt>
            <c:idx val="3"/>
            <c:bubble3D val="0"/>
            <c:spPr>
              <a:solidFill>
                <a:srgbClr val="5698D4"/>
              </a:solidFill>
              <a:ln w="12700" cap="flat">
                <a:noFill/>
                <a:miter lim="400000"/>
              </a:ln>
              <a:effectLst/>
            </c:spPr>
          </c:dPt>
          <c:dLbls>
            <c:delete val="1"/>
          </c:dLbls>
          <c:cat>
            <c:strRef>
              <c:f>Sheet1!$B$1:$E$1</c:f>
              <c:strCache>
                <c:ptCount val="4"/>
                <c:pt idx="0">
                  <c:v>四月</c:v>
                </c:pt>
                <c:pt idx="1">
                  <c:v>五月</c:v>
                </c:pt>
                <c:pt idx="2">
                  <c:v>六月</c:v>
                </c:pt>
                <c:pt idx="3">
                  <c:v>七月</c:v>
                </c:pt>
              </c:strCache>
            </c:strRef>
          </c:cat>
          <c:val>
            <c:numRef>
              <c:f>Sheet1!$B$2:$E$2</c:f>
              <c:numCache>
                <c:formatCode>General</c:formatCode>
                <c:ptCount val="4"/>
                <c:pt idx="0">
                  <c:v>1</c:v>
                </c:pt>
                <c:pt idx="1">
                  <c:v>1</c:v>
                </c:pt>
                <c:pt idx="2">
                  <c:v>1</c:v>
                </c:pt>
                <c:pt idx="3">
                  <c:v>1</c:v>
                </c:pt>
              </c:numCache>
            </c:numRef>
          </c:val>
        </c:ser>
        <c:dLbls>
          <c:showLegendKey val="0"/>
          <c:showVal val="0"/>
          <c:showCatName val="0"/>
          <c:showSerName val="0"/>
          <c:showPercent val="0"/>
          <c:showBubbleSize val="0"/>
          <c:showLeaderLines val="1"/>
        </c:dLbls>
        <c:firstSliceAng val="0"/>
      </c:pieChart>
      <c:spPr>
        <a:noFill/>
        <a:ln w="12700" cap="flat">
          <a:noFill/>
          <a:miter lim="400000"/>
        </a:ln>
        <a:effectLst/>
      </c:spPr>
    </c:plotArea>
    <c:plotVisOnly val="1"/>
    <c:dispBlanksAs val="gap"/>
    <c:showDLblsOverMax val="1"/>
    <c:extLst>
      <c:ext uri="{0b15fc19-7d7d-44ad-8c2d-2c3a37ce22c3}">
        <chartProps xmlns="https://web.wps.cn/et/2018/main" chartId="{481dc6b0-1db3-44b1-9da5-e10baad9f2a2}"/>
      </c:ext>
    </c:extLst>
  </c:chart>
  <c:spPr>
    <a:noFill/>
    <a:ln>
      <a:noFill/>
    </a:ln>
    <a:effectLst/>
  </c:spPr>
  <c:txPr>
    <a:bodyPr/>
    <a:lstStyle/>
    <a:p>
      <a:pPr>
        <a:defRPr lang="zh-CN"/>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工作表1!$B$1</c:f>
              <c:strCache>
                <c:ptCount val="1"/>
                <c:pt idx="0">
                  <c:v>销售额</c:v>
                </c:pt>
              </c:strCache>
            </c:strRef>
          </c:tx>
          <c:spPr>
            <a:ln w="19050">
              <a:noFill/>
            </a:ln>
          </c:spPr>
          <c:explosion val="0"/>
          <c:dPt>
            <c:idx val="0"/>
            <c:bubble3D val="0"/>
            <c:spPr>
              <a:solidFill>
                <a:schemeClr val="accent4"/>
              </a:solidFill>
              <a:ln w="19050" cap="flat" cmpd="sng" algn="ctr">
                <a:solidFill>
                  <a:schemeClr val="lt1"/>
                </a:solidFill>
                <a:prstDash val="solid"/>
                <a:miter lim="800000"/>
              </a:ln>
              <a:effectLst/>
            </c:spPr>
          </c:dPt>
          <c:dPt>
            <c:idx val="1"/>
            <c:bubble3D val="0"/>
            <c:spPr>
              <a:solidFill>
                <a:schemeClr val="bg1">
                  <a:lumMod val="75000"/>
                </a:schemeClr>
              </a:solidFill>
              <a:ln w="19050">
                <a:noFill/>
              </a:ln>
              <a:effectLst/>
            </c:spPr>
          </c:dPt>
          <c:dPt>
            <c:idx val="2"/>
            <c:bubble3D val="0"/>
            <c:spPr>
              <a:solidFill>
                <a:srgbClr val="5DC3AD"/>
              </a:solidFill>
              <a:ln w="19050">
                <a:noFill/>
              </a:ln>
              <a:effectLst/>
            </c:spPr>
          </c:dPt>
          <c:dPt>
            <c:idx val="3"/>
            <c:bubble3D val="0"/>
            <c:spPr>
              <a:solidFill>
                <a:srgbClr val="6BA3D6"/>
              </a:solidFill>
              <a:ln w="19050">
                <a:noFill/>
              </a:ln>
              <a:effectLst/>
            </c:spPr>
          </c:dPt>
          <c:dPt>
            <c:idx val="4"/>
            <c:bubble3D val="0"/>
            <c:spPr>
              <a:solidFill>
                <a:srgbClr val="FD8675"/>
              </a:solidFill>
              <a:ln w="19050">
                <a:noFill/>
              </a:ln>
              <a:effectLst/>
            </c:spPr>
          </c:dPt>
          <c:dLbls>
            <c:delete val="1"/>
          </c:dLbls>
          <c:cat>
            <c:numRef>
              <c:f>工作表1!$A$2:$A$6</c:f>
              <c:numCache>
                <c:formatCode>General</c:formatCode>
                <c:ptCount val="5"/>
                <c:pt idx="0">
                  <c:v>1</c:v>
                </c:pt>
                <c:pt idx="1">
                  <c:v>2</c:v>
                </c:pt>
                <c:pt idx="2">
                  <c:v>3</c:v>
                </c:pt>
                <c:pt idx="3">
                  <c:v>4</c:v>
                </c:pt>
                <c:pt idx="4">
                  <c:v>5</c:v>
                </c:pt>
              </c:numCache>
            </c:numRef>
          </c:cat>
          <c:val>
            <c:numRef>
              <c:f>工作表1!$B$2:$B$6</c:f>
              <c:numCache>
                <c:formatCode>General</c:formatCode>
                <c:ptCount val="5"/>
                <c:pt idx="0">
                  <c:v>20</c:v>
                </c:pt>
                <c:pt idx="1">
                  <c:v>20</c:v>
                </c:pt>
                <c:pt idx="2">
                  <c:v>20</c:v>
                </c:pt>
                <c:pt idx="3">
                  <c:v>20</c:v>
                </c:pt>
                <c:pt idx="4">
                  <c:v>20</c:v>
                </c:pt>
              </c:numCache>
            </c:numRef>
          </c:val>
        </c:ser>
        <c:dLbls>
          <c:showLegendKey val="0"/>
          <c:showVal val="0"/>
          <c:showCatName val="0"/>
          <c:showSerName val="0"/>
          <c:showPercent val="0"/>
          <c:showBubbleSize val="0"/>
          <c:showLeaderLines val="1"/>
        </c:dLbls>
        <c:firstSliceAng val="36"/>
      </c:pieChart>
      <c:spPr>
        <a:noFill/>
        <a:ln>
          <a:noFill/>
        </a:ln>
        <a:effectLst/>
      </c:spPr>
    </c:plotArea>
    <c:plotVisOnly val="1"/>
    <c:dispBlanksAs val="gap"/>
    <c:showDLblsOverMax val="0"/>
    <c:extLst>
      <c:ext uri="{0b15fc19-7d7d-44ad-8c2d-2c3a37ce22c3}">
        <chartProps xmlns="https://web.wps.cn/et/2018/main" chartId="{490288e2-0897-4070-94d8-a1ae70776cfa}"/>
      </c:ext>
    </c:extLst>
  </c:chart>
  <c:spPr>
    <a:noFill/>
    <a:ln>
      <a:noFill/>
    </a:ln>
    <a:effectLst/>
  </c:spPr>
  <c:txPr>
    <a:bodyPr/>
    <a:lstStyle/>
    <a:p>
      <a:pPr>
        <a:defRPr lang="zh-CN"/>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46674" cy="496179"/>
          </a:xfrm>
          <a:prstGeom prst="rect">
            <a:avLst/>
          </a:prstGeom>
        </p:spPr>
        <p:txBody>
          <a:bodyPr vert="horz" wrap="square" lIns="91440" tIns="45720" rIns="91440" bIns="45720" numCol="1" anchor="t" anchorCtr="0" compatLnSpc="1"/>
          <a:lstStyle>
            <a:lvl1pPr eaLnBrk="0" hangingPunct="0">
              <a:defRPr sz="1200">
                <a:ea typeface="MS PGothic" panose="020B0600070205080204" pitchFamily="34" charset="-128"/>
              </a:defRPr>
            </a:lvl1pPr>
          </a:lstStyle>
          <a:p>
            <a:pPr>
              <a:defRPr/>
            </a:pPr>
            <a:endParaRPr lang="en-US" altLang="zh-CN"/>
          </a:p>
        </p:txBody>
      </p:sp>
      <p:sp>
        <p:nvSpPr>
          <p:cNvPr id="3" name="Date Placeholder 2"/>
          <p:cNvSpPr>
            <a:spLocks noGrp="1"/>
          </p:cNvSpPr>
          <p:nvPr>
            <p:ph type="dt" sz="quarter" idx="1"/>
          </p:nvPr>
        </p:nvSpPr>
        <p:spPr>
          <a:xfrm>
            <a:off x="3849915" y="1"/>
            <a:ext cx="2946674" cy="496179"/>
          </a:xfrm>
          <a:prstGeom prst="rect">
            <a:avLst/>
          </a:prstGeom>
        </p:spPr>
        <p:txBody>
          <a:bodyPr vert="horz" wrap="square" lIns="91440" tIns="45720" rIns="91440" bIns="45720" numCol="1" anchor="t" anchorCtr="0" compatLnSpc="1"/>
          <a:lstStyle>
            <a:lvl1pPr algn="r" eaLnBrk="0" hangingPunct="0">
              <a:defRPr sz="1200">
                <a:ea typeface="MS PGothic" panose="020B0600070205080204" pitchFamily="34" charset="-128"/>
              </a:defRPr>
            </a:lvl1pPr>
          </a:lstStyle>
          <a:p>
            <a:pPr>
              <a:defRPr/>
            </a:pPr>
            <a:fld id="{7A5B181F-4C58-4302-9FD6-58C7A8C3AB3A}" type="datetimeFigureOut">
              <a:rPr lang="en-US" altLang="zh-CN"/>
            </a:fld>
            <a:endParaRPr lang="en-US" altLang="zh-CN"/>
          </a:p>
        </p:txBody>
      </p:sp>
      <p:sp>
        <p:nvSpPr>
          <p:cNvPr id="4" name="Footer Placeholder 3"/>
          <p:cNvSpPr>
            <a:spLocks noGrp="1"/>
          </p:cNvSpPr>
          <p:nvPr>
            <p:ph type="ftr" sz="quarter" idx="2"/>
          </p:nvPr>
        </p:nvSpPr>
        <p:spPr>
          <a:xfrm>
            <a:off x="0" y="9429729"/>
            <a:ext cx="2946674" cy="496179"/>
          </a:xfrm>
          <a:prstGeom prst="rect">
            <a:avLst/>
          </a:prstGeom>
        </p:spPr>
        <p:txBody>
          <a:bodyPr vert="horz" wrap="square" lIns="91440" tIns="45720" rIns="91440" bIns="45720" numCol="1" anchor="b" anchorCtr="0" compatLnSpc="1"/>
          <a:lstStyle>
            <a:lvl1pPr eaLnBrk="0" hangingPunct="0">
              <a:defRPr sz="1200">
                <a:ea typeface="MS PGothic" panose="020B0600070205080204" pitchFamily="34" charset="-128"/>
              </a:defRPr>
            </a:lvl1pPr>
          </a:lstStyle>
          <a:p>
            <a:pPr>
              <a:defRPr/>
            </a:pPr>
            <a:endParaRPr lang="en-US" altLang="zh-CN"/>
          </a:p>
        </p:txBody>
      </p:sp>
      <p:sp>
        <p:nvSpPr>
          <p:cNvPr id="5" name="Slide Number Placeholder 4"/>
          <p:cNvSpPr>
            <a:spLocks noGrp="1"/>
          </p:cNvSpPr>
          <p:nvPr>
            <p:ph type="sldNum" sz="quarter" idx="3"/>
          </p:nvPr>
        </p:nvSpPr>
        <p:spPr>
          <a:xfrm>
            <a:off x="3849915" y="9429729"/>
            <a:ext cx="2946674" cy="496179"/>
          </a:xfrm>
          <a:prstGeom prst="rect">
            <a:avLst/>
          </a:prstGeom>
        </p:spPr>
        <p:txBody>
          <a:bodyPr vert="horz" wrap="square" lIns="91440" tIns="45720" rIns="91440" bIns="45720" numCol="1" anchor="b" anchorCtr="0" compatLnSpc="1"/>
          <a:lstStyle>
            <a:lvl1pPr algn="r" eaLnBrk="0" hangingPunct="0">
              <a:defRPr sz="1200">
                <a:ea typeface="MS PGothic" panose="020B0600070205080204" pitchFamily="34" charset="-128"/>
              </a:defRPr>
            </a:lvl1pPr>
          </a:lstStyle>
          <a:p>
            <a:pPr>
              <a:defRPr/>
            </a:pPr>
            <a:fld id="{0AF76397-2A65-4C5B-9C71-2E530E721156}" type="slidenum">
              <a:rPr lang="en-US" altLang="zh-CN"/>
            </a:fld>
            <a:endParaRPr lang="en-US" altLang="zh-CN"/>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png"/><Relationship Id="rId3"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626" name="Rectangle 4"/>
          <p:cNvSpPr>
            <a:spLocks noGrp="1" noRot="1" noChangeAspect="1" noChangeArrowheads="1" noTextEdit="1"/>
          </p:cNvSpPr>
          <p:nvPr>
            <p:ph type="sldImg" idx="2"/>
          </p:nvPr>
        </p:nvSpPr>
        <p:spPr bwMode="auto">
          <a:xfrm>
            <a:off x="744538" y="644525"/>
            <a:ext cx="3406775" cy="2555875"/>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293" name="Rectangle 5"/>
          <p:cNvSpPr>
            <a:spLocks noGrp="1" noChangeArrowheads="1"/>
          </p:cNvSpPr>
          <p:nvPr>
            <p:ph type="body" sz="quarter" idx="3"/>
          </p:nvPr>
        </p:nvSpPr>
        <p:spPr bwMode="auto">
          <a:xfrm>
            <a:off x="755419" y="3651788"/>
            <a:ext cx="5580311" cy="5601726"/>
          </a:xfrm>
          <a:prstGeom prst="rect">
            <a:avLst/>
          </a:prstGeom>
          <a:noFill/>
          <a:ln w="9525">
            <a:noFill/>
            <a:miter lim="800000"/>
          </a:ln>
        </p:spPr>
        <p:txBody>
          <a:bodyPr vert="horz" wrap="square" lIns="91440" tIns="45720" rIns="91440" bIns="45720" numCol="1" anchor="t" anchorCtr="0" compatLnSpc="1"/>
          <a:lstStyle/>
          <a:p>
            <a:pPr lvl="0"/>
            <a:r>
              <a:rPr lang="en-US" altLang="zh-CN" noProof="0" dirty="0" smtClean="0"/>
              <a:t>Click to edit Master text styles</a:t>
            </a:r>
            <a:endParaRPr lang="en-US" altLang="zh-CN" noProof="0" dirty="0" smtClean="0"/>
          </a:p>
        </p:txBody>
      </p:sp>
      <p:sp>
        <p:nvSpPr>
          <p:cNvPr id="12295" name="Rectangle 7"/>
          <p:cNvSpPr>
            <a:spLocks noGrp="1" noChangeArrowheads="1"/>
          </p:cNvSpPr>
          <p:nvPr>
            <p:ph type="sldNum" sz="quarter" idx="5"/>
          </p:nvPr>
        </p:nvSpPr>
        <p:spPr bwMode="auto">
          <a:xfrm>
            <a:off x="5469444" y="9432047"/>
            <a:ext cx="905415" cy="496179"/>
          </a:xfrm>
          <a:prstGeom prst="rect">
            <a:avLst/>
          </a:prstGeom>
          <a:noFill/>
          <a:ln w="9525">
            <a:noFill/>
            <a:miter lim="800000"/>
          </a:ln>
        </p:spPr>
        <p:txBody>
          <a:bodyPr vert="horz" wrap="square" lIns="91440" tIns="45720" rIns="91440" bIns="45720" numCol="1" anchor="b" anchorCtr="0" compatLnSpc="1"/>
          <a:lstStyle>
            <a:lvl1pPr algn="r" eaLnBrk="0" hangingPunct="0">
              <a:defRPr sz="1000">
                <a:latin typeface="Calibri" panose="020F0502020204030204" pitchFamily="34" charset="0"/>
                <a:ea typeface="MS PGothic" panose="020B0600070205080204" pitchFamily="34" charset="-128"/>
              </a:defRPr>
            </a:lvl1pPr>
          </a:lstStyle>
          <a:p>
            <a:pPr>
              <a:defRPr/>
            </a:pPr>
            <a:fld id="{546522B4-FA87-4935-B9A3-7148FB7CE523}" type="slidenum">
              <a:rPr lang="zh-CN" altLang="en-US"/>
            </a:fld>
            <a:endParaRPr lang="en-US" altLang="zh-CN"/>
          </a:p>
        </p:txBody>
      </p:sp>
      <p:cxnSp>
        <p:nvCxnSpPr>
          <p:cNvPr id="3" name="直接连接符 2"/>
          <p:cNvCxnSpPr/>
          <p:nvPr/>
        </p:nvCxnSpPr>
        <p:spPr>
          <a:xfrm>
            <a:off x="4297731" y="1027138"/>
            <a:ext cx="1979304"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直接连接符 10"/>
          <p:cNvCxnSpPr/>
          <p:nvPr/>
        </p:nvCxnSpPr>
        <p:spPr>
          <a:xfrm>
            <a:off x="4297731" y="1463034"/>
            <a:ext cx="1979304"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直接连接符 11"/>
          <p:cNvCxnSpPr/>
          <p:nvPr/>
        </p:nvCxnSpPr>
        <p:spPr>
          <a:xfrm>
            <a:off x="4297731" y="1896611"/>
            <a:ext cx="1979304"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 name="直接连接符 12"/>
          <p:cNvCxnSpPr/>
          <p:nvPr/>
        </p:nvCxnSpPr>
        <p:spPr>
          <a:xfrm>
            <a:off x="4297731" y="2330189"/>
            <a:ext cx="1979304"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直接连接符 13"/>
          <p:cNvCxnSpPr/>
          <p:nvPr/>
        </p:nvCxnSpPr>
        <p:spPr>
          <a:xfrm>
            <a:off x="4297731" y="2763766"/>
            <a:ext cx="1979304"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 name="直接连接符 14"/>
          <p:cNvCxnSpPr/>
          <p:nvPr/>
        </p:nvCxnSpPr>
        <p:spPr>
          <a:xfrm>
            <a:off x="4297731" y="3199661"/>
            <a:ext cx="1979304"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pic>
        <p:nvPicPr>
          <p:cNvPr id="26635" name="Picture 2" descr="C:\Users\unionpay\Desktop\课程教材标准化PPT备注模式\图标\logo.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287927" y="0"/>
            <a:ext cx="1093454" cy="29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Rectangle 6"/>
          <p:cNvSpPr txBox="1">
            <a:spLocks noChangeArrowheads="1"/>
          </p:cNvSpPr>
          <p:nvPr/>
        </p:nvSpPr>
        <p:spPr bwMode="auto">
          <a:xfrm>
            <a:off x="3053194" y="9443639"/>
            <a:ext cx="1606486" cy="498497"/>
          </a:xfrm>
          <a:prstGeom prst="rect">
            <a:avLst/>
          </a:prstGeom>
          <a:noFill/>
          <a:ln w="9525">
            <a:noFill/>
            <a:miter lim="800000"/>
          </a:ln>
        </p:spPr>
        <p:txBody>
          <a:bodyPr anchor="b"/>
          <a:lstStyle>
            <a:lvl1pPr>
              <a:defRPr sz="2400">
                <a:solidFill>
                  <a:schemeClr val="tx1"/>
                </a:solidFill>
                <a:latin typeface="Verdana" panose="020B0804030504040204" pitchFamily="34" charset="0"/>
                <a:ea typeface="微软雅黑" panose="020B0503020204020204" pitchFamily="34" charset="-122"/>
              </a:defRPr>
            </a:lvl1pPr>
            <a:lvl2pPr marL="742950" indent="-285750">
              <a:defRPr sz="2400">
                <a:solidFill>
                  <a:schemeClr val="tx1"/>
                </a:solidFill>
                <a:latin typeface="Verdana" panose="020B0804030504040204" pitchFamily="34" charset="0"/>
                <a:ea typeface="微软雅黑" panose="020B0503020204020204" pitchFamily="34" charset="-122"/>
              </a:defRPr>
            </a:lvl2pPr>
            <a:lvl3pPr marL="1143000" indent="-228600">
              <a:defRPr sz="2400">
                <a:solidFill>
                  <a:schemeClr val="tx1"/>
                </a:solidFill>
                <a:latin typeface="Verdana" panose="020B0804030504040204" pitchFamily="34" charset="0"/>
                <a:ea typeface="微软雅黑" panose="020B0503020204020204" pitchFamily="34" charset="-122"/>
              </a:defRPr>
            </a:lvl3pPr>
            <a:lvl4pPr marL="1600200" indent="-228600">
              <a:defRPr sz="2400">
                <a:solidFill>
                  <a:schemeClr val="tx1"/>
                </a:solidFill>
                <a:latin typeface="Verdana" panose="020B0804030504040204" pitchFamily="34" charset="0"/>
                <a:ea typeface="微软雅黑" panose="020B0503020204020204" pitchFamily="34" charset="-122"/>
              </a:defRPr>
            </a:lvl4pPr>
            <a:lvl5pPr marL="2057400" indent="-228600">
              <a:defRPr sz="2400">
                <a:solidFill>
                  <a:schemeClr val="tx1"/>
                </a:solidFill>
                <a:latin typeface="Verdana" panose="020B0804030504040204" pitchFamily="34" charset="0"/>
                <a:ea typeface="微软雅黑" panose="020B0503020204020204" pitchFamily="34" charset="-122"/>
              </a:defRPr>
            </a:lvl5pPr>
            <a:lvl6pPr marL="2514600" indent="-228600" eaLnBrk="0" fontAlgn="base" hangingPunct="0">
              <a:spcBef>
                <a:spcPct val="0"/>
              </a:spcBef>
              <a:spcAft>
                <a:spcPct val="0"/>
              </a:spcAft>
              <a:defRPr sz="2400">
                <a:solidFill>
                  <a:schemeClr val="tx1"/>
                </a:solidFill>
                <a:latin typeface="Verdana" panose="020B0804030504040204" pitchFamily="34" charset="0"/>
                <a:ea typeface="微软雅黑" panose="020B0503020204020204" pitchFamily="34" charset="-122"/>
              </a:defRPr>
            </a:lvl6pPr>
            <a:lvl7pPr marL="2971800" indent="-228600" eaLnBrk="0" fontAlgn="base" hangingPunct="0">
              <a:spcBef>
                <a:spcPct val="0"/>
              </a:spcBef>
              <a:spcAft>
                <a:spcPct val="0"/>
              </a:spcAft>
              <a:defRPr sz="2400">
                <a:solidFill>
                  <a:schemeClr val="tx1"/>
                </a:solidFill>
                <a:latin typeface="Verdana" panose="020B0804030504040204" pitchFamily="34" charset="0"/>
                <a:ea typeface="微软雅黑" panose="020B0503020204020204" pitchFamily="34" charset="-122"/>
              </a:defRPr>
            </a:lvl7pPr>
            <a:lvl8pPr marL="3429000" indent="-228600" eaLnBrk="0" fontAlgn="base" hangingPunct="0">
              <a:spcBef>
                <a:spcPct val="0"/>
              </a:spcBef>
              <a:spcAft>
                <a:spcPct val="0"/>
              </a:spcAft>
              <a:defRPr sz="2400">
                <a:solidFill>
                  <a:schemeClr val="tx1"/>
                </a:solidFill>
                <a:latin typeface="Verdana" panose="020B0804030504040204" pitchFamily="34" charset="0"/>
                <a:ea typeface="微软雅黑" panose="020B0503020204020204" pitchFamily="34" charset="-122"/>
              </a:defRPr>
            </a:lvl8pPr>
            <a:lvl9pPr marL="3886200" indent="-228600" eaLnBrk="0" fontAlgn="base" hangingPunct="0">
              <a:spcBef>
                <a:spcPct val="0"/>
              </a:spcBef>
              <a:spcAft>
                <a:spcPct val="0"/>
              </a:spcAft>
              <a:defRPr sz="2400">
                <a:solidFill>
                  <a:schemeClr val="tx1"/>
                </a:solidFill>
                <a:latin typeface="Verdana" panose="020B0804030504040204" pitchFamily="34" charset="0"/>
                <a:ea typeface="微软雅黑" panose="020B0503020204020204" pitchFamily="34" charset="-122"/>
              </a:defRPr>
            </a:lvl9pPr>
          </a:lstStyle>
          <a:p>
            <a:pPr>
              <a:defRPr/>
            </a:pPr>
            <a:r>
              <a:rPr lang="zh-CN" altLang="en-US" sz="1000" dirty="0" smtClean="0">
                <a:latin typeface="方正银联黑简体" panose="02000000000000000000" pitchFamily="2" charset="-122"/>
                <a:ea typeface="MS PGothic" panose="020B0600070205080204" pitchFamily="34" charset="-128"/>
              </a:rPr>
              <a:t>版权所有 不得翻录</a:t>
            </a:r>
            <a:endParaRPr lang="en-US" altLang="zh-CN" sz="1000" dirty="0" smtClean="0">
              <a:latin typeface="方正银联黑简体" panose="02000000000000000000" pitchFamily="2" charset="-122"/>
              <a:ea typeface="MS PGothic" panose="020B0600070205080204" pitchFamily="34" charset="-128"/>
            </a:endParaRPr>
          </a:p>
        </p:txBody>
      </p:sp>
      <p:sp>
        <p:nvSpPr>
          <p:cNvPr id="18" name="Rectangle 6"/>
          <p:cNvSpPr txBox="1">
            <a:spLocks noChangeArrowheads="1"/>
          </p:cNvSpPr>
          <p:nvPr/>
        </p:nvSpPr>
        <p:spPr bwMode="auto">
          <a:xfrm>
            <a:off x="683681" y="1"/>
            <a:ext cx="1607573" cy="496179"/>
          </a:xfrm>
          <a:prstGeom prst="rect">
            <a:avLst/>
          </a:prstGeom>
          <a:noFill/>
          <a:ln w="9525">
            <a:noFill/>
            <a:miter lim="800000"/>
          </a:ln>
        </p:spPr>
        <p:txBody>
          <a:bodyPr/>
          <a:lstStyle>
            <a:lvl1pPr>
              <a:defRPr sz="2400">
                <a:solidFill>
                  <a:schemeClr val="tx1"/>
                </a:solidFill>
                <a:latin typeface="Verdana" panose="020B0804030504040204" pitchFamily="34" charset="0"/>
                <a:ea typeface="微软雅黑" panose="020B0503020204020204" pitchFamily="34" charset="-122"/>
              </a:defRPr>
            </a:lvl1pPr>
            <a:lvl2pPr marL="742950" indent="-285750">
              <a:defRPr sz="2400">
                <a:solidFill>
                  <a:schemeClr val="tx1"/>
                </a:solidFill>
                <a:latin typeface="Verdana" panose="020B0804030504040204" pitchFamily="34" charset="0"/>
                <a:ea typeface="微软雅黑" panose="020B0503020204020204" pitchFamily="34" charset="-122"/>
              </a:defRPr>
            </a:lvl2pPr>
            <a:lvl3pPr marL="1143000" indent="-228600">
              <a:defRPr sz="2400">
                <a:solidFill>
                  <a:schemeClr val="tx1"/>
                </a:solidFill>
                <a:latin typeface="Verdana" panose="020B0804030504040204" pitchFamily="34" charset="0"/>
                <a:ea typeface="微软雅黑" panose="020B0503020204020204" pitchFamily="34" charset="-122"/>
              </a:defRPr>
            </a:lvl3pPr>
            <a:lvl4pPr marL="1600200" indent="-228600">
              <a:defRPr sz="2400">
                <a:solidFill>
                  <a:schemeClr val="tx1"/>
                </a:solidFill>
                <a:latin typeface="Verdana" panose="020B0804030504040204" pitchFamily="34" charset="0"/>
                <a:ea typeface="微软雅黑" panose="020B0503020204020204" pitchFamily="34" charset="-122"/>
              </a:defRPr>
            </a:lvl4pPr>
            <a:lvl5pPr marL="2057400" indent="-228600">
              <a:defRPr sz="2400">
                <a:solidFill>
                  <a:schemeClr val="tx1"/>
                </a:solidFill>
                <a:latin typeface="Verdana" panose="020B0804030504040204" pitchFamily="34" charset="0"/>
                <a:ea typeface="微软雅黑" panose="020B0503020204020204" pitchFamily="34" charset="-122"/>
              </a:defRPr>
            </a:lvl5pPr>
            <a:lvl6pPr marL="2514600" indent="-228600" eaLnBrk="0" fontAlgn="base" hangingPunct="0">
              <a:spcBef>
                <a:spcPct val="0"/>
              </a:spcBef>
              <a:spcAft>
                <a:spcPct val="0"/>
              </a:spcAft>
              <a:defRPr sz="2400">
                <a:solidFill>
                  <a:schemeClr val="tx1"/>
                </a:solidFill>
                <a:latin typeface="Verdana" panose="020B0804030504040204" pitchFamily="34" charset="0"/>
                <a:ea typeface="微软雅黑" panose="020B0503020204020204" pitchFamily="34" charset="-122"/>
              </a:defRPr>
            </a:lvl6pPr>
            <a:lvl7pPr marL="2971800" indent="-228600" eaLnBrk="0" fontAlgn="base" hangingPunct="0">
              <a:spcBef>
                <a:spcPct val="0"/>
              </a:spcBef>
              <a:spcAft>
                <a:spcPct val="0"/>
              </a:spcAft>
              <a:defRPr sz="2400">
                <a:solidFill>
                  <a:schemeClr val="tx1"/>
                </a:solidFill>
                <a:latin typeface="Verdana" panose="020B0804030504040204" pitchFamily="34" charset="0"/>
                <a:ea typeface="微软雅黑" panose="020B0503020204020204" pitchFamily="34" charset="-122"/>
              </a:defRPr>
            </a:lvl7pPr>
            <a:lvl8pPr marL="3429000" indent="-228600" eaLnBrk="0" fontAlgn="base" hangingPunct="0">
              <a:spcBef>
                <a:spcPct val="0"/>
              </a:spcBef>
              <a:spcAft>
                <a:spcPct val="0"/>
              </a:spcAft>
              <a:defRPr sz="2400">
                <a:solidFill>
                  <a:schemeClr val="tx1"/>
                </a:solidFill>
                <a:latin typeface="Verdana" panose="020B0804030504040204" pitchFamily="34" charset="0"/>
                <a:ea typeface="微软雅黑" panose="020B0503020204020204" pitchFamily="34" charset="-122"/>
              </a:defRPr>
            </a:lvl8pPr>
            <a:lvl9pPr marL="3886200" indent="-228600" eaLnBrk="0" fontAlgn="base" hangingPunct="0">
              <a:spcBef>
                <a:spcPct val="0"/>
              </a:spcBef>
              <a:spcAft>
                <a:spcPct val="0"/>
              </a:spcAft>
              <a:defRPr sz="2400">
                <a:solidFill>
                  <a:schemeClr val="tx1"/>
                </a:solidFill>
                <a:latin typeface="Verdana" panose="020B0804030504040204" pitchFamily="34" charset="0"/>
                <a:ea typeface="微软雅黑" panose="020B0503020204020204" pitchFamily="34" charset="-122"/>
              </a:defRPr>
            </a:lvl9pPr>
          </a:lstStyle>
          <a:p>
            <a:pPr>
              <a:defRPr/>
            </a:pPr>
            <a:r>
              <a:rPr lang="zh-CN" altLang="en-US" sz="1000" dirty="0" smtClean="0">
                <a:latin typeface="方正银联黑简体" panose="02000000000000000000" pitchFamily="2" charset="-122"/>
                <a:ea typeface="MS PGothic" panose="020B0600070205080204" pitchFamily="34" charset="-128"/>
              </a:rPr>
              <a:t>语音支付产品介绍</a:t>
            </a:r>
            <a:endParaRPr lang="en-US" altLang="zh-CN" sz="1000" dirty="0" smtClean="0">
              <a:latin typeface="方正银联黑简体" panose="02000000000000000000" pitchFamily="2" charset="-122"/>
              <a:ea typeface="MS PGothic" panose="020B0600070205080204" pitchFamily="34" charset="-128"/>
            </a:endParaRPr>
          </a:p>
        </p:txBody>
      </p:sp>
      <p:sp>
        <p:nvSpPr>
          <p:cNvPr id="19" name="Rectangle 6"/>
          <p:cNvSpPr txBox="1">
            <a:spLocks noChangeArrowheads="1"/>
          </p:cNvSpPr>
          <p:nvPr/>
        </p:nvSpPr>
        <p:spPr bwMode="auto">
          <a:xfrm>
            <a:off x="743462" y="9443639"/>
            <a:ext cx="1606486" cy="498497"/>
          </a:xfrm>
          <a:prstGeom prst="rect">
            <a:avLst/>
          </a:prstGeom>
          <a:noFill/>
          <a:ln w="9525">
            <a:noFill/>
            <a:miter lim="800000"/>
          </a:ln>
        </p:spPr>
        <p:txBody>
          <a:bodyPr anchor="b"/>
          <a:lstStyle>
            <a:lvl1pPr>
              <a:defRPr sz="2400">
                <a:solidFill>
                  <a:schemeClr val="tx1"/>
                </a:solidFill>
                <a:latin typeface="Verdana" panose="020B0804030504040204" pitchFamily="34" charset="0"/>
                <a:ea typeface="微软雅黑" panose="020B0503020204020204" pitchFamily="34" charset="-122"/>
              </a:defRPr>
            </a:lvl1pPr>
            <a:lvl2pPr marL="742950" indent="-285750">
              <a:defRPr sz="2400">
                <a:solidFill>
                  <a:schemeClr val="tx1"/>
                </a:solidFill>
                <a:latin typeface="Verdana" panose="020B0804030504040204" pitchFamily="34" charset="0"/>
                <a:ea typeface="微软雅黑" panose="020B0503020204020204" pitchFamily="34" charset="-122"/>
              </a:defRPr>
            </a:lvl2pPr>
            <a:lvl3pPr marL="1143000" indent="-228600">
              <a:defRPr sz="2400">
                <a:solidFill>
                  <a:schemeClr val="tx1"/>
                </a:solidFill>
                <a:latin typeface="Verdana" panose="020B0804030504040204" pitchFamily="34" charset="0"/>
                <a:ea typeface="微软雅黑" panose="020B0503020204020204" pitchFamily="34" charset="-122"/>
              </a:defRPr>
            </a:lvl3pPr>
            <a:lvl4pPr marL="1600200" indent="-228600">
              <a:defRPr sz="2400">
                <a:solidFill>
                  <a:schemeClr val="tx1"/>
                </a:solidFill>
                <a:latin typeface="Verdana" panose="020B0804030504040204" pitchFamily="34" charset="0"/>
                <a:ea typeface="微软雅黑" panose="020B0503020204020204" pitchFamily="34" charset="-122"/>
              </a:defRPr>
            </a:lvl4pPr>
            <a:lvl5pPr marL="2057400" indent="-228600">
              <a:defRPr sz="2400">
                <a:solidFill>
                  <a:schemeClr val="tx1"/>
                </a:solidFill>
                <a:latin typeface="Verdana" panose="020B0804030504040204" pitchFamily="34" charset="0"/>
                <a:ea typeface="微软雅黑" panose="020B0503020204020204" pitchFamily="34" charset="-122"/>
              </a:defRPr>
            </a:lvl5pPr>
            <a:lvl6pPr marL="2514600" indent="-228600" eaLnBrk="0" fontAlgn="base" hangingPunct="0">
              <a:spcBef>
                <a:spcPct val="0"/>
              </a:spcBef>
              <a:spcAft>
                <a:spcPct val="0"/>
              </a:spcAft>
              <a:defRPr sz="2400">
                <a:solidFill>
                  <a:schemeClr val="tx1"/>
                </a:solidFill>
                <a:latin typeface="Verdana" panose="020B0804030504040204" pitchFamily="34" charset="0"/>
                <a:ea typeface="微软雅黑" panose="020B0503020204020204" pitchFamily="34" charset="-122"/>
              </a:defRPr>
            </a:lvl6pPr>
            <a:lvl7pPr marL="2971800" indent="-228600" eaLnBrk="0" fontAlgn="base" hangingPunct="0">
              <a:spcBef>
                <a:spcPct val="0"/>
              </a:spcBef>
              <a:spcAft>
                <a:spcPct val="0"/>
              </a:spcAft>
              <a:defRPr sz="2400">
                <a:solidFill>
                  <a:schemeClr val="tx1"/>
                </a:solidFill>
                <a:latin typeface="Verdana" panose="020B0804030504040204" pitchFamily="34" charset="0"/>
                <a:ea typeface="微软雅黑" panose="020B0503020204020204" pitchFamily="34" charset="-122"/>
              </a:defRPr>
            </a:lvl7pPr>
            <a:lvl8pPr marL="3429000" indent="-228600" eaLnBrk="0" fontAlgn="base" hangingPunct="0">
              <a:spcBef>
                <a:spcPct val="0"/>
              </a:spcBef>
              <a:spcAft>
                <a:spcPct val="0"/>
              </a:spcAft>
              <a:defRPr sz="2400">
                <a:solidFill>
                  <a:schemeClr val="tx1"/>
                </a:solidFill>
                <a:latin typeface="Verdana" panose="020B0804030504040204" pitchFamily="34" charset="0"/>
                <a:ea typeface="微软雅黑" panose="020B0503020204020204" pitchFamily="34" charset="-122"/>
              </a:defRPr>
            </a:lvl8pPr>
            <a:lvl9pPr marL="3886200" indent="-228600" eaLnBrk="0" fontAlgn="base" hangingPunct="0">
              <a:spcBef>
                <a:spcPct val="0"/>
              </a:spcBef>
              <a:spcAft>
                <a:spcPct val="0"/>
              </a:spcAft>
              <a:defRPr sz="2400">
                <a:solidFill>
                  <a:schemeClr val="tx1"/>
                </a:solidFill>
                <a:latin typeface="Verdana" panose="020B0804030504040204" pitchFamily="34" charset="0"/>
                <a:ea typeface="微软雅黑" panose="020B0503020204020204" pitchFamily="34" charset="-122"/>
              </a:defRPr>
            </a:lvl9pPr>
          </a:lstStyle>
          <a:p>
            <a:pPr>
              <a:defRPr/>
            </a:pPr>
            <a:r>
              <a:rPr lang="zh-CN" altLang="en-US" sz="1000" dirty="0" smtClean="0">
                <a:latin typeface="方正银联黑简体" panose="02000000000000000000" pitchFamily="2" charset="-122"/>
                <a:ea typeface="MS PGothic" panose="020B0600070205080204" pitchFamily="34" charset="-128"/>
              </a:rPr>
              <a:t>讲师手册</a:t>
            </a:r>
            <a:endParaRPr lang="en-US" altLang="zh-CN" sz="1000" dirty="0" smtClean="0">
              <a:latin typeface="方正银联黑简体" panose="02000000000000000000" pitchFamily="2" charset="-122"/>
              <a:ea typeface="MS PGothic" panose="020B0600070205080204" pitchFamily="34" charset="-128"/>
            </a:endParaRPr>
          </a:p>
        </p:txBody>
      </p:sp>
      <p:pic>
        <p:nvPicPr>
          <p:cNvPr id="26639"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54254" y="734996"/>
            <a:ext cx="2385817" cy="25550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100" kern="1200">
        <a:solidFill>
          <a:schemeClr val="tx1"/>
        </a:solidFill>
        <a:latin typeface="方正银联黑简体" panose="02000000000000000000" pitchFamily="2" charset="-122"/>
        <a:ea typeface="方正银联黑简体" panose="02000000000000000000" pitchFamily="2" charset="-122"/>
        <a:cs typeface="方正银联黑简体" panose="02000000000000000000" pitchFamily="2" charset="-122"/>
      </a:defRPr>
    </a:lvl1pPr>
    <a:lvl2pPr marL="742950" indent="-285750" algn="l" rtl="0" eaLnBrk="0" fontAlgn="base" hangingPunct="0">
      <a:spcBef>
        <a:spcPct val="30000"/>
      </a:spcBef>
      <a:spcAft>
        <a:spcPct val="0"/>
      </a:spcAft>
      <a:defRPr sz="1200" kern="1200">
        <a:solidFill>
          <a:schemeClr val="tx1"/>
        </a:solidFill>
        <a:latin typeface="Arial" panose="020B0604020202090204" pitchFamily="34" charset="0"/>
        <a:ea typeface="宋体" pitchFamily="2" charset="-122"/>
        <a:cs typeface="宋体" pitchFamily="2" charset="-122"/>
      </a:defRPr>
    </a:lvl2pPr>
    <a:lvl3pPr marL="1143000" indent="-228600" algn="l" rtl="0" eaLnBrk="0" fontAlgn="base" hangingPunct="0">
      <a:spcBef>
        <a:spcPct val="30000"/>
      </a:spcBef>
      <a:spcAft>
        <a:spcPct val="0"/>
      </a:spcAft>
      <a:defRPr sz="1200" kern="1200">
        <a:solidFill>
          <a:schemeClr val="tx1"/>
        </a:solidFill>
        <a:latin typeface="Arial" panose="020B0604020202090204" pitchFamily="34" charset="0"/>
        <a:ea typeface="宋体" pitchFamily="2" charset="-122"/>
        <a:cs typeface="宋体" pitchFamily="2" charset="-122"/>
      </a:defRPr>
    </a:lvl3pPr>
    <a:lvl4pPr marL="1600200" indent="-228600" algn="l" rtl="0" eaLnBrk="0" fontAlgn="base" hangingPunct="0">
      <a:spcBef>
        <a:spcPct val="30000"/>
      </a:spcBef>
      <a:spcAft>
        <a:spcPct val="0"/>
      </a:spcAft>
      <a:defRPr sz="1200" kern="1200">
        <a:solidFill>
          <a:schemeClr val="tx1"/>
        </a:solidFill>
        <a:latin typeface="Arial" panose="020B0604020202090204" pitchFamily="34" charset="0"/>
        <a:ea typeface="宋体" pitchFamily="2" charset="-122"/>
        <a:cs typeface="宋体" pitchFamily="2" charset="-122"/>
      </a:defRPr>
    </a:lvl4pPr>
    <a:lvl5pPr marL="2057400" indent="-228600" algn="l" rtl="0" eaLnBrk="0" fontAlgn="base" hangingPunct="0">
      <a:spcBef>
        <a:spcPct val="30000"/>
      </a:spcBef>
      <a:spcAft>
        <a:spcPct val="0"/>
      </a:spcAft>
      <a:defRPr sz="1200" kern="1200">
        <a:solidFill>
          <a:schemeClr val="tx1"/>
        </a:solidFill>
        <a:latin typeface="Arial" panose="020B0604020202090204" pitchFamily="34" charset="0"/>
        <a:ea typeface="宋体" pitchFamily="2" charset="-122"/>
        <a:cs typeface="宋体" pitchFamily="2" charset="-122"/>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644525"/>
            <a:ext cx="3406775" cy="2555875"/>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546522B4-FA87-4935-B9A3-7148FB7CE523}" type="slidenum">
              <a:rPr lang="zh-CN" altLang="en-US" smtClean="0"/>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644525"/>
            <a:ext cx="3406775" cy="2555875"/>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546522B4-FA87-4935-B9A3-7148FB7CE523}" type="slidenum">
              <a:rPr lang="zh-CN" altLang="en-US" smtClean="0"/>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幻灯片图像占位符 1"/>
          <p:cNvSpPr>
            <a:spLocks noGrp="1" noRot="1" noChangeAspect="1" noTextEdit="1"/>
          </p:cNvSpPr>
          <p:nvPr>
            <p:ph type="sldImg"/>
          </p:nvPr>
        </p:nvSpPr>
        <p:spPr>
          <a:xfrm>
            <a:off x="744538" y="644525"/>
            <a:ext cx="3406775" cy="2555875"/>
          </a:xfrm>
        </p:spPr>
      </p:sp>
      <p:sp>
        <p:nvSpPr>
          <p:cNvPr id="8806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88068" name="灯片编号占位符 3"/>
          <p:cNvSpPr txBox="1">
            <a:spLocks noGrp="1"/>
          </p:cNvSpPr>
          <p:nvPr/>
        </p:nvSpPr>
        <p:spPr bwMode="auto">
          <a:xfrm>
            <a:off x="5469444" y="9432047"/>
            <a:ext cx="905415" cy="496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100">
                <a:solidFill>
                  <a:schemeClr val="tx1"/>
                </a:solidFill>
                <a:latin typeface="微软雅黑" panose="020B0503020204020204" pitchFamily="34" charset="-122"/>
                <a:ea typeface="微软雅黑" panose="020B0503020204020204" pitchFamily="34" charset="-122"/>
              </a:defRPr>
            </a:lvl1pPr>
            <a:lvl2pPr marL="742950" indent="-285750">
              <a:spcBef>
                <a:spcPct val="30000"/>
              </a:spcBef>
              <a:defRPr sz="1200">
                <a:solidFill>
                  <a:schemeClr val="tx1"/>
                </a:solidFill>
                <a:latin typeface="Arial" panose="020B0604020202090204" pitchFamily="34" charset="0"/>
                <a:ea typeface="宋体" pitchFamily="2" charset="-122"/>
              </a:defRPr>
            </a:lvl2pPr>
            <a:lvl3pPr marL="1143000" indent="-228600">
              <a:spcBef>
                <a:spcPct val="30000"/>
              </a:spcBef>
              <a:defRPr sz="1200">
                <a:solidFill>
                  <a:schemeClr val="tx1"/>
                </a:solidFill>
                <a:latin typeface="Arial" panose="020B0604020202090204" pitchFamily="34" charset="0"/>
                <a:ea typeface="宋体" pitchFamily="2" charset="-122"/>
              </a:defRPr>
            </a:lvl3pPr>
            <a:lvl4pPr marL="1600200" indent="-228600">
              <a:spcBef>
                <a:spcPct val="30000"/>
              </a:spcBef>
              <a:defRPr sz="1200">
                <a:solidFill>
                  <a:schemeClr val="tx1"/>
                </a:solidFill>
                <a:latin typeface="Arial" panose="020B0604020202090204" pitchFamily="34" charset="0"/>
                <a:ea typeface="宋体" pitchFamily="2" charset="-122"/>
              </a:defRPr>
            </a:lvl4pPr>
            <a:lvl5pPr marL="2057400" indent="-228600">
              <a:spcBef>
                <a:spcPct val="30000"/>
              </a:spcBef>
              <a:defRPr sz="1200">
                <a:solidFill>
                  <a:schemeClr val="tx1"/>
                </a:solidFill>
                <a:latin typeface="Arial" panose="020B0604020202090204"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Arial" panose="020B0604020202090204" pitchFamily="34" charset="0"/>
                <a:ea typeface="宋体" pitchFamily="2" charset="-122"/>
              </a:defRPr>
            </a:lvl9pPr>
          </a:lstStyle>
          <a:p>
            <a:pPr algn="r">
              <a:spcBef>
                <a:spcPct val="0"/>
              </a:spcBef>
            </a:pPr>
            <a:fld id="{A2CE212F-930F-4DCF-A20F-7012D2EBD8E1}" type="slidenum">
              <a:rPr lang="zh-CN" altLang="en-US" sz="1000">
                <a:latin typeface="Calibri" panose="020F0502020204030204" pitchFamily="34" charset="0"/>
                <a:ea typeface="MS PGothic" panose="020B0600070205080204" pitchFamily="34" charset="-128"/>
                <a:cs typeface="宋体" pitchFamily="2" charset="-122"/>
              </a:rPr>
            </a:fld>
            <a:endParaRPr lang="en-US" altLang="zh-CN" sz="1000">
              <a:latin typeface="Calibri" panose="020F0502020204030204" pitchFamily="34" charset="0"/>
              <a:ea typeface="MS PGothic" panose="020B0600070205080204" pitchFamily="34" charset="-128"/>
              <a:cs typeface="宋体"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r>
              <a:rPr kumimoji="1" lang="zh-CN" altLang="en-US" dirty="0" smtClean="0"/>
              <a:t>并列关系</a:t>
            </a:r>
            <a:endParaRPr kumimoji="1" lang="zh-CN" altLang="en-US" dirty="0"/>
          </a:p>
        </p:txBody>
      </p:sp>
      <p:sp>
        <p:nvSpPr>
          <p:cNvPr id="4" name="幻灯片编号占位符 3"/>
          <p:cNvSpPr>
            <a:spLocks noGrp="1"/>
          </p:cNvSpPr>
          <p:nvPr>
            <p:ph type="sldNum" sz="quarter" idx="10"/>
          </p:nvPr>
        </p:nvSpPr>
        <p:spPr/>
        <p:txBody>
          <a:bodyPr/>
          <a:lstStyle/>
          <a:p>
            <a:fld id="{31916AF3-E85F-254C-B96A-5FFF77B7577A}" type="slidenum">
              <a:rPr kumimoji="1" lang="zh-CN" altLang="en-US" smtClean="0">
                <a:solidFill>
                  <a:prstClr val="black"/>
                </a:solidFill>
              </a:rPr>
            </a:fld>
            <a:endParaRPr kumimoji="1" lang="zh-CN" altLang="en-US">
              <a:solidFill>
                <a:prstClr val="black"/>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r>
              <a:rPr kumimoji="1" lang="zh-CN" altLang="en-US" dirty="0" smtClean="0"/>
              <a:t>趋势关系</a:t>
            </a:r>
            <a:endParaRPr kumimoji="1" lang="zh-CN" altLang="en-US" dirty="0"/>
          </a:p>
        </p:txBody>
      </p:sp>
      <p:sp>
        <p:nvSpPr>
          <p:cNvPr id="4" name="幻灯片编号占位符 3"/>
          <p:cNvSpPr>
            <a:spLocks noGrp="1"/>
          </p:cNvSpPr>
          <p:nvPr>
            <p:ph type="sldNum" sz="quarter" idx="10"/>
          </p:nvPr>
        </p:nvSpPr>
        <p:spPr/>
        <p:txBody>
          <a:bodyPr/>
          <a:lstStyle/>
          <a:p>
            <a:fld id="{31916AF3-E85F-254C-B96A-5FFF77B7577A}" type="slidenum">
              <a:rPr kumimoji="1" lang="zh-CN" altLang="en-US" smtClean="0">
                <a:solidFill>
                  <a:prstClr val="black"/>
                </a:solidFill>
              </a:rPr>
            </a:fld>
            <a:endParaRPr kumimoji="1" lang="zh-CN" altLang="en-US">
              <a:solidFill>
                <a:prstClr val="black"/>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r>
              <a:rPr kumimoji="1" lang="zh-CN" altLang="en-US" dirty="0" smtClean="0"/>
              <a:t>结构关系</a:t>
            </a:r>
            <a:endParaRPr kumimoji="1" lang="zh-CN" altLang="en-US" dirty="0"/>
          </a:p>
        </p:txBody>
      </p:sp>
      <p:sp>
        <p:nvSpPr>
          <p:cNvPr id="4" name="幻灯片编号占位符 3"/>
          <p:cNvSpPr>
            <a:spLocks noGrp="1"/>
          </p:cNvSpPr>
          <p:nvPr>
            <p:ph type="sldNum" sz="quarter" idx="10"/>
          </p:nvPr>
        </p:nvSpPr>
        <p:spPr/>
        <p:txBody>
          <a:bodyPr/>
          <a:lstStyle/>
          <a:p>
            <a:fld id="{31916AF3-E85F-254C-B96A-5FFF77B7577A}" type="slidenum">
              <a:rPr kumimoji="1" lang="zh-CN" altLang="en-US" smtClean="0">
                <a:solidFill>
                  <a:prstClr val="black"/>
                </a:solidFill>
              </a:rPr>
            </a:fld>
            <a:endParaRPr kumimoji="1" lang="zh-CN" altLang="en-US">
              <a:solidFill>
                <a:prstClr val="black"/>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r>
              <a:rPr kumimoji="1" lang="zh-CN" altLang="en-US" dirty="0" smtClean="0"/>
              <a:t>流程关系</a:t>
            </a:r>
            <a:endParaRPr kumimoji="1" lang="zh-CN" altLang="en-US" dirty="0"/>
          </a:p>
        </p:txBody>
      </p:sp>
      <p:sp>
        <p:nvSpPr>
          <p:cNvPr id="4" name="幻灯片编号占位符 3"/>
          <p:cNvSpPr>
            <a:spLocks noGrp="1"/>
          </p:cNvSpPr>
          <p:nvPr>
            <p:ph type="sldNum" sz="quarter" idx="10"/>
          </p:nvPr>
        </p:nvSpPr>
        <p:spPr/>
        <p:txBody>
          <a:bodyPr/>
          <a:lstStyle/>
          <a:p>
            <a:fld id="{31916AF3-E85F-254C-B96A-5FFF77B7577A}" type="slidenum">
              <a:rPr kumimoji="1" lang="zh-CN" altLang="en-US" smtClean="0">
                <a:solidFill>
                  <a:prstClr val="black"/>
                </a:solidFill>
              </a:rPr>
            </a:fld>
            <a:endParaRPr kumimoji="1" lang="zh-CN" altLang="en-US">
              <a:solidFill>
                <a:prstClr val="black"/>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r>
              <a:rPr kumimoji="1" lang="zh-CN" altLang="en-US" dirty="0" smtClean="0"/>
              <a:t>递进关系</a:t>
            </a:r>
            <a:endParaRPr kumimoji="1" lang="zh-CN" altLang="en-US" dirty="0"/>
          </a:p>
        </p:txBody>
      </p:sp>
      <p:sp>
        <p:nvSpPr>
          <p:cNvPr id="4" name="幻灯片编号占位符 3"/>
          <p:cNvSpPr>
            <a:spLocks noGrp="1"/>
          </p:cNvSpPr>
          <p:nvPr>
            <p:ph type="sldNum" sz="quarter" idx="10"/>
          </p:nvPr>
        </p:nvSpPr>
        <p:spPr/>
        <p:txBody>
          <a:bodyPr/>
          <a:lstStyle/>
          <a:p>
            <a:fld id="{31916AF3-E85F-254C-B96A-5FFF77B7577A}" type="slidenum">
              <a:rPr kumimoji="1" lang="zh-CN" altLang="en-US" smtClean="0">
                <a:solidFill>
                  <a:prstClr val="black"/>
                </a:solidFill>
              </a:rPr>
            </a:fld>
            <a:endParaRPr kumimoji="1" lang="zh-CN" altLang="en-US">
              <a:solidFill>
                <a:prstClr val="black"/>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2528900"/>
            <a:ext cx="7886700" cy="1325563"/>
          </a:xfrm>
        </p:spPr>
        <p:txBody>
          <a:bodyPr>
            <a:normAutofit/>
          </a:bodyPr>
          <a:lstStyle>
            <a:lvl1pPr>
              <a:defRPr sz="4800" b="1"/>
            </a:lvl1pPr>
          </a:lstStyle>
          <a:p>
            <a:r>
              <a:rPr lang="zh-CN" altLang="en-US" dirty="0" smtClean="0"/>
              <a:t>单击此处编辑母版标题样式</a:t>
            </a:r>
            <a:endParaRPr lang="zh-CN" altLang="en-US" dirty="0"/>
          </a:p>
        </p:txBody>
      </p:sp>
      <p:sp>
        <p:nvSpPr>
          <p:cNvPr id="3" name="内容占位符 2"/>
          <p:cNvSpPr>
            <a:spLocks noGrp="1"/>
          </p:cNvSpPr>
          <p:nvPr>
            <p:ph idx="1" hasCustomPrompt="1"/>
          </p:nvPr>
        </p:nvSpPr>
        <p:spPr>
          <a:xfrm>
            <a:off x="618524" y="4293096"/>
            <a:ext cx="7886700" cy="864095"/>
          </a:xfrm>
        </p:spPr>
        <p:txBody>
          <a:bodyPr/>
          <a:lstStyle>
            <a:lvl1pPr>
              <a:lnSpc>
                <a:spcPct val="150000"/>
              </a:lnSpc>
              <a:defRPr sz="2000">
                <a:latin typeface="方正银联黑简体" panose="02000000000000000000" pitchFamily="2" charset="-122"/>
                <a:ea typeface="方正银联黑简体" panose="02000000000000000000" pitchFamily="2" charset="-122"/>
              </a:defRPr>
            </a:lvl1pPr>
            <a:lvl2pPr marL="342900" indent="0" algn="ctr">
              <a:lnSpc>
                <a:spcPct val="150000"/>
              </a:lnSpc>
              <a:buFontTx/>
              <a:buNone/>
              <a:defRPr sz="2000">
                <a:latin typeface="方正银联黑简体" panose="02000000000000000000" pitchFamily="2" charset="-122"/>
                <a:ea typeface="方正银联黑简体" panose="02000000000000000000" pitchFamily="2" charset="-122"/>
              </a:defRPr>
            </a:lvl2pPr>
            <a:lvl3pPr>
              <a:defRPr sz="1350">
                <a:latin typeface="+mj-ea"/>
                <a:ea typeface="+mj-ea"/>
              </a:defRPr>
            </a:lvl3pPr>
            <a:lvl4pPr>
              <a:defRPr sz="1200">
                <a:latin typeface="+mj-ea"/>
                <a:ea typeface="+mj-ea"/>
              </a:defRPr>
            </a:lvl4pPr>
            <a:lvl5pPr>
              <a:defRPr sz="1200">
                <a:latin typeface="+mj-ea"/>
                <a:ea typeface="+mj-ea"/>
              </a:defRPr>
            </a:lvl5pPr>
          </a:lstStyle>
          <a:p>
            <a:pPr lvl="0"/>
            <a:r>
              <a:rPr lang="zh-CN" altLang="en-US" dirty="0" smtClean="0"/>
              <a:t>编辑母版文本样式</a:t>
            </a:r>
            <a:endParaRPr lang="zh-CN" altLang="en-US" dirty="0" smtClean="0"/>
          </a:p>
          <a:p>
            <a:pPr lvl="1"/>
            <a:r>
              <a:rPr lang="zh-CN" altLang="en-US" dirty="0" smtClean="0"/>
              <a:t>第二级</a:t>
            </a:r>
            <a:endParaRPr lang="zh-CN" altLang="en-US" dirty="0" smtClean="0"/>
          </a:p>
        </p:txBody>
      </p:sp>
      <p:sp>
        <p:nvSpPr>
          <p:cNvPr id="6" name="灯片编号占位符 5"/>
          <p:cNvSpPr>
            <a:spLocks noGrp="1"/>
          </p:cNvSpPr>
          <p:nvPr>
            <p:ph type="sldNum" sz="quarter" idx="12"/>
          </p:nvPr>
        </p:nvSpPr>
        <p:spPr>
          <a:xfrm>
            <a:off x="615847" y="6345324"/>
            <a:ext cx="2057400" cy="365125"/>
          </a:xfrm>
          <a:prstGeom prst="rect">
            <a:avLst/>
          </a:prstGeom>
        </p:spPr>
        <p:txBody>
          <a:bodyPr/>
          <a:lstStyle>
            <a:lvl1pPr algn="ctr">
              <a:defRPr>
                <a:ea typeface="方正银联黑简体" panose="02000000000000000000" pitchFamily="2" charset="-122"/>
              </a:defRPr>
            </a:lvl1pPr>
          </a:lstStyle>
          <a:p>
            <a:pPr algn="l">
              <a:defRPr/>
            </a:pPr>
            <a:fld id="{45490047-AB09-4C9C-A586-0A3EC6221562}" type="slidenum">
              <a:rPr lang="zh-CN" altLang="en-US" sz="900" smtClean="0">
                <a:solidFill>
                  <a:prstClr val="black">
                    <a:tint val="75000"/>
                  </a:prstClr>
                </a:solidFill>
              </a:rPr>
            </a:fld>
            <a:endParaRPr lang="zh-CN" altLang="en-US" sz="900" dirty="0">
              <a:solidFill>
                <a:prstClr val="black">
                  <a:tint val="75000"/>
                </a:prstClr>
              </a:solidFill>
            </a:endParaRPr>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143000" y="1196752"/>
            <a:ext cx="6858000" cy="1008112"/>
          </a:xfrm>
        </p:spPr>
        <p:txBody>
          <a:bodyPr anchor="b">
            <a:normAutofit/>
          </a:bodyPr>
          <a:lstStyle>
            <a:lvl1pPr algn="l">
              <a:defRPr sz="6000"/>
            </a:lvl1pPr>
          </a:lstStyle>
          <a:p>
            <a:r>
              <a:rPr lang="zh-CN" altLang="en-US" dirty="0" smtClean="0"/>
              <a:t>单击此处编辑母版</a:t>
            </a:r>
            <a:endParaRPr lang="zh-CN" altLang="en-US" dirty="0"/>
          </a:p>
        </p:txBody>
      </p:sp>
      <p:sp>
        <p:nvSpPr>
          <p:cNvPr id="3" name="副标题 2"/>
          <p:cNvSpPr>
            <a:spLocks noGrp="1"/>
          </p:cNvSpPr>
          <p:nvPr>
            <p:ph type="subTitle" idx="1" hasCustomPrompt="1"/>
          </p:nvPr>
        </p:nvSpPr>
        <p:spPr>
          <a:xfrm>
            <a:off x="3275856" y="2636912"/>
            <a:ext cx="5561856" cy="1655762"/>
          </a:xfrm>
        </p:spPr>
        <p:txBody>
          <a:bodyPr>
            <a:normAutofit/>
          </a:bodyPr>
          <a:lstStyle>
            <a:lvl1pPr marL="342900" indent="-342900" algn="l">
              <a:buFont typeface="+mj-ea"/>
              <a:buAutoNum type="ea1JpnChsDbPeriod"/>
              <a:defRPr sz="24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smtClean="0"/>
              <a:t>单击以编辑母版副标题样式</a:t>
            </a:r>
            <a:endParaRPr lang="zh-CN" altLang="en-US" dirty="0"/>
          </a:p>
        </p:txBody>
      </p:sp>
      <p:sp>
        <p:nvSpPr>
          <p:cNvPr id="6" name="灯片编号占位符 5"/>
          <p:cNvSpPr>
            <a:spLocks noGrp="1"/>
          </p:cNvSpPr>
          <p:nvPr>
            <p:ph type="sldNum" sz="quarter" idx="12"/>
          </p:nvPr>
        </p:nvSpPr>
        <p:spPr>
          <a:xfrm>
            <a:off x="647564" y="6345324"/>
            <a:ext cx="2057400" cy="365125"/>
          </a:xfrm>
        </p:spPr>
        <p:txBody>
          <a:bodyPr/>
          <a:lstStyle/>
          <a:p>
            <a:fld id="{12C95FFE-FA41-4527-9660-ED588E06B5DA}" type="slidenum">
              <a:rPr lang="zh-CN" altLang="en-US" smtClean="0"/>
            </a:fld>
            <a:endParaRPr lang="zh-CN" altLang="en-US" dirty="0"/>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4"/>
            <a:ext cx="7886700" cy="1325563"/>
          </a:xfrm>
        </p:spPr>
        <p:txBody>
          <a:bodyPr>
            <a:normAutofit/>
          </a:bodyPr>
          <a:lstStyle>
            <a:lvl1pPr>
              <a:defRPr sz="3600" b="0"/>
            </a:lvl1pPr>
          </a:lstStyle>
          <a:p>
            <a:r>
              <a:rPr lang="zh-CN" altLang="en-US" dirty="0" smtClean="0"/>
              <a:t>单击此处编辑母版标题样式</a:t>
            </a:r>
            <a:endParaRPr lang="zh-CN" altLang="en-US" dirty="0"/>
          </a:p>
        </p:txBody>
      </p:sp>
      <p:sp>
        <p:nvSpPr>
          <p:cNvPr id="3" name="内容占位符 2"/>
          <p:cNvSpPr>
            <a:spLocks noGrp="1"/>
          </p:cNvSpPr>
          <p:nvPr>
            <p:ph idx="1" hasCustomPrompt="1"/>
          </p:nvPr>
        </p:nvSpPr>
        <p:spPr/>
        <p:txBody>
          <a:bodyPr/>
          <a:lstStyle>
            <a:lvl2pPr>
              <a:defRPr sz="1800">
                <a:solidFill>
                  <a:schemeClr val="tx1"/>
                </a:solidFill>
              </a:defRPr>
            </a:lvl2pPr>
            <a:lvl3pPr>
              <a:defRPr sz="1800">
                <a:solidFill>
                  <a:schemeClr val="tx1"/>
                </a:solidFill>
              </a:defRPr>
            </a:lvl3pPr>
            <a:lvl4pPr>
              <a:defRPr sz="1800">
                <a:solidFill>
                  <a:schemeClr val="tx1"/>
                </a:solidFill>
                <a:latin typeface="方正银联黑简体" panose="02000000000000000000" pitchFamily="2" charset="-122"/>
                <a:ea typeface="方正银联黑简体" panose="02000000000000000000" pitchFamily="2" charset="-122"/>
              </a:defRPr>
            </a:lvl4pPr>
            <a:lvl5pPr>
              <a:defRPr sz="1800">
                <a:solidFill>
                  <a:schemeClr val="tx1"/>
                </a:solidFill>
                <a:latin typeface="方正银联黑简体" panose="02000000000000000000" pitchFamily="2" charset="-122"/>
                <a:ea typeface="方正银联黑简体" panose="02000000000000000000" pitchFamily="2" charset="-122"/>
              </a:defRPr>
            </a:lvl5pPr>
          </a:lstStyle>
          <a:p>
            <a:pPr lvl="0"/>
            <a:r>
              <a:rPr lang="zh-CN" altLang="en-US" dirty="0" smtClean="0"/>
              <a:t>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7" name="灯片编号占位符 5"/>
          <p:cNvSpPr>
            <a:spLocks noGrp="1"/>
          </p:cNvSpPr>
          <p:nvPr>
            <p:ph type="sldNum" sz="quarter" idx="4"/>
          </p:nvPr>
        </p:nvSpPr>
        <p:spPr>
          <a:xfrm>
            <a:off x="628650" y="6336182"/>
            <a:ext cx="2057400" cy="365125"/>
          </a:xfrm>
          <a:prstGeom prst="rect">
            <a:avLst/>
          </a:prstGeom>
        </p:spPr>
        <p:txBody>
          <a:bodyPr vert="horz" lIns="91440" tIns="45720" rIns="91440" bIns="45720" rtlCol="0" anchor="ctr"/>
          <a:lstStyle>
            <a:lvl1pPr algn="l">
              <a:defRPr sz="900">
                <a:solidFill>
                  <a:schemeClr val="tx1">
                    <a:tint val="75000"/>
                  </a:schemeClr>
                </a:solidFill>
                <a:latin typeface="Arial" panose="020B0604020202090204" pitchFamily="34" charset="0"/>
                <a:ea typeface="方正银联黑简体" panose="02000000000000000000" pitchFamily="2" charset="-122"/>
                <a:cs typeface="Arial" panose="020B0604020202090204" pitchFamily="34" charset="0"/>
              </a:defRPr>
            </a:lvl1pPr>
          </a:lstStyle>
          <a:p>
            <a:fld id="{39EEDE4D-C237-4DCB-971B-7273E93752F0}" type="slidenum">
              <a:rPr lang="zh-CN" altLang="en-US" smtClean="0"/>
            </a:fld>
            <a:endParaRPr lang="zh-CN" altLang="en-US" dirty="0"/>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hasCustomPrompt="1"/>
          </p:nvPr>
        </p:nvSpPr>
        <p:spPr>
          <a:xfrm>
            <a:off x="628650" y="1448784"/>
            <a:ext cx="3867150" cy="4728183"/>
          </a:xfrm>
        </p:spPr>
        <p:txBody>
          <a:bodyPr/>
          <a:lstStyle>
            <a:lvl2pPr>
              <a:defRPr sz="1800"/>
            </a:lvl2pPr>
            <a:lvl3pPr>
              <a:defRPr sz="1800"/>
            </a:lvl3pPr>
            <a:lvl4pPr>
              <a:defRPr sz="1800">
                <a:latin typeface="方正银联黑简体" panose="02000000000000000000" pitchFamily="2" charset="-122"/>
                <a:ea typeface="方正银联黑简体" panose="02000000000000000000" pitchFamily="2" charset="-122"/>
              </a:defRPr>
            </a:lvl4pPr>
            <a:lvl5pPr>
              <a:defRPr sz="1800">
                <a:latin typeface="方正银联黑简体" panose="02000000000000000000" pitchFamily="2" charset="-122"/>
                <a:ea typeface="方正银联黑简体" panose="02000000000000000000" pitchFamily="2" charset="-122"/>
              </a:defRPr>
            </a:lvl5pPr>
          </a:lstStyle>
          <a:p>
            <a:pPr lvl="0"/>
            <a:r>
              <a:rPr lang="zh-CN" altLang="en-US" dirty="0" smtClean="0"/>
              <a:t>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4" name="内容占位符 3"/>
          <p:cNvSpPr>
            <a:spLocks noGrp="1"/>
          </p:cNvSpPr>
          <p:nvPr>
            <p:ph sz="half" idx="2" hasCustomPrompt="1"/>
          </p:nvPr>
        </p:nvSpPr>
        <p:spPr>
          <a:xfrm>
            <a:off x="4648200" y="1448784"/>
            <a:ext cx="3867150" cy="4728183"/>
          </a:xfrm>
        </p:spPr>
        <p:txBody>
          <a:bodyPr/>
          <a:lstStyle>
            <a:lvl2pPr>
              <a:defRPr sz="1800"/>
            </a:lvl2pPr>
            <a:lvl3pPr>
              <a:defRPr sz="1800"/>
            </a:lvl3pPr>
            <a:lvl4pPr>
              <a:defRPr sz="1800">
                <a:latin typeface="方正银联黑简体" panose="02000000000000000000" pitchFamily="2" charset="-122"/>
                <a:ea typeface="方正银联黑简体" panose="02000000000000000000" pitchFamily="2" charset="-122"/>
              </a:defRPr>
            </a:lvl4pPr>
            <a:lvl5pPr>
              <a:defRPr sz="1800">
                <a:latin typeface="方正银联黑简体" panose="02000000000000000000" pitchFamily="2" charset="-122"/>
                <a:ea typeface="方正银联黑简体" panose="02000000000000000000" pitchFamily="2" charset="-122"/>
              </a:defRPr>
            </a:lvl5pPr>
          </a:lstStyle>
          <a:p>
            <a:pPr lvl="0"/>
            <a:r>
              <a:rPr lang="zh-CN" altLang="en-US" dirty="0" smtClean="0"/>
              <a:t>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8" name="灯片编号占位符 5"/>
          <p:cNvSpPr>
            <a:spLocks noGrp="1"/>
          </p:cNvSpPr>
          <p:nvPr>
            <p:ph type="sldNum" sz="quarter" idx="4"/>
          </p:nvPr>
        </p:nvSpPr>
        <p:spPr>
          <a:xfrm>
            <a:off x="619023" y="6351229"/>
            <a:ext cx="2057400" cy="365125"/>
          </a:xfrm>
          <a:prstGeom prst="rect">
            <a:avLst/>
          </a:prstGeom>
        </p:spPr>
        <p:txBody>
          <a:bodyPr vert="horz" lIns="91440" tIns="45720" rIns="91440" bIns="45720" rtlCol="0" anchor="ctr"/>
          <a:lstStyle>
            <a:lvl1pPr algn="l">
              <a:defRPr sz="900">
                <a:solidFill>
                  <a:schemeClr val="tx1">
                    <a:tint val="75000"/>
                  </a:schemeClr>
                </a:solidFill>
                <a:latin typeface="Arial" panose="020B0604020202090204" pitchFamily="34" charset="0"/>
                <a:ea typeface="方正银联黑简体" panose="02000000000000000000" pitchFamily="2" charset="-122"/>
                <a:cs typeface="Arial" panose="020B0604020202090204" pitchFamily="34" charset="0"/>
              </a:defRPr>
            </a:lvl1pPr>
          </a:lstStyle>
          <a:p>
            <a:fld id="{39EEDE4D-C237-4DCB-971B-7273E93752F0}" type="slidenum">
              <a:rPr lang="zh-CN" altLang="en-US" smtClean="0"/>
            </a:fld>
            <a:endParaRPr lang="zh-CN" altLang="en-US" dirty="0"/>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9030" y="6612"/>
            <a:ext cx="7886700" cy="1325563"/>
          </a:xfrm>
        </p:spPr>
        <p:txBody>
          <a:bodyPr/>
          <a:lstStyle/>
          <a:p>
            <a:r>
              <a:rPr lang="zh-CN" altLang="en-US" dirty="0" smtClean="0"/>
              <a:t>单击此处编辑母版标题样式</a:t>
            </a:r>
            <a:endParaRPr lang="zh-CN" altLang="en-US" dirty="0"/>
          </a:p>
        </p:txBody>
      </p:sp>
      <p:sp>
        <p:nvSpPr>
          <p:cNvPr id="3" name="文本占位符 2"/>
          <p:cNvSpPr>
            <a:spLocks noGrp="1"/>
          </p:cNvSpPr>
          <p:nvPr>
            <p:ph type="body" idx="1" hasCustomPrompt="1"/>
          </p:nvPr>
        </p:nvSpPr>
        <p:spPr>
          <a:xfrm>
            <a:off x="630239" y="1412777"/>
            <a:ext cx="3868737" cy="64807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编辑母版文本样式</a:t>
            </a:r>
            <a:endParaRPr lang="zh-CN" altLang="en-US" smtClean="0"/>
          </a:p>
        </p:txBody>
      </p:sp>
      <p:sp>
        <p:nvSpPr>
          <p:cNvPr id="4" name="内容占位符 3"/>
          <p:cNvSpPr>
            <a:spLocks noGrp="1"/>
          </p:cNvSpPr>
          <p:nvPr>
            <p:ph sz="half" idx="2" hasCustomPrompt="1"/>
          </p:nvPr>
        </p:nvSpPr>
        <p:spPr>
          <a:xfrm>
            <a:off x="630239" y="2227540"/>
            <a:ext cx="3868737" cy="3962127"/>
          </a:xfrm>
        </p:spPr>
        <p:txBody>
          <a:bodyPr/>
          <a:lstStyle>
            <a:lvl2pPr>
              <a:defRPr sz="1800"/>
            </a:lvl2pPr>
            <a:lvl3pPr>
              <a:defRPr sz="1800"/>
            </a:lvl3pPr>
            <a:lvl4pPr>
              <a:defRPr sz="1800">
                <a:latin typeface="方正银联黑简体" panose="02000000000000000000" pitchFamily="2" charset="-122"/>
                <a:ea typeface="方正银联黑简体" panose="02000000000000000000" pitchFamily="2" charset="-122"/>
              </a:defRPr>
            </a:lvl4pPr>
            <a:lvl5pPr>
              <a:defRPr sz="1800">
                <a:latin typeface="方正银联黑简体" panose="02000000000000000000" pitchFamily="2" charset="-122"/>
                <a:ea typeface="方正银联黑简体" panose="02000000000000000000" pitchFamily="2" charset="-122"/>
              </a:defRPr>
            </a:lvl5pPr>
          </a:lstStyle>
          <a:p>
            <a:pPr lvl="0"/>
            <a:r>
              <a:rPr lang="zh-CN" altLang="en-US" dirty="0" smtClean="0"/>
              <a:t>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5" name="文本占位符 4"/>
          <p:cNvSpPr>
            <a:spLocks noGrp="1"/>
          </p:cNvSpPr>
          <p:nvPr>
            <p:ph type="body" sz="quarter" idx="3" hasCustomPrompt="1"/>
          </p:nvPr>
        </p:nvSpPr>
        <p:spPr>
          <a:xfrm>
            <a:off x="4629150" y="1412777"/>
            <a:ext cx="3887788" cy="64807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编辑母版文本样式</a:t>
            </a:r>
            <a:endParaRPr lang="zh-CN" altLang="en-US" smtClean="0"/>
          </a:p>
        </p:txBody>
      </p:sp>
      <p:sp>
        <p:nvSpPr>
          <p:cNvPr id="6" name="内容占位符 5"/>
          <p:cNvSpPr>
            <a:spLocks noGrp="1"/>
          </p:cNvSpPr>
          <p:nvPr>
            <p:ph sz="quarter" idx="4" hasCustomPrompt="1"/>
          </p:nvPr>
        </p:nvSpPr>
        <p:spPr>
          <a:xfrm>
            <a:off x="4629150" y="2227540"/>
            <a:ext cx="3887788" cy="3962127"/>
          </a:xfrm>
        </p:spPr>
        <p:txBody>
          <a:bodyPr/>
          <a:lstStyle>
            <a:lvl2pPr>
              <a:defRPr sz="1800"/>
            </a:lvl2pPr>
            <a:lvl3pPr>
              <a:defRPr sz="1800"/>
            </a:lvl3pPr>
            <a:lvl4pPr>
              <a:defRPr sz="1800">
                <a:latin typeface="方正银联黑简体" panose="02000000000000000000" pitchFamily="2" charset="-122"/>
                <a:ea typeface="方正银联黑简体" panose="02000000000000000000" pitchFamily="2" charset="-122"/>
              </a:defRPr>
            </a:lvl4pPr>
            <a:lvl5pPr>
              <a:defRPr sz="1800">
                <a:latin typeface="方正银联黑简体" panose="02000000000000000000" pitchFamily="2" charset="-122"/>
                <a:ea typeface="方正银联黑简体" panose="02000000000000000000" pitchFamily="2" charset="-122"/>
              </a:defRPr>
            </a:lvl5pPr>
          </a:lstStyle>
          <a:p>
            <a:pPr lvl="0"/>
            <a:r>
              <a:rPr lang="zh-CN" altLang="en-US" dirty="0" smtClean="0"/>
              <a:t>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9" name="灯片编号占位符 8"/>
          <p:cNvSpPr>
            <a:spLocks noGrp="1"/>
          </p:cNvSpPr>
          <p:nvPr>
            <p:ph type="sldNum" sz="quarter" idx="12"/>
          </p:nvPr>
        </p:nvSpPr>
        <p:spPr/>
        <p:txBody>
          <a:bodyPr/>
          <a:lstStyle/>
          <a:p>
            <a:fld id="{39EEDE4D-C237-4DCB-971B-7273E93752F0}" type="slidenum">
              <a:rPr lang="zh-CN" altLang="en-US" smtClean="0"/>
            </a:fld>
            <a:endParaRPr lang="zh-CN" altLang="en-US"/>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xfrm>
            <a:off x="647564" y="6345324"/>
            <a:ext cx="2057400" cy="365125"/>
          </a:xfrm>
        </p:spPr>
        <p:txBody>
          <a:bodyPr/>
          <a:lstStyle/>
          <a:p>
            <a:fld id="{39EEDE4D-C237-4DCB-971B-7273E93752F0}" type="slidenum">
              <a:rPr lang="zh-CN" altLang="en-US" smtClean="0"/>
            </a:fld>
            <a:endParaRPr lang="zh-CN" altLang="en-US"/>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628650" y="0"/>
            <a:ext cx="6858000" cy="1008112"/>
          </a:xfrm>
        </p:spPr>
        <p:txBody>
          <a:bodyPr anchor="b">
            <a:normAutofit/>
          </a:bodyPr>
          <a:lstStyle>
            <a:lvl1pPr algn="l">
              <a:defRPr sz="3600"/>
            </a:lvl1pPr>
          </a:lstStyle>
          <a:p>
            <a:r>
              <a:rPr lang="zh-CN" altLang="en-US" dirty="0" smtClean="0"/>
              <a:t>单击此处编辑母版</a:t>
            </a:r>
            <a:endParaRPr lang="zh-CN" altLang="en-US" dirty="0"/>
          </a:p>
        </p:txBody>
      </p:sp>
      <p:sp>
        <p:nvSpPr>
          <p:cNvPr id="3" name="副标题 2"/>
          <p:cNvSpPr>
            <a:spLocks noGrp="1"/>
          </p:cNvSpPr>
          <p:nvPr>
            <p:ph type="subTitle" idx="1" hasCustomPrompt="1"/>
          </p:nvPr>
        </p:nvSpPr>
        <p:spPr>
          <a:xfrm>
            <a:off x="628650" y="1412776"/>
            <a:ext cx="5561856" cy="1655762"/>
          </a:xfrm>
        </p:spPr>
        <p:txBody>
          <a:bodyPr>
            <a:normAutofit/>
          </a:bodyPr>
          <a:lstStyle>
            <a:lvl1pPr marL="342900" indent="-342900" algn="l">
              <a:buFont typeface="+mj-ea"/>
              <a:buAutoNum type="ea1JpnChsDbPeriod"/>
              <a:defRPr sz="1800" b="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smtClean="0"/>
              <a:t>单击以编辑母版副标题样式</a:t>
            </a:r>
            <a:endParaRPr lang="zh-CN" altLang="en-US" dirty="0"/>
          </a:p>
        </p:txBody>
      </p:sp>
      <p:sp>
        <p:nvSpPr>
          <p:cNvPr id="6" name="灯片编号占位符 5"/>
          <p:cNvSpPr>
            <a:spLocks noGrp="1"/>
          </p:cNvSpPr>
          <p:nvPr>
            <p:ph type="sldNum" sz="quarter" idx="12"/>
          </p:nvPr>
        </p:nvSpPr>
        <p:spPr/>
        <p:txBody>
          <a:bodyPr/>
          <a:lstStyle/>
          <a:p>
            <a:fld id="{12C95FFE-FA41-4527-9660-ED588E06B5DA}" type="slidenum">
              <a:rPr lang="zh-CN" altLang="en-US" smtClean="0"/>
            </a:fld>
            <a:endParaRPr lang="zh-CN" altLang="en-US" dirty="0"/>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DCCCCF6-191D-4104-ADB1-C448911195D7}" type="datetime1">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16D624C-B8E9-4083-9225-A160C682E30D}" type="slidenum">
              <a:rPr lang="zh-CN" altLang="en-US" smtClean="0"/>
            </a:fld>
            <a:endParaRPr lang="zh-CN" altLang="en-US"/>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GIF"/><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GIF"/><Relationship Id="rId3"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Layout" Target="../slideLayouts/slideLayout4.xml"/><Relationship Id="rId3" Type="http://schemas.openxmlformats.org/officeDocument/2006/relationships/slideLayout" Target="../slideLayouts/slideLayout5.xml"/><Relationship Id="rId4" Type="http://schemas.openxmlformats.org/officeDocument/2006/relationships/slideLayout" Target="../slideLayouts/slideLayout6.xml"/><Relationship Id="rId5" Type="http://schemas.openxmlformats.org/officeDocument/2006/relationships/slideLayout" Target="../slideLayouts/slideLayout7.xml"/><Relationship Id="rId6" Type="http://schemas.openxmlformats.org/officeDocument/2006/relationships/image" Target="../media/image2.GIF"/><Relationship Id="rId7"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image" Target="../media/image2.GIF"/><Relationship Id="rId2"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2.GIF"/><Relationship Id="rId3"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1548" y="2528904"/>
            <a:ext cx="7886700" cy="1325563"/>
          </a:xfrm>
          <a:prstGeom prst="rect">
            <a:avLst/>
          </a:prstGeom>
        </p:spPr>
        <p:txBody>
          <a:bodyPr vert="horz" lIns="91440" tIns="45720" rIns="91440" bIns="45720" rtlCol="0" anchor="ctr">
            <a:normAutofit/>
          </a:bodyPr>
          <a:lstStyle/>
          <a:p>
            <a:r>
              <a:rPr lang="zh-CN" altLang="en-US" dirty="0" smtClean="0"/>
              <a:t>标题</a:t>
            </a:r>
            <a:endParaRPr lang="zh-CN" altLang="en-US" dirty="0"/>
          </a:p>
        </p:txBody>
      </p:sp>
      <p:sp>
        <p:nvSpPr>
          <p:cNvPr id="3" name="文本占位符 2"/>
          <p:cNvSpPr>
            <a:spLocks noGrp="1"/>
          </p:cNvSpPr>
          <p:nvPr>
            <p:ph type="body" idx="1"/>
          </p:nvPr>
        </p:nvSpPr>
        <p:spPr>
          <a:xfrm>
            <a:off x="615294" y="4257096"/>
            <a:ext cx="7886700" cy="864095"/>
          </a:xfrm>
          <a:prstGeom prst="rect">
            <a:avLst/>
          </a:prstGeom>
        </p:spPr>
        <p:txBody>
          <a:bodyPr vert="horz" lIns="91440" tIns="45720" rIns="91440" bIns="45720" rtlCol="0">
            <a:noAutofit/>
          </a:bodyPr>
          <a:lstStyle/>
          <a:p>
            <a:pPr lvl="0"/>
            <a:r>
              <a:rPr lang="zh-CN" altLang="en-US" dirty="0" smtClean="0"/>
              <a:t>部门名称</a:t>
            </a:r>
            <a:endParaRPr lang="en-US" altLang="zh-CN" dirty="0" smtClean="0"/>
          </a:p>
          <a:p>
            <a:pPr lvl="0"/>
            <a:r>
              <a:rPr lang="en-US" altLang="zh-CN" dirty="0" smtClean="0"/>
              <a:t>20XX</a:t>
            </a:r>
            <a:r>
              <a:rPr lang="zh-CN" altLang="en-US" dirty="0" smtClean="0"/>
              <a:t>年</a:t>
            </a:r>
            <a:r>
              <a:rPr lang="en-US" altLang="zh-CN" dirty="0" smtClean="0"/>
              <a:t>X</a:t>
            </a:r>
            <a:r>
              <a:rPr lang="zh-CN" altLang="en-US" dirty="0" smtClean="0"/>
              <a:t>月</a:t>
            </a:r>
            <a:r>
              <a:rPr lang="en-US" altLang="zh-CN" dirty="0" smtClean="0"/>
              <a:t>X</a:t>
            </a:r>
            <a:r>
              <a:rPr lang="zh-CN" altLang="en-US" dirty="0" smtClean="0"/>
              <a:t>日</a:t>
            </a:r>
            <a:endParaRPr lang="en-US" altLang="zh-CN" dirty="0" smtClean="0"/>
          </a:p>
        </p:txBody>
      </p:sp>
      <p:sp>
        <p:nvSpPr>
          <p:cNvPr id="7" name="文本占位符 2"/>
          <p:cNvSpPr txBox="1"/>
          <p:nvPr userDrawn="1"/>
        </p:nvSpPr>
        <p:spPr>
          <a:xfrm>
            <a:off x="600214" y="4761148"/>
            <a:ext cx="7886700" cy="360040"/>
          </a:xfrm>
          <a:prstGeom prst="rect">
            <a:avLst/>
          </a:prstGeom>
        </p:spPr>
        <p:txBody>
          <a:bodyPr vert="horz" lIns="68580" tIns="34290" rIns="68580" bIns="34290" rtlCol="0">
            <a:noAutofit/>
          </a:bodyPr>
          <a:lstStyle>
            <a:lvl1pPr marL="0" indent="0" algn="ctr" defTabSz="914400" rtl="0" eaLnBrk="1" latinLnBrk="0" hangingPunct="1">
              <a:lnSpc>
                <a:spcPct val="90000"/>
              </a:lnSpc>
              <a:spcBef>
                <a:spcPts val="1000"/>
              </a:spcBef>
              <a:buFont typeface="Arial" panose="020B0604020202090204" pitchFamily="34" charset="0"/>
              <a:buNone/>
              <a:defRPr sz="2400" kern="1200" baseline="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ctr" defTabSz="685800" rtl="0" eaLnBrk="1" fontAlgn="auto" latinLnBrk="0" hangingPunct="1">
              <a:lnSpc>
                <a:spcPct val="90000"/>
              </a:lnSpc>
              <a:spcBef>
                <a:spcPts val="750"/>
              </a:spcBef>
              <a:spcAft>
                <a:spcPts val="0"/>
              </a:spcAft>
              <a:buClrTx/>
              <a:buSzTx/>
              <a:buFont typeface="Arial" panose="020B0604020202090204" pitchFamily="34" charset="0"/>
              <a:buNone/>
              <a:defRPr/>
            </a:pPr>
            <a:endParaRPr kumimoji="0" lang="en-US" altLang="zh-CN" sz="1800" b="0" i="0" u="none" strike="noStrike" kern="1200" cap="none" spc="0" normalizeH="0" baseline="0" noProof="0" dirty="0" smtClean="0">
              <a:ln>
                <a:noFill/>
              </a:ln>
              <a:solidFill>
                <a:prstClr val="black"/>
              </a:solidFill>
              <a:effectLst/>
              <a:uLnTx/>
              <a:uFillTx/>
              <a:latin typeface="方正银联黑简体" panose="02000000000000000000" pitchFamily="2" charset="-122"/>
              <a:ea typeface="方正银联黑简体" panose="02000000000000000000" pitchFamily="2" charset="-122"/>
              <a:cs typeface="+mn-cs"/>
            </a:endParaRPr>
          </a:p>
        </p:txBody>
      </p:sp>
      <p:pic>
        <p:nvPicPr>
          <p:cNvPr id="4" name="图片 3"/>
          <p:cNvPicPr>
            <a:picLocks noChangeAspect="1"/>
          </p:cNvPicPr>
          <p:nvPr userDrawn="1"/>
        </p:nvPicPr>
        <p:blipFill>
          <a:blip r:embed="rId2"/>
          <a:stretch>
            <a:fillRect/>
          </a:stretch>
        </p:blipFill>
        <p:spPr>
          <a:xfrm>
            <a:off x="572" y="3822448"/>
            <a:ext cx="9142857" cy="466667"/>
          </a:xfrm>
          <a:prstGeom prst="rect">
            <a:avLst/>
          </a:prstGeom>
        </p:spPr>
      </p:pic>
      <p:pic>
        <p:nvPicPr>
          <p:cNvPr id="9" name="图片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847909" y="5527440"/>
            <a:ext cx="1448182" cy="36000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Lst>
  <p:timing>
    <p:tnLst>
      <p:par>
        <p:cTn id="1" dur="indefinite" restart="never" nodeType="tmRoot"/>
      </p:par>
    </p:tnLst>
  </p:timing>
  <p:hf hdr="0" ftr="0" dt="0"/>
  <p:txStyles>
    <p:titleStyle>
      <a:lvl1pPr algn="ctr" defTabSz="685800" rtl="0" eaLnBrk="1" latinLnBrk="0" hangingPunct="1">
        <a:lnSpc>
          <a:spcPct val="90000"/>
        </a:lnSpc>
        <a:spcBef>
          <a:spcPct val="0"/>
        </a:spcBef>
        <a:buNone/>
        <a:defRPr sz="4800" b="1" kern="1200">
          <a:solidFill>
            <a:schemeClr val="tx1">
              <a:lumMod val="85000"/>
              <a:lumOff val="15000"/>
            </a:schemeClr>
          </a:solidFill>
          <a:latin typeface="方正银联黑简体" panose="02000000000000000000" pitchFamily="2" charset="-122"/>
          <a:ea typeface="方正银联黑简体" panose="02000000000000000000" pitchFamily="2" charset="-122"/>
          <a:cs typeface="+mj-cs"/>
        </a:defRPr>
      </a:lvl1pPr>
    </p:titleStyle>
    <p:bodyStyle>
      <a:lvl1pPr marL="0" indent="0" algn="ctr" defTabSz="685800" rtl="0" eaLnBrk="1" latinLnBrk="0" hangingPunct="1">
        <a:lnSpc>
          <a:spcPct val="90000"/>
        </a:lnSpc>
        <a:spcBef>
          <a:spcPts val="750"/>
        </a:spcBef>
        <a:buFont typeface="Arial" panose="020B0604020202090204" pitchFamily="34" charset="0"/>
        <a:buNone/>
        <a:defRPr sz="2000" kern="1200" baseline="0">
          <a:solidFill>
            <a:schemeClr val="tx1"/>
          </a:solidFill>
          <a:latin typeface="方正银联黑简体" panose="02000000000000000000" pitchFamily="2" charset="-122"/>
          <a:ea typeface="方正银联黑简体" panose="02000000000000000000" pitchFamily="2" charset="-122"/>
          <a:cs typeface="+mn-cs"/>
        </a:defRPr>
      </a:lvl1pPr>
      <a:lvl2pPr marL="514350" indent="-171450" algn="l" defTabSz="685800" rtl="0" eaLnBrk="1" latinLnBrk="0" hangingPunct="1">
        <a:lnSpc>
          <a:spcPct val="90000"/>
        </a:lnSpc>
        <a:spcBef>
          <a:spcPts val="375"/>
        </a:spcBef>
        <a:buFont typeface="Arial" panose="020B060402020209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9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1230985" y="1304764"/>
            <a:ext cx="4205112" cy="936070"/>
          </a:xfrm>
          <a:prstGeom prst="rect">
            <a:avLst/>
          </a:prstGeom>
        </p:spPr>
        <p:txBody>
          <a:bodyPr vert="horz" lIns="91440" tIns="45720" rIns="91440" bIns="45720" rtlCol="0" anchor="ctr">
            <a:normAutofit/>
          </a:bodyPr>
          <a:lstStyle/>
          <a:p>
            <a:r>
              <a:rPr lang="zh-CN" altLang="en-US" dirty="0" smtClean="0"/>
              <a:t>目  录</a:t>
            </a:r>
            <a:endParaRPr lang="zh-CN" altLang="en-US" dirty="0"/>
          </a:p>
        </p:txBody>
      </p:sp>
      <p:sp>
        <p:nvSpPr>
          <p:cNvPr id="3" name="文本占位符 2"/>
          <p:cNvSpPr>
            <a:spLocks noGrp="1"/>
          </p:cNvSpPr>
          <p:nvPr>
            <p:ph type="body" idx="1"/>
          </p:nvPr>
        </p:nvSpPr>
        <p:spPr>
          <a:xfrm>
            <a:off x="3148651" y="2672916"/>
            <a:ext cx="5366701" cy="2952328"/>
          </a:xfrm>
          <a:prstGeom prst="rect">
            <a:avLst/>
          </a:prstGeom>
        </p:spPr>
        <p:txBody>
          <a:bodyPr vert="horz" lIns="91440" tIns="45720" rIns="91440" bIns="45720" rtlCol="0">
            <a:normAutofit/>
          </a:bodyPr>
          <a:lstStyle/>
          <a:p>
            <a:pPr lvl="0"/>
            <a:r>
              <a:rPr lang="zh-CN" altLang="en-US" dirty="0" smtClean="0"/>
              <a:t>编辑母版文本样式</a:t>
            </a:r>
            <a:endParaRPr lang="en-US" altLang="zh-CN" dirty="0" smtClean="0"/>
          </a:p>
          <a:p>
            <a:pPr lvl="0"/>
            <a:r>
              <a:rPr lang="zh-CN" altLang="en-US" dirty="0" smtClean="0"/>
              <a:t>第二级</a:t>
            </a:r>
            <a:endParaRPr lang="en-US" altLang="zh-CN" dirty="0" smtClean="0"/>
          </a:p>
          <a:p>
            <a:pPr lvl="0"/>
            <a:r>
              <a:rPr lang="zh-CN" altLang="en-US" dirty="0" smtClean="0"/>
              <a:t>第三级</a:t>
            </a:r>
            <a:endParaRPr lang="en-US" altLang="zh-CN" dirty="0" smtClean="0"/>
          </a:p>
          <a:p>
            <a:pPr lvl="0"/>
            <a:r>
              <a:rPr lang="zh-CN" altLang="en-US" dirty="0" smtClean="0"/>
              <a:t>第四级</a:t>
            </a:r>
            <a:endParaRPr lang="en-US" altLang="zh-CN" dirty="0" smtClean="0"/>
          </a:p>
          <a:p>
            <a:pPr lvl="0"/>
            <a:r>
              <a:rPr lang="zh-CN" altLang="en-US" dirty="0" smtClean="0"/>
              <a:t>第五级</a:t>
            </a:r>
            <a:endParaRPr lang="zh-CN" altLang="en-US" dirty="0"/>
          </a:p>
        </p:txBody>
      </p:sp>
      <p:sp>
        <p:nvSpPr>
          <p:cNvPr id="6" name="灯片编号占位符 5"/>
          <p:cNvSpPr>
            <a:spLocks noGrp="1"/>
          </p:cNvSpPr>
          <p:nvPr>
            <p:ph type="sldNum" sz="quarter" idx="4"/>
          </p:nvPr>
        </p:nvSpPr>
        <p:spPr>
          <a:xfrm>
            <a:off x="596709" y="6356354"/>
            <a:ext cx="2057400" cy="365125"/>
          </a:xfrm>
          <a:prstGeom prst="rect">
            <a:avLst/>
          </a:prstGeom>
        </p:spPr>
        <p:txBody>
          <a:bodyPr vert="horz" lIns="91440" tIns="45720" rIns="91440" bIns="45720" rtlCol="0" anchor="ctr"/>
          <a:lstStyle>
            <a:lvl1pPr algn="l">
              <a:defRPr sz="900" b="0">
                <a:solidFill>
                  <a:schemeClr val="tx1">
                    <a:tint val="75000"/>
                  </a:schemeClr>
                </a:solidFill>
                <a:latin typeface="Arial" panose="020B0604020202090204" pitchFamily="34" charset="0"/>
                <a:ea typeface="方正银联黑简体" panose="02000000000000000000" pitchFamily="2" charset="-122"/>
                <a:cs typeface="Arial" panose="020B0604020202090204" pitchFamily="34" charset="0"/>
              </a:defRPr>
            </a:lvl1pPr>
          </a:lstStyle>
          <a:p>
            <a:fld id="{12C95FFE-FA41-4527-9660-ED588E06B5DA}" type="slidenum">
              <a:rPr lang="zh-CN" altLang="en-US" smtClean="0"/>
            </a:fld>
            <a:endParaRPr lang="zh-CN" altLang="en-US" dirty="0"/>
          </a:p>
        </p:txBody>
      </p:sp>
      <p:grpSp>
        <p:nvGrpSpPr>
          <p:cNvPr id="17" name="组合 16"/>
          <p:cNvGrpSpPr/>
          <p:nvPr userDrawn="1"/>
        </p:nvGrpSpPr>
        <p:grpSpPr>
          <a:xfrm>
            <a:off x="6009" y="2264130"/>
            <a:ext cx="9144001" cy="109849"/>
            <a:chOff x="6397" y="4089986"/>
            <a:chExt cx="9144001" cy="77091"/>
          </a:xfrm>
        </p:grpSpPr>
        <p:grpSp>
          <p:nvGrpSpPr>
            <p:cNvPr id="18" name="组合 17"/>
            <p:cNvGrpSpPr/>
            <p:nvPr/>
          </p:nvGrpSpPr>
          <p:grpSpPr>
            <a:xfrm rot="16200000" flipH="1">
              <a:off x="3344690" y="1974495"/>
              <a:ext cx="77091" cy="4308074"/>
              <a:chOff x="42367" y="1059628"/>
              <a:chExt cx="255348" cy="1267895"/>
            </a:xfrm>
          </p:grpSpPr>
          <p:sp>
            <p:nvSpPr>
              <p:cNvPr id="22" name="矩形 21"/>
              <p:cNvSpPr/>
              <p:nvPr/>
            </p:nvSpPr>
            <p:spPr>
              <a:xfrm>
                <a:off x="42367" y="1059628"/>
                <a:ext cx="255147" cy="423802"/>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E03A3E"/>
                  </a:solidFill>
                  <a:effectLst/>
                  <a:uLnTx/>
                  <a:uFillTx/>
                  <a:latin typeface="等线" panose="020F0502020204030204"/>
                  <a:ea typeface="等线" panose="02010600030101010101" pitchFamily="2" charset="-122"/>
                  <a:cs typeface="+mn-cs"/>
                </a:endParaRPr>
              </a:p>
            </p:txBody>
          </p:sp>
          <p:sp>
            <p:nvSpPr>
              <p:cNvPr id="23" name="矩形 22"/>
              <p:cNvSpPr/>
              <p:nvPr/>
            </p:nvSpPr>
            <p:spPr>
              <a:xfrm>
                <a:off x="42380" y="1483101"/>
                <a:ext cx="255148" cy="42380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24" name="矩形 23"/>
              <p:cNvSpPr/>
              <p:nvPr/>
            </p:nvSpPr>
            <p:spPr>
              <a:xfrm>
                <a:off x="42567" y="1903721"/>
                <a:ext cx="255148" cy="42380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grpSp>
        <p:cxnSp>
          <p:nvCxnSpPr>
            <p:cNvPr id="19" name="直接连接符 18"/>
            <p:cNvCxnSpPr/>
            <p:nvPr/>
          </p:nvCxnSpPr>
          <p:spPr>
            <a:xfrm>
              <a:off x="6397" y="4167015"/>
              <a:ext cx="2661683"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2668080" y="4167015"/>
              <a:ext cx="1429189"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userDrawn="1"/>
          </p:nvCxnSpPr>
          <p:spPr>
            <a:xfrm>
              <a:off x="4100035" y="4167076"/>
              <a:ext cx="5050363"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grpSp>
      <p:pic>
        <p:nvPicPr>
          <p:cNvPr id="25" name="图片 2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52320" y="6356354"/>
            <a:ext cx="1448182" cy="360000"/>
          </a:xfrm>
          <a:prstGeom prst="rect">
            <a:avLst/>
          </a:prstGeom>
        </p:spPr>
      </p:pic>
    </p:spTree>
  </p:cSld>
  <p:clrMap bg1="lt1" tx1="dk1" bg2="lt2" tx2="dk2" accent1="accent1" accent2="accent2" accent3="accent3" accent4="accent4" accent5="accent5" accent6="accent6" hlink="hlink" folHlink="folHlink"/>
  <p:sldLayoutIdLst>
    <p:sldLayoutId id="2147483651" r:id="rId1"/>
  </p:sldLayoutIdLst>
  <p:timing>
    <p:tnLst>
      <p:par>
        <p:cTn id="1" dur="indefinite" restart="never" nodeType="tmRoot"/>
      </p:par>
    </p:tnLst>
  </p:timing>
  <p:hf hdr="0" ftr="0" dt="0"/>
  <p:txStyles>
    <p:titleStyle>
      <a:lvl1pPr algn="l" defTabSz="685800" rtl="0" eaLnBrk="1" latinLnBrk="0" hangingPunct="1">
        <a:lnSpc>
          <a:spcPct val="90000"/>
        </a:lnSpc>
        <a:spcBef>
          <a:spcPct val="0"/>
        </a:spcBef>
        <a:buNone/>
        <a:defRPr sz="5400" b="1" kern="1200">
          <a:solidFill>
            <a:srgbClr val="828282"/>
          </a:solidFill>
          <a:latin typeface="方正银联黑简体" panose="02000000000000000000" pitchFamily="2" charset="-122"/>
          <a:ea typeface="方正银联黑简体" panose="02000000000000000000" pitchFamily="2" charset="-122"/>
          <a:cs typeface="+mj-cs"/>
        </a:defRPr>
      </a:lvl1pPr>
    </p:titleStyle>
    <p:bodyStyle>
      <a:lvl1pPr marL="0" indent="-342900" algn="l" defTabSz="685800" rtl="0" eaLnBrk="1" latinLnBrk="0" hangingPunct="1">
        <a:lnSpc>
          <a:spcPct val="150000"/>
        </a:lnSpc>
        <a:spcBef>
          <a:spcPts val="0"/>
        </a:spcBef>
        <a:buFont typeface="+mj-ea"/>
        <a:buAutoNum type="ea1JpnChsDbPeriod"/>
        <a:defRPr sz="2400" kern="1200">
          <a:solidFill>
            <a:schemeClr val="tx1"/>
          </a:solidFill>
          <a:latin typeface="方正银联黑简体" panose="02000000000000000000" pitchFamily="2" charset="-122"/>
          <a:ea typeface="方正银联黑简体" panose="02000000000000000000" pitchFamily="2" charset="-122"/>
          <a:cs typeface="+mn-cs"/>
        </a:defRPr>
      </a:lvl1pPr>
      <a:lvl2pPr marL="342900" indent="0" algn="l" defTabSz="685800" rtl="0" eaLnBrk="1" latinLnBrk="0" hangingPunct="1">
        <a:lnSpc>
          <a:spcPct val="90000"/>
        </a:lnSpc>
        <a:spcBef>
          <a:spcPts val="375"/>
        </a:spcBef>
        <a:buFont typeface="+mj-lt"/>
        <a:buNone/>
        <a:defRPr sz="1500" kern="1200">
          <a:solidFill>
            <a:schemeClr val="tx1"/>
          </a:solidFill>
          <a:latin typeface="方正银联黑简体" panose="02000000000000000000" pitchFamily="2" charset="-122"/>
          <a:ea typeface="方正银联黑简体" panose="02000000000000000000" pitchFamily="2" charset="-122"/>
          <a:cs typeface="+mn-cs"/>
        </a:defRPr>
      </a:lvl2pPr>
      <a:lvl3pPr marL="685800" indent="0" algn="l" defTabSz="685800" rtl="0" eaLnBrk="1" latinLnBrk="0" hangingPunct="1">
        <a:lnSpc>
          <a:spcPct val="90000"/>
        </a:lnSpc>
        <a:spcBef>
          <a:spcPts val="375"/>
        </a:spcBef>
        <a:buFont typeface="+mj-lt"/>
        <a:buNone/>
        <a:defRPr sz="1500" kern="1200">
          <a:solidFill>
            <a:schemeClr val="tx1"/>
          </a:solidFill>
          <a:latin typeface="方正银联黑简体" panose="02000000000000000000" pitchFamily="2" charset="-122"/>
          <a:ea typeface="方正银联黑简体" panose="02000000000000000000" pitchFamily="2" charset="-122"/>
          <a:cs typeface="+mn-cs"/>
        </a:defRPr>
      </a:lvl3pPr>
      <a:lvl4pPr marL="1028700" indent="0" algn="l" defTabSz="685800" rtl="0" eaLnBrk="1" latinLnBrk="0" hangingPunct="1">
        <a:lnSpc>
          <a:spcPct val="90000"/>
        </a:lnSpc>
        <a:spcBef>
          <a:spcPts val="375"/>
        </a:spcBef>
        <a:buFont typeface="+mj-lt"/>
        <a:buNone/>
        <a:defRPr sz="1500" kern="1200">
          <a:solidFill>
            <a:schemeClr val="tx1"/>
          </a:solidFill>
          <a:latin typeface="方正银联黑简体" panose="02000000000000000000" pitchFamily="2" charset="-122"/>
          <a:ea typeface="方正银联黑简体" panose="02000000000000000000" pitchFamily="2" charset="-122"/>
          <a:cs typeface="+mn-cs"/>
        </a:defRPr>
      </a:lvl4pPr>
      <a:lvl5pPr marL="1371600" indent="0" algn="l" defTabSz="685800" rtl="0" eaLnBrk="1" latinLnBrk="0" hangingPunct="1">
        <a:lnSpc>
          <a:spcPct val="90000"/>
        </a:lnSpc>
        <a:spcBef>
          <a:spcPts val="375"/>
        </a:spcBef>
        <a:buFont typeface="+mj-lt"/>
        <a:buNone/>
        <a:defRPr sz="1500" kern="1200">
          <a:solidFill>
            <a:schemeClr val="tx1"/>
          </a:solidFill>
          <a:latin typeface="方正银联黑简体" panose="02000000000000000000" pitchFamily="2" charset="-122"/>
          <a:ea typeface="方正银联黑简体" panose="02000000000000000000" pitchFamily="2" charset="-122"/>
          <a:cs typeface="+mn-cs"/>
        </a:defRPr>
      </a:lvl5pPr>
      <a:lvl6pPr marL="18859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3369" y="4"/>
            <a:ext cx="7886700" cy="1325563"/>
          </a:xfrm>
          <a:prstGeom prst="rect">
            <a:avLst/>
          </a:prstGeom>
        </p:spPr>
        <p:txBody>
          <a:bodyPr vert="horz" lIns="91440" tIns="45720" rIns="91440" bIns="45720" rtlCol="0" anchor="ctr">
            <a:normAutofit/>
          </a:bodyPr>
          <a:lstStyle/>
          <a:p>
            <a:r>
              <a:rPr lang="zh-CN" altLang="en-US" dirty="0" smtClean="0"/>
              <a:t>单击此处编辑母版标题样式</a:t>
            </a:r>
            <a:endParaRPr lang="zh-CN" altLang="en-US" dirty="0"/>
          </a:p>
        </p:txBody>
      </p:sp>
      <p:sp>
        <p:nvSpPr>
          <p:cNvPr id="3" name="文本占位符 2"/>
          <p:cNvSpPr>
            <a:spLocks noGrp="1"/>
          </p:cNvSpPr>
          <p:nvPr>
            <p:ph type="body" idx="1"/>
          </p:nvPr>
        </p:nvSpPr>
        <p:spPr>
          <a:xfrm>
            <a:off x="628650" y="1484785"/>
            <a:ext cx="7886700" cy="4692179"/>
          </a:xfrm>
          <a:prstGeom prst="rect">
            <a:avLst/>
          </a:prstGeom>
        </p:spPr>
        <p:txBody>
          <a:bodyPr vert="horz" lIns="91440" tIns="45720" rIns="91440" bIns="45720" rtlCol="0">
            <a:normAutofit/>
          </a:bodyPr>
          <a:lstStyle/>
          <a:p>
            <a:pPr lvl="0"/>
            <a:r>
              <a:rPr lang="zh-CN" altLang="en-US" dirty="0" smtClean="0"/>
              <a:t>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p:txBody>
      </p:sp>
      <p:sp>
        <p:nvSpPr>
          <p:cNvPr id="6" name="灯片编号占位符 5"/>
          <p:cNvSpPr>
            <a:spLocks noGrp="1"/>
          </p:cNvSpPr>
          <p:nvPr>
            <p:ph type="sldNum" sz="quarter" idx="4"/>
          </p:nvPr>
        </p:nvSpPr>
        <p:spPr>
          <a:xfrm>
            <a:off x="619023" y="6351229"/>
            <a:ext cx="2057400" cy="365125"/>
          </a:xfrm>
          <a:prstGeom prst="rect">
            <a:avLst/>
          </a:prstGeom>
        </p:spPr>
        <p:txBody>
          <a:bodyPr vert="horz" lIns="91440" tIns="45720" rIns="91440" bIns="45720" rtlCol="0" anchor="ctr"/>
          <a:lstStyle>
            <a:lvl1pPr algn="l">
              <a:defRPr sz="900">
                <a:solidFill>
                  <a:schemeClr val="tx1">
                    <a:tint val="75000"/>
                  </a:schemeClr>
                </a:solidFill>
                <a:latin typeface="Arial" panose="020B0604020202090204" pitchFamily="34" charset="0"/>
                <a:ea typeface="方正银联黑简体" panose="02000000000000000000" pitchFamily="2" charset="-122"/>
                <a:cs typeface="Arial" panose="020B0604020202090204" pitchFamily="34" charset="0"/>
              </a:defRPr>
            </a:lvl1pPr>
          </a:lstStyle>
          <a:p>
            <a:fld id="{39EEDE4D-C237-4DCB-971B-7273E93752F0}" type="slidenum">
              <a:rPr lang="zh-CN" altLang="en-US" smtClean="0"/>
            </a:fld>
            <a:endParaRPr lang="zh-CN" altLang="en-US" dirty="0"/>
          </a:p>
        </p:txBody>
      </p:sp>
      <p:cxnSp>
        <p:nvCxnSpPr>
          <p:cNvPr id="11" name="直接连接符 10"/>
          <p:cNvCxnSpPr/>
          <p:nvPr userDrawn="1"/>
        </p:nvCxnSpPr>
        <p:spPr>
          <a:xfrm>
            <a:off x="623370" y="1016732"/>
            <a:ext cx="5220580" cy="0"/>
          </a:xfrm>
          <a:prstGeom prst="line">
            <a:avLst/>
          </a:prstGeom>
          <a:ln w="9525" cmpd="dbl">
            <a:solidFill>
              <a:srgbClr val="828282"/>
            </a:solidFill>
          </a:ln>
          <a:effectLst/>
        </p:spPr>
        <p:style>
          <a:lnRef idx="1">
            <a:schemeClr val="accent1"/>
          </a:lnRef>
          <a:fillRef idx="0">
            <a:schemeClr val="accent1"/>
          </a:fillRef>
          <a:effectRef idx="0">
            <a:schemeClr val="accent1"/>
          </a:effectRef>
          <a:fontRef idx="minor">
            <a:schemeClr val="tx1"/>
          </a:fontRef>
        </p:style>
      </p:cxnSp>
      <p:grpSp>
        <p:nvGrpSpPr>
          <p:cNvPr id="32" name="组合 31"/>
          <p:cNvGrpSpPr/>
          <p:nvPr/>
        </p:nvGrpSpPr>
        <p:grpSpPr>
          <a:xfrm rot="16200000" flipH="1">
            <a:off x="2284834" y="-1656184"/>
            <a:ext cx="116632" cy="3429000"/>
            <a:chOff x="-439" y="1059628"/>
            <a:chExt cx="297955" cy="1278224"/>
          </a:xfrm>
        </p:grpSpPr>
        <p:sp>
          <p:nvSpPr>
            <p:cNvPr id="35" name="矩形 34"/>
            <p:cNvSpPr/>
            <p:nvPr/>
          </p:nvSpPr>
          <p:spPr>
            <a:xfrm>
              <a:off x="-439" y="1059628"/>
              <a:ext cx="297954" cy="425438"/>
            </a:xfrm>
            <a:prstGeom prst="rect">
              <a:avLst/>
            </a:prstGeom>
            <a:ln>
              <a:solidFill>
                <a:schemeClr val="accent2"/>
              </a:solidFill>
            </a:ln>
          </p:spPr>
          <p:style>
            <a:lnRef idx="3">
              <a:schemeClr val="lt1"/>
            </a:lnRef>
            <a:fillRef idx="1">
              <a:schemeClr val="accent2"/>
            </a:fillRef>
            <a:effectRef idx="1">
              <a:schemeClr val="accent2"/>
            </a:effectRef>
            <a:fontRef idx="minor">
              <a:schemeClr val="lt1"/>
            </a:fontRef>
          </p:style>
          <p:txBody>
            <a:bodyPr rtlCol="0" anchor="ctr"/>
            <a:lstStyle/>
            <a:p>
              <a:pPr marL="0" marR="0" lvl="0" indent="0" algn="ctr" defTabSz="6858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E03A3E"/>
                </a:solidFill>
                <a:effectLst/>
                <a:uLnTx/>
                <a:uFillTx/>
                <a:latin typeface="等线" panose="020F0502020204030204"/>
                <a:ea typeface="等线" panose="02010600030101010101" pitchFamily="2" charset="-122"/>
                <a:cs typeface="+mn-cs"/>
              </a:endParaRPr>
            </a:p>
          </p:txBody>
        </p:sp>
        <p:sp>
          <p:nvSpPr>
            <p:cNvPr id="36" name="矩形 35"/>
            <p:cNvSpPr/>
            <p:nvPr/>
          </p:nvSpPr>
          <p:spPr>
            <a:xfrm>
              <a:off x="-439" y="1484662"/>
              <a:ext cx="297954" cy="426595"/>
            </a:xfrm>
            <a:prstGeom prst="rect">
              <a:avLst/>
            </a:prstGeom>
            <a:ln>
              <a:solidFill>
                <a:schemeClr val="accent4"/>
              </a:solidFill>
            </a:ln>
          </p:spPr>
          <p:style>
            <a:lnRef idx="3">
              <a:schemeClr val="lt1"/>
            </a:lnRef>
            <a:fillRef idx="1">
              <a:schemeClr val="accent4"/>
            </a:fillRef>
            <a:effectRef idx="1">
              <a:schemeClr val="accent4"/>
            </a:effectRef>
            <a:fontRef idx="minor">
              <a:schemeClr val="lt1"/>
            </a:fontRef>
          </p:style>
          <p:txBody>
            <a:bodyPr rtlCol="0" anchor="ctr"/>
            <a:lstStyle/>
            <a:p>
              <a:pPr marL="0" marR="0" lvl="0" indent="0" algn="ctr" defTabSz="6858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37" name="矩形 36"/>
            <p:cNvSpPr/>
            <p:nvPr/>
          </p:nvSpPr>
          <p:spPr>
            <a:xfrm>
              <a:off x="-438" y="1911257"/>
              <a:ext cx="297954" cy="426595"/>
            </a:xfrm>
            <a:prstGeom prst="rect">
              <a:avLst/>
            </a:prstGeom>
            <a:solidFill>
              <a:schemeClr val="accent6"/>
            </a:solidFill>
            <a:ln>
              <a:solidFill>
                <a:schemeClr val="accent6"/>
              </a:solidFill>
            </a:ln>
          </p:spPr>
          <p:style>
            <a:lnRef idx="3">
              <a:schemeClr val="lt1"/>
            </a:lnRef>
            <a:fillRef idx="1">
              <a:schemeClr val="accent6"/>
            </a:fillRef>
            <a:effectRef idx="1">
              <a:schemeClr val="accent6"/>
            </a:effectRef>
            <a:fontRef idx="minor">
              <a:schemeClr val="lt1"/>
            </a:fontRef>
          </p:style>
          <p:txBody>
            <a:bodyPr rtlCol="0" anchor="ctr"/>
            <a:lstStyle/>
            <a:p>
              <a:pPr marL="0" marR="0" lvl="0" indent="0" algn="ctr" defTabSz="6858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grpSp>
      <p:pic>
        <p:nvPicPr>
          <p:cNvPr id="14" name="图片 13"/>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7452320" y="6356354"/>
            <a:ext cx="1448182" cy="360000"/>
          </a:xfrm>
          <a:prstGeom prst="rect">
            <a:avLst/>
          </a:prstGeom>
        </p:spPr>
      </p:pic>
    </p:spTree>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7" r:id="rId5"/>
  </p:sldLayoutIdLst>
  <p:timing>
    <p:tnLst>
      <p:par>
        <p:cTn id="1" dur="indefinite" restart="never" nodeType="tmRoot"/>
      </p:par>
    </p:tnLst>
  </p:timing>
  <p:hf hdr="0" ftr="0" dt="0"/>
  <p:txStyles>
    <p:titleStyle>
      <a:lvl1pPr algn="l" defTabSz="685800" rtl="0" eaLnBrk="1" latinLnBrk="0" hangingPunct="1">
        <a:lnSpc>
          <a:spcPct val="90000"/>
        </a:lnSpc>
        <a:spcBef>
          <a:spcPct val="0"/>
        </a:spcBef>
        <a:buNone/>
        <a:defRPr sz="3600" b="0" kern="1200">
          <a:solidFill>
            <a:srgbClr val="828282"/>
          </a:solidFill>
          <a:latin typeface="方正银联黑简体" panose="02000000000000000000" pitchFamily="2" charset="-122"/>
          <a:ea typeface="方正银联黑简体" panose="02000000000000000000" pitchFamily="2" charset="-122"/>
          <a:cs typeface="+mj-cs"/>
        </a:defRPr>
      </a:lvl1pPr>
    </p:titleStyle>
    <p:bodyStyle>
      <a:lvl1pPr marL="171450" indent="-171450" algn="l" defTabSz="685800" rtl="0" eaLnBrk="1" latinLnBrk="0" hangingPunct="1">
        <a:lnSpc>
          <a:spcPct val="150000"/>
        </a:lnSpc>
        <a:spcBef>
          <a:spcPts val="750"/>
        </a:spcBef>
        <a:spcAft>
          <a:spcPts val="25"/>
        </a:spcAft>
        <a:buClr>
          <a:srgbClr val="828282"/>
        </a:buClr>
        <a:buFont typeface="Wingdings" panose="05000000000000000000" pitchFamily="2" charset="2"/>
        <a:buChar char="n"/>
        <a:defRPr sz="2400" b="1" kern="1200">
          <a:solidFill>
            <a:schemeClr val="tx1"/>
          </a:solidFill>
          <a:latin typeface="方正银联黑简体" panose="02000000000000000000" pitchFamily="2" charset="-122"/>
          <a:ea typeface="方正银联黑简体" panose="02000000000000000000" pitchFamily="2" charset="-122"/>
          <a:cs typeface="+mn-cs"/>
        </a:defRPr>
      </a:lvl1pPr>
      <a:lvl2pPr marL="514350" indent="-171450" algn="l" defTabSz="685800" rtl="0" eaLnBrk="1" latinLnBrk="0" hangingPunct="1">
        <a:lnSpc>
          <a:spcPct val="150000"/>
        </a:lnSpc>
        <a:spcBef>
          <a:spcPts val="375"/>
        </a:spcBef>
        <a:spcAft>
          <a:spcPts val="25"/>
        </a:spcAft>
        <a:buClr>
          <a:srgbClr val="828282"/>
        </a:buClr>
        <a:buFont typeface="Wingdings" panose="05000000000000000000" pitchFamily="2" charset="2"/>
        <a:buChar char="p"/>
        <a:defRPr sz="1800" kern="1200">
          <a:solidFill>
            <a:schemeClr val="tx1"/>
          </a:solidFill>
          <a:latin typeface="方正银联黑简体" panose="02000000000000000000" pitchFamily="2" charset="-122"/>
          <a:ea typeface="方正银联黑简体" panose="02000000000000000000" pitchFamily="2" charset="-122"/>
          <a:cs typeface="+mn-cs"/>
        </a:defRPr>
      </a:lvl2pPr>
      <a:lvl3pPr marL="857250" indent="-171450" algn="l" defTabSz="685800" rtl="0" eaLnBrk="1" latinLnBrk="0" hangingPunct="1">
        <a:lnSpc>
          <a:spcPct val="150000"/>
        </a:lnSpc>
        <a:spcBef>
          <a:spcPts val="375"/>
        </a:spcBef>
        <a:spcAft>
          <a:spcPts val="25"/>
        </a:spcAft>
        <a:buClr>
          <a:srgbClr val="828282"/>
        </a:buClr>
        <a:buFont typeface="Arial" panose="020B0604020202090204" pitchFamily="34" charset="0"/>
        <a:buChar char="•"/>
        <a:defRPr sz="1800" kern="1200">
          <a:solidFill>
            <a:schemeClr val="tx1"/>
          </a:solidFill>
          <a:latin typeface="方正银联黑简体" panose="02000000000000000000" pitchFamily="2" charset="-122"/>
          <a:ea typeface="方正银联黑简体" panose="02000000000000000000" pitchFamily="2" charset="-122"/>
          <a:cs typeface="+mn-cs"/>
        </a:defRPr>
      </a:lvl3pPr>
      <a:lvl4pPr marL="1200150" indent="-171450" algn="l" defTabSz="685800" rtl="0" eaLnBrk="1" latinLnBrk="0" hangingPunct="1">
        <a:lnSpc>
          <a:spcPct val="150000"/>
        </a:lnSpc>
        <a:spcBef>
          <a:spcPts val="375"/>
        </a:spcBef>
        <a:spcAft>
          <a:spcPts val="25"/>
        </a:spcAft>
        <a:buFont typeface="Arial" panose="020B0604020202090204" pitchFamily="34" charset="0"/>
        <a:buChar char="•"/>
        <a:defRPr sz="1350" kern="1200">
          <a:solidFill>
            <a:schemeClr val="tx1"/>
          </a:solidFill>
          <a:latin typeface="+mj-ea"/>
          <a:ea typeface="+mj-ea"/>
          <a:cs typeface="+mn-cs"/>
        </a:defRPr>
      </a:lvl4pPr>
      <a:lvl5pPr marL="1543050" indent="-171450" algn="l" defTabSz="685800" rtl="0" eaLnBrk="1" latinLnBrk="0" hangingPunct="1">
        <a:lnSpc>
          <a:spcPct val="150000"/>
        </a:lnSpc>
        <a:spcBef>
          <a:spcPts val="375"/>
        </a:spcBef>
        <a:spcAft>
          <a:spcPts val="25"/>
        </a:spcAft>
        <a:buFont typeface="Arial" panose="020B0604020202090204" pitchFamily="34" charset="0"/>
        <a:buChar char="•"/>
        <a:defRPr sz="1350" kern="1200">
          <a:solidFill>
            <a:schemeClr val="tx1"/>
          </a:solidFill>
          <a:latin typeface="+mj-ea"/>
          <a:ea typeface="+mj-ea"/>
          <a:cs typeface="+mn-cs"/>
        </a:defRPr>
      </a:lvl5pPr>
      <a:lvl6pPr marL="18859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628650" y="296656"/>
            <a:ext cx="7886700" cy="5880311"/>
          </a:xfrm>
          <a:prstGeom prst="rect">
            <a:avLst/>
          </a:prstGeom>
        </p:spPr>
        <p:txBody>
          <a:bodyPr vert="horz" lIns="91440" tIns="45720" rIns="91440" bIns="45720" rtlCol="0">
            <a:normAutofit/>
          </a:bodyPr>
          <a:lstStyle/>
          <a:p>
            <a:pPr lvl="0"/>
            <a:r>
              <a:rPr lang="zh-CN" altLang="en-US" dirty="0" smtClean="0"/>
              <a:t>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p:txBody>
      </p:sp>
      <p:sp>
        <p:nvSpPr>
          <p:cNvPr id="6" name="灯片编号占位符 5"/>
          <p:cNvSpPr>
            <a:spLocks noGrp="1"/>
          </p:cNvSpPr>
          <p:nvPr>
            <p:ph type="sldNum" sz="quarter" idx="4"/>
          </p:nvPr>
        </p:nvSpPr>
        <p:spPr>
          <a:xfrm>
            <a:off x="629539" y="6356354"/>
            <a:ext cx="2057400" cy="365125"/>
          </a:xfrm>
          <a:prstGeom prst="rect">
            <a:avLst/>
          </a:prstGeom>
        </p:spPr>
        <p:txBody>
          <a:bodyPr vert="horz" lIns="91440" tIns="45720" rIns="91440" bIns="45720" rtlCol="0" anchor="ctr"/>
          <a:lstStyle>
            <a:lvl1pPr algn="l">
              <a:defRPr sz="900">
                <a:solidFill>
                  <a:schemeClr val="tx1">
                    <a:tint val="75000"/>
                  </a:schemeClr>
                </a:solidFill>
                <a:latin typeface="Arial" panose="020B0604020202090204" pitchFamily="34" charset="0"/>
                <a:ea typeface="方正银联黑简体" panose="02000000000000000000" pitchFamily="2" charset="-122"/>
                <a:cs typeface="Arial" panose="020B0604020202090204" pitchFamily="34" charset="0"/>
              </a:defRPr>
            </a:lvl1pPr>
          </a:lstStyle>
          <a:p>
            <a:fld id="{39EEDE4D-C237-4DCB-971B-7273E93752F0}" type="slidenum">
              <a:rPr lang="zh-CN" altLang="en-US" smtClean="0"/>
            </a:fld>
            <a:endParaRPr lang="zh-CN" altLang="en-US" dirty="0"/>
          </a:p>
        </p:txBody>
      </p:sp>
      <p:grpSp>
        <p:nvGrpSpPr>
          <p:cNvPr id="32" name="组合 31"/>
          <p:cNvGrpSpPr/>
          <p:nvPr/>
        </p:nvGrpSpPr>
        <p:grpSpPr>
          <a:xfrm rot="16200000" flipH="1">
            <a:off x="2284834" y="-1656184"/>
            <a:ext cx="116632" cy="3429000"/>
            <a:chOff x="-439" y="1059628"/>
            <a:chExt cx="297955" cy="1278224"/>
          </a:xfrm>
        </p:grpSpPr>
        <p:sp>
          <p:nvSpPr>
            <p:cNvPr id="35" name="矩形 34"/>
            <p:cNvSpPr/>
            <p:nvPr/>
          </p:nvSpPr>
          <p:spPr>
            <a:xfrm>
              <a:off x="-439" y="1059628"/>
              <a:ext cx="297954" cy="425438"/>
            </a:xfrm>
            <a:prstGeom prst="rect">
              <a:avLst/>
            </a:prstGeom>
            <a:ln>
              <a:solidFill>
                <a:schemeClr val="accent2"/>
              </a:solidFill>
            </a:ln>
          </p:spPr>
          <p:style>
            <a:lnRef idx="3">
              <a:schemeClr val="lt1"/>
            </a:lnRef>
            <a:fillRef idx="1">
              <a:schemeClr val="accent2"/>
            </a:fillRef>
            <a:effectRef idx="1">
              <a:schemeClr val="accent2"/>
            </a:effectRef>
            <a:fontRef idx="minor">
              <a:schemeClr val="lt1"/>
            </a:fontRef>
          </p:style>
          <p:txBody>
            <a:bodyPr rtlCol="0" anchor="ctr"/>
            <a:lstStyle/>
            <a:p>
              <a:pPr marL="0" marR="0" lvl="0" indent="0" algn="ctr" defTabSz="6858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E03A3E"/>
                </a:solidFill>
                <a:effectLst/>
                <a:uLnTx/>
                <a:uFillTx/>
                <a:latin typeface="等线" panose="020F0502020204030204"/>
                <a:ea typeface="等线" panose="02010600030101010101" pitchFamily="2" charset="-122"/>
                <a:cs typeface="+mn-cs"/>
              </a:endParaRPr>
            </a:p>
          </p:txBody>
        </p:sp>
        <p:sp>
          <p:nvSpPr>
            <p:cNvPr id="36" name="矩形 35"/>
            <p:cNvSpPr/>
            <p:nvPr/>
          </p:nvSpPr>
          <p:spPr>
            <a:xfrm>
              <a:off x="-439" y="1484662"/>
              <a:ext cx="297954" cy="426595"/>
            </a:xfrm>
            <a:prstGeom prst="rect">
              <a:avLst/>
            </a:prstGeom>
            <a:ln>
              <a:solidFill>
                <a:schemeClr val="accent4"/>
              </a:solidFill>
            </a:ln>
          </p:spPr>
          <p:style>
            <a:lnRef idx="3">
              <a:schemeClr val="lt1"/>
            </a:lnRef>
            <a:fillRef idx="1">
              <a:schemeClr val="accent4"/>
            </a:fillRef>
            <a:effectRef idx="1">
              <a:schemeClr val="accent4"/>
            </a:effectRef>
            <a:fontRef idx="minor">
              <a:schemeClr val="lt1"/>
            </a:fontRef>
          </p:style>
          <p:txBody>
            <a:bodyPr rtlCol="0" anchor="ctr"/>
            <a:lstStyle/>
            <a:p>
              <a:pPr marL="0" marR="0" lvl="0" indent="0" algn="ctr" defTabSz="6858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37" name="矩形 36"/>
            <p:cNvSpPr/>
            <p:nvPr/>
          </p:nvSpPr>
          <p:spPr>
            <a:xfrm>
              <a:off x="-438" y="1911257"/>
              <a:ext cx="297954" cy="426595"/>
            </a:xfrm>
            <a:prstGeom prst="rect">
              <a:avLst/>
            </a:prstGeom>
            <a:solidFill>
              <a:schemeClr val="accent6"/>
            </a:solidFill>
            <a:ln>
              <a:solidFill>
                <a:schemeClr val="accent6"/>
              </a:solidFill>
            </a:ln>
          </p:spPr>
          <p:style>
            <a:lnRef idx="3">
              <a:schemeClr val="lt1"/>
            </a:lnRef>
            <a:fillRef idx="1">
              <a:schemeClr val="accent6"/>
            </a:fillRef>
            <a:effectRef idx="1">
              <a:schemeClr val="accent6"/>
            </a:effectRef>
            <a:fontRef idx="minor">
              <a:schemeClr val="lt1"/>
            </a:fontRef>
          </p:style>
          <p:txBody>
            <a:bodyPr rtlCol="0" anchor="ctr"/>
            <a:lstStyle/>
            <a:p>
              <a:pPr marL="0" marR="0" lvl="0" indent="0" algn="ctr" defTabSz="6858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grpSp>
      <p:pic>
        <p:nvPicPr>
          <p:cNvPr id="11" name="图片 10"/>
          <p:cNvPicPr>
            <a:picLocks noChangeAspect="1"/>
          </p:cNvPicPr>
          <p:nvPr userDrawn="1"/>
        </p:nvPicPr>
        <p:blipFill>
          <a:blip r:embed="rId1">
            <a:extLst>
              <a:ext uri="{28A0092B-C50C-407E-A947-70E740481C1C}">
                <a14:useLocalDpi xmlns:a14="http://schemas.microsoft.com/office/drawing/2010/main" val="0"/>
              </a:ext>
            </a:extLst>
          </a:blip>
          <a:stretch>
            <a:fillRect/>
          </a:stretch>
        </p:blipFill>
        <p:spPr>
          <a:xfrm>
            <a:off x="7452320" y="6356354"/>
            <a:ext cx="1448182" cy="360000"/>
          </a:xfrm>
          <a:prstGeom prst="rect">
            <a:avLst/>
          </a:prstGeom>
        </p:spPr>
      </p:pic>
    </p:spTree>
  </p:cSld>
  <p:clrMap bg1="lt1" tx1="dk1" bg2="lt2" tx2="dk2" accent1="accent1" accent2="accent2" accent3="accent3" accent4="accent4" accent5="accent5" accent6="accent6" hlink="hlink" folHlink="folHlink"/>
  <p:timing>
    <p:tnLst>
      <p:par>
        <p:cTn id="1" dur="indefinite" restart="never" nodeType="tmRoot"/>
      </p:par>
    </p:tnLst>
  </p:timing>
  <p:hf hdr="0" ftr="0" dt="0"/>
  <p:txStyles>
    <p:titleStyle>
      <a:lvl1pPr algn="l" defTabSz="685800" rtl="0" eaLnBrk="1" latinLnBrk="0" hangingPunct="1">
        <a:lnSpc>
          <a:spcPct val="90000"/>
        </a:lnSpc>
        <a:spcBef>
          <a:spcPct val="0"/>
        </a:spcBef>
        <a:buNone/>
        <a:defRPr sz="3000" b="1" kern="1200">
          <a:solidFill>
            <a:srgbClr val="828282"/>
          </a:solidFill>
          <a:latin typeface="方正悦准黑简体" panose="02000000000000000000" pitchFamily="2" charset="-122"/>
          <a:ea typeface="方正悦准黑简体" panose="02000000000000000000" pitchFamily="2" charset="-122"/>
          <a:cs typeface="+mj-cs"/>
        </a:defRPr>
      </a:lvl1pPr>
    </p:titleStyle>
    <p:bodyStyle>
      <a:lvl1pPr marL="171450" indent="-171450" algn="l" defTabSz="685800" rtl="0" eaLnBrk="1" latinLnBrk="0" hangingPunct="1">
        <a:lnSpc>
          <a:spcPct val="150000"/>
        </a:lnSpc>
        <a:spcBef>
          <a:spcPts val="750"/>
        </a:spcBef>
        <a:spcAft>
          <a:spcPts val="25"/>
        </a:spcAft>
        <a:buClr>
          <a:srgbClr val="828282"/>
        </a:buClr>
        <a:buFont typeface="Wingdings" panose="05000000000000000000" pitchFamily="2" charset="2"/>
        <a:buChar char="n"/>
        <a:defRPr sz="1800" b="1" kern="1200">
          <a:solidFill>
            <a:schemeClr val="tx1"/>
          </a:solidFill>
          <a:latin typeface="方正银联黑简体" panose="02000000000000000000" pitchFamily="2" charset="-122"/>
          <a:ea typeface="方正银联黑简体" panose="02000000000000000000" pitchFamily="2" charset="-122"/>
          <a:cs typeface="+mn-cs"/>
        </a:defRPr>
      </a:lvl1pPr>
      <a:lvl2pPr marL="514350" indent="-171450" algn="l" defTabSz="685800" rtl="0" eaLnBrk="1" latinLnBrk="0" hangingPunct="1">
        <a:lnSpc>
          <a:spcPct val="150000"/>
        </a:lnSpc>
        <a:spcBef>
          <a:spcPts val="375"/>
        </a:spcBef>
        <a:spcAft>
          <a:spcPts val="25"/>
        </a:spcAft>
        <a:buClr>
          <a:srgbClr val="828282"/>
        </a:buClr>
        <a:buFont typeface="Wingdings" panose="05000000000000000000" pitchFamily="2" charset="2"/>
        <a:buChar char="p"/>
        <a:defRPr sz="1350" kern="1200">
          <a:solidFill>
            <a:schemeClr val="tx1"/>
          </a:solidFill>
          <a:latin typeface="方正银联黑简体" panose="02000000000000000000" pitchFamily="2" charset="-122"/>
          <a:ea typeface="方正银联黑简体" panose="02000000000000000000" pitchFamily="2" charset="-122"/>
          <a:cs typeface="+mn-cs"/>
        </a:defRPr>
      </a:lvl2pPr>
      <a:lvl3pPr marL="857250" indent="-171450" algn="l" defTabSz="685800" rtl="0" eaLnBrk="1" latinLnBrk="0" hangingPunct="1">
        <a:lnSpc>
          <a:spcPct val="150000"/>
        </a:lnSpc>
        <a:spcBef>
          <a:spcPts val="375"/>
        </a:spcBef>
        <a:spcAft>
          <a:spcPts val="25"/>
        </a:spcAft>
        <a:buClr>
          <a:srgbClr val="828282"/>
        </a:buClr>
        <a:buFont typeface="Arial" panose="020B0604020202090204" pitchFamily="34" charset="0"/>
        <a:buChar char="•"/>
        <a:defRPr sz="1350" kern="1200">
          <a:solidFill>
            <a:schemeClr val="tx1"/>
          </a:solidFill>
          <a:latin typeface="方正银联黑简体" panose="02000000000000000000" pitchFamily="2" charset="-122"/>
          <a:ea typeface="方正银联黑简体" panose="02000000000000000000" pitchFamily="2" charset="-122"/>
          <a:cs typeface="+mn-cs"/>
        </a:defRPr>
      </a:lvl3pPr>
      <a:lvl4pPr marL="1200150" indent="-171450" algn="l" defTabSz="685800" rtl="0" eaLnBrk="1" latinLnBrk="0" hangingPunct="1">
        <a:lnSpc>
          <a:spcPct val="150000"/>
        </a:lnSpc>
        <a:spcBef>
          <a:spcPts val="375"/>
        </a:spcBef>
        <a:spcAft>
          <a:spcPts val="25"/>
        </a:spcAft>
        <a:buFont typeface="Arial" panose="020B0604020202090204" pitchFamily="34" charset="0"/>
        <a:buChar char="•"/>
        <a:defRPr sz="1350" kern="1200">
          <a:solidFill>
            <a:schemeClr val="tx1"/>
          </a:solidFill>
          <a:latin typeface="+mj-ea"/>
          <a:ea typeface="+mj-ea"/>
          <a:cs typeface="+mn-cs"/>
        </a:defRPr>
      </a:lvl4pPr>
      <a:lvl5pPr marL="1543050" indent="-171450" algn="l" defTabSz="685800" rtl="0" eaLnBrk="1" latinLnBrk="0" hangingPunct="1">
        <a:lnSpc>
          <a:spcPct val="150000"/>
        </a:lnSpc>
        <a:spcBef>
          <a:spcPts val="375"/>
        </a:spcBef>
        <a:spcAft>
          <a:spcPts val="25"/>
        </a:spcAft>
        <a:buFont typeface="Arial" panose="020B0604020202090204" pitchFamily="34" charset="0"/>
        <a:buChar char="•"/>
        <a:defRPr sz="1350" kern="1200">
          <a:solidFill>
            <a:schemeClr val="tx1"/>
          </a:solidFill>
          <a:latin typeface="+mj-ea"/>
          <a:ea typeface="+mj-ea"/>
          <a:cs typeface="+mn-cs"/>
        </a:defRPr>
      </a:lvl5pPr>
      <a:lvl6pPr marL="18859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755577" y="2674301"/>
            <a:ext cx="6948772" cy="1325563"/>
          </a:xfrm>
          <a:prstGeom prst="rect">
            <a:avLst/>
          </a:prstGeom>
        </p:spPr>
        <p:txBody>
          <a:bodyPr vert="horz" lIns="91440" tIns="45720" rIns="91440" bIns="45720" rtlCol="0" anchor="ctr">
            <a:noAutofit/>
          </a:bodyPr>
          <a:lstStyle/>
          <a:p>
            <a:r>
              <a:rPr lang="zh-CN" altLang="en-US" dirty="0" smtClean="0"/>
              <a:t>单击此处编辑母版标题样式</a:t>
            </a:r>
            <a:endParaRPr lang="zh-CN" altLang="en-US" dirty="0"/>
          </a:p>
        </p:txBody>
      </p:sp>
      <p:sp>
        <p:nvSpPr>
          <p:cNvPr id="3" name="文本占位符 2"/>
          <p:cNvSpPr>
            <a:spLocks noGrp="1"/>
          </p:cNvSpPr>
          <p:nvPr>
            <p:ph type="body" idx="1"/>
          </p:nvPr>
        </p:nvSpPr>
        <p:spPr>
          <a:xfrm>
            <a:off x="755844" y="4837420"/>
            <a:ext cx="3727326" cy="1368301"/>
          </a:xfrm>
          <a:prstGeom prst="rect">
            <a:avLst/>
          </a:prstGeom>
        </p:spPr>
        <p:txBody>
          <a:bodyPr vert="horz" lIns="91440" tIns="45720" rIns="91440" bIns="45720" rtlCol="0">
            <a:noAutofit/>
          </a:bodyPr>
          <a:lstStyle/>
          <a:p>
            <a:pPr lvl="0"/>
            <a:r>
              <a:rPr lang="zh-CN" altLang="en-US" dirty="0" smtClean="0"/>
              <a:t>编辑母版文本样式</a:t>
            </a:r>
            <a:endParaRPr lang="en-US" altLang="zh-CN" dirty="0" smtClean="0"/>
          </a:p>
          <a:p>
            <a:pPr lvl="0"/>
            <a:r>
              <a:rPr lang="zh-CN" altLang="en-US" dirty="0" smtClean="0"/>
              <a:t>第二级</a:t>
            </a:r>
            <a:endParaRPr lang="zh-CN" altLang="en-US" dirty="0" smtClean="0"/>
          </a:p>
        </p:txBody>
      </p:sp>
      <p:sp>
        <p:nvSpPr>
          <p:cNvPr id="4" name="日期占位符 3"/>
          <p:cNvSpPr>
            <a:spLocks noGrp="1"/>
          </p:cNvSpPr>
          <p:nvPr>
            <p:ph type="dt" sz="half" idx="2"/>
          </p:nvPr>
        </p:nvSpPr>
        <p:spPr>
          <a:xfrm>
            <a:off x="628650" y="6356354"/>
            <a:ext cx="2057400" cy="365125"/>
          </a:xfrm>
          <a:prstGeom prst="rect">
            <a:avLst/>
          </a:prstGeom>
        </p:spPr>
        <p:txBody>
          <a:bodyPr vert="horz" lIns="91440" tIns="45720" rIns="91440" bIns="45720" rtlCol="0" anchor="ctr"/>
          <a:lstStyle>
            <a:lvl1pPr algn="l">
              <a:defRPr sz="900">
                <a:solidFill>
                  <a:schemeClr val="tx1">
                    <a:tint val="75000"/>
                  </a:schemeClr>
                </a:solidFill>
                <a:ea typeface="方正银联黑简体" panose="02000000000000000000" pitchFamily="2" charset="-122"/>
              </a:defRPr>
            </a:lvl1pPr>
          </a:lstStyle>
          <a:p>
            <a:fld id="{D944549B-A448-4C6A-8EC8-F63D82E34ADF}" type="datetime1">
              <a:rPr lang="zh-CN" altLang="en-US" smtClean="0"/>
            </a:fld>
            <a:endParaRPr lang="zh-CN" altLang="en-US" dirty="0"/>
          </a:p>
        </p:txBody>
      </p:sp>
      <p:sp>
        <p:nvSpPr>
          <p:cNvPr id="5" name="页脚占位符 4"/>
          <p:cNvSpPr>
            <a:spLocks noGrp="1"/>
          </p:cNvSpPr>
          <p:nvPr>
            <p:ph type="ftr" sz="quarter" idx="3"/>
          </p:nvPr>
        </p:nvSpPr>
        <p:spPr>
          <a:xfrm>
            <a:off x="3028950" y="6356354"/>
            <a:ext cx="3086100" cy="365125"/>
          </a:xfrm>
          <a:prstGeom prst="rect">
            <a:avLst/>
          </a:prstGeom>
        </p:spPr>
        <p:txBody>
          <a:bodyPr vert="horz" lIns="91440" tIns="45720" rIns="91440" bIns="45720" rtlCol="0" anchor="ctr"/>
          <a:lstStyle>
            <a:lvl1pPr algn="ctr">
              <a:defRPr sz="900">
                <a:solidFill>
                  <a:schemeClr val="tx1">
                    <a:tint val="75000"/>
                  </a:schemeClr>
                </a:solidFill>
                <a:ea typeface="方正银联黑简体" panose="02000000000000000000" pitchFamily="2" charset="-122"/>
              </a:defRPr>
            </a:lvl1pPr>
          </a:lstStyle>
          <a:p>
            <a:endParaRPr lang="zh-CN" altLang="en-US" dirty="0"/>
          </a:p>
        </p:txBody>
      </p:sp>
      <p:sp>
        <p:nvSpPr>
          <p:cNvPr id="6" name="灯片编号占位符 5"/>
          <p:cNvSpPr>
            <a:spLocks noGrp="1"/>
          </p:cNvSpPr>
          <p:nvPr>
            <p:ph type="sldNum" sz="quarter" idx="4"/>
          </p:nvPr>
        </p:nvSpPr>
        <p:spPr>
          <a:xfrm>
            <a:off x="4057650" y="6358815"/>
            <a:ext cx="2057400" cy="365125"/>
          </a:xfrm>
          <a:prstGeom prst="rect">
            <a:avLst/>
          </a:prstGeom>
        </p:spPr>
        <p:txBody>
          <a:bodyPr vert="horz" lIns="91440" tIns="45720" rIns="91440" bIns="45720" rtlCol="0" anchor="ctr"/>
          <a:lstStyle>
            <a:lvl1pPr algn="r">
              <a:defRPr sz="900">
                <a:solidFill>
                  <a:schemeClr val="tx1">
                    <a:tint val="75000"/>
                  </a:schemeClr>
                </a:solidFill>
                <a:ea typeface="方正银联黑简体" panose="02000000000000000000" pitchFamily="2" charset="-122"/>
              </a:defRPr>
            </a:lvl1pPr>
          </a:lstStyle>
          <a:p>
            <a:fld id="{D16D624C-B8E9-4083-9225-A160C682E30D}" type="slidenum">
              <a:rPr lang="zh-CN" altLang="en-US" smtClean="0"/>
            </a:fld>
            <a:endParaRPr lang="zh-CN" altLang="en-US" dirty="0"/>
          </a:p>
        </p:txBody>
      </p:sp>
      <p:sp>
        <p:nvSpPr>
          <p:cNvPr id="16" name="等腰三角形 15"/>
          <p:cNvSpPr/>
          <p:nvPr userDrawn="1"/>
        </p:nvSpPr>
        <p:spPr>
          <a:xfrm rot="10800000">
            <a:off x="2696312" y="4257092"/>
            <a:ext cx="183501" cy="283768"/>
          </a:xfrm>
          <a:prstGeom prst="triangle">
            <a:avLst>
              <a:gd name="adj" fmla="val 10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7" name="等腰三角形 16"/>
          <p:cNvSpPr/>
          <p:nvPr userDrawn="1"/>
        </p:nvSpPr>
        <p:spPr>
          <a:xfrm rot="10800000">
            <a:off x="5364090" y="4263361"/>
            <a:ext cx="193762" cy="283768"/>
          </a:xfrm>
          <a:prstGeom prst="triangle">
            <a:avLst>
              <a:gd name="adj" fmla="val 10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grpSp>
        <p:nvGrpSpPr>
          <p:cNvPr id="21" name="组合 20"/>
          <p:cNvGrpSpPr/>
          <p:nvPr userDrawn="1"/>
        </p:nvGrpSpPr>
        <p:grpSpPr>
          <a:xfrm>
            <a:off x="-508" y="4243245"/>
            <a:ext cx="7956884" cy="337882"/>
            <a:chOff x="-508" y="4243245"/>
            <a:chExt cx="7956884" cy="337882"/>
          </a:xfrm>
        </p:grpSpPr>
        <p:grpSp>
          <p:nvGrpSpPr>
            <p:cNvPr id="7" name="组合 6"/>
            <p:cNvGrpSpPr/>
            <p:nvPr userDrawn="1"/>
          </p:nvGrpSpPr>
          <p:grpSpPr>
            <a:xfrm>
              <a:off x="-508" y="4265823"/>
              <a:ext cx="7941404" cy="296652"/>
              <a:chOff x="71500" y="1556792"/>
              <a:chExt cx="6234373" cy="108012"/>
            </a:xfrm>
          </p:grpSpPr>
          <p:sp>
            <p:nvSpPr>
              <p:cNvPr id="8" name="矩形 7"/>
              <p:cNvSpPr/>
              <p:nvPr/>
            </p:nvSpPr>
            <p:spPr>
              <a:xfrm>
                <a:off x="71500" y="1556792"/>
                <a:ext cx="2016224" cy="108012"/>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zh-CN" altLang="en-US" sz="1800" dirty="0">
                  <a:latin typeface="方正银联黑简体" panose="02000000000000000000" pitchFamily="2" charset="-122"/>
                </a:endParaRPr>
              </a:p>
            </p:txBody>
          </p:sp>
          <p:sp>
            <p:nvSpPr>
              <p:cNvPr id="9" name="矩形 8"/>
              <p:cNvSpPr/>
              <p:nvPr/>
            </p:nvSpPr>
            <p:spPr>
              <a:xfrm>
                <a:off x="2180574" y="1556792"/>
                <a:ext cx="2016224" cy="108012"/>
              </a:xfrm>
              <a:prstGeom prst="rect">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zh-CN" altLang="en-US" sz="1800" dirty="0">
                  <a:latin typeface="方正银联黑简体" panose="02000000000000000000" pitchFamily="2" charset="-122"/>
                </a:endParaRPr>
              </a:p>
            </p:txBody>
          </p:sp>
          <p:sp>
            <p:nvSpPr>
              <p:cNvPr id="10" name="矩形 9"/>
              <p:cNvSpPr/>
              <p:nvPr/>
            </p:nvSpPr>
            <p:spPr>
              <a:xfrm>
                <a:off x="4289649" y="1556792"/>
                <a:ext cx="2016224" cy="108012"/>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zh-CN" altLang="en-US" sz="1800" dirty="0">
                  <a:latin typeface="方正银联黑简体" panose="02000000000000000000" pitchFamily="2" charset="-122"/>
                </a:endParaRPr>
              </a:p>
            </p:txBody>
          </p:sp>
        </p:grpSp>
        <p:grpSp>
          <p:nvGrpSpPr>
            <p:cNvPr id="20" name="组合 19"/>
            <p:cNvGrpSpPr/>
            <p:nvPr userDrawn="1"/>
          </p:nvGrpSpPr>
          <p:grpSpPr>
            <a:xfrm>
              <a:off x="2346623" y="4243245"/>
              <a:ext cx="5609753" cy="337882"/>
              <a:chOff x="2346623" y="4243245"/>
              <a:chExt cx="5609753" cy="337882"/>
            </a:xfrm>
          </p:grpSpPr>
          <p:sp>
            <p:nvSpPr>
              <p:cNvPr id="13" name="等腰三角形 12"/>
              <p:cNvSpPr/>
              <p:nvPr userDrawn="1"/>
            </p:nvSpPr>
            <p:spPr>
              <a:xfrm>
                <a:off x="2346623" y="4243245"/>
                <a:ext cx="228024" cy="324000"/>
              </a:xfrm>
              <a:prstGeom prst="triangle">
                <a:avLst>
                  <a:gd name="adj" fmla="val 100000"/>
                </a:avLst>
              </a:prstGeom>
              <a:solidFill>
                <a:schemeClr val="bg1"/>
              </a:solidFill>
            </p:spPr>
            <p:style>
              <a:lnRef idx="3">
                <a:schemeClr val="lt1"/>
              </a:lnRef>
              <a:fillRef idx="1">
                <a:schemeClr val="accent2"/>
              </a:fillRef>
              <a:effectRef idx="1">
                <a:schemeClr val="accent2"/>
              </a:effectRef>
              <a:fontRef idx="minor">
                <a:schemeClr val="lt1"/>
              </a:fontRef>
            </p:style>
            <p:txBody>
              <a:bodyPr rtlCol="0" anchor="ctr"/>
              <a:lstStyle/>
              <a:p>
                <a:pPr algn="ctr"/>
                <a:endParaRPr lang="zh-CN" altLang="en-US" sz="1800"/>
              </a:p>
            </p:txBody>
          </p:sp>
          <p:sp>
            <p:nvSpPr>
              <p:cNvPr id="14" name="等腰三角形 13"/>
              <p:cNvSpPr/>
              <p:nvPr userDrawn="1"/>
            </p:nvSpPr>
            <p:spPr>
              <a:xfrm>
                <a:off x="7728352" y="4263362"/>
                <a:ext cx="228024" cy="296652"/>
              </a:xfrm>
              <a:prstGeom prst="triangle">
                <a:avLst>
                  <a:gd name="adj" fmla="val 100000"/>
                </a:avLst>
              </a:prstGeom>
              <a:solidFill>
                <a:schemeClr val="bg1"/>
              </a:solidFill>
              <a:ln>
                <a:solidFill>
                  <a:schemeClr val="bg1"/>
                </a:solidFill>
              </a:ln>
            </p:spPr>
            <p:style>
              <a:lnRef idx="3">
                <a:schemeClr val="lt1"/>
              </a:lnRef>
              <a:fillRef idx="1">
                <a:schemeClr val="accent2"/>
              </a:fillRef>
              <a:effectRef idx="1">
                <a:schemeClr val="accent2"/>
              </a:effectRef>
              <a:fontRef idx="minor">
                <a:schemeClr val="lt1"/>
              </a:fontRef>
            </p:style>
            <p:txBody>
              <a:bodyPr rtlCol="0" anchor="ctr"/>
              <a:lstStyle/>
              <a:p>
                <a:pPr algn="ctr"/>
                <a:endParaRPr lang="zh-CN" altLang="en-US" sz="1800"/>
              </a:p>
            </p:txBody>
          </p:sp>
          <p:sp>
            <p:nvSpPr>
              <p:cNvPr id="15" name="等腰三角形 14"/>
              <p:cNvSpPr/>
              <p:nvPr userDrawn="1"/>
            </p:nvSpPr>
            <p:spPr>
              <a:xfrm>
                <a:off x="5040052" y="4263362"/>
                <a:ext cx="228024" cy="317276"/>
              </a:xfrm>
              <a:prstGeom prst="triangle">
                <a:avLst>
                  <a:gd name="adj" fmla="val 100000"/>
                </a:avLst>
              </a:prstGeom>
              <a:solidFill>
                <a:schemeClr val="bg1"/>
              </a:solidFill>
            </p:spPr>
            <p:style>
              <a:lnRef idx="3">
                <a:schemeClr val="lt1"/>
              </a:lnRef>
              <a:fillRef idx="1">
                <a:schemeClr val="accent2"/>
              </a:fillRef>
              <a:effectRef idx="1">
                <a:schemeClr val="accent2"/>
              </a:effectRef>
              <a:fontRef idx="minor">
                <a:schemeClr val="lt1"/>
              </a:fontRef>
            </p:style>
            <p:txBody>
              <a:bodyPr rtlCol="0" anchor="ctr"/>
              <a:lstStyle/>
              <a:p>
                <a:pPr algn="ctr"/>
                <a:endParaRPr lang="zh-CN" altLang="en-US" sz="1800"/>
              </a:p>
            </p:txBody>
          </p:sp>
          <p:sp>
            <p:nvSpPr>
              <p:cNvPr id="18" name="等腰三角形 17"/>
              <p:cNvSpPr/>
              <p:nvPr userDrawn="1"/>
            </p:nvSpPr>
            <p:spPr>
              <a:xfrm rot="10800000">
                <a:off x="2663789" y="4256638"/>
                <a:ext cx="228024" cy="324000"/>
              </a:xfrm>
              <a:prstGeom prst="triangle">
                <a:avLst>
                  <a:gd name="adj" fmla="val 100000"/>
                </a:avLst>
              </a:prstGeom>
              <a:solidFill>
                <a:schemeClr val="bg1"/>
              </a:solidFill>
              <a:ln>
                <a:solidFill>
                  <a:schemeClr val="bg1"/>
                </a:solidFill>
              </a:ln>
            </p:spPr>
            <p:style>
              <a:lnRef idx="3">
                <a:schemeClr val="lt1"/>
              </a:lnRef>
              <a:fillRef idx="1">
                <a:schemeClr val="accent2"/>
              </a:fillRef>
              <a:effectRef idx="1">
                <a:schemeClr val="accent2"/>
              </a:effectRef>
              <a:fontRef idx="minor">
                <a:schemeClr val="lt1"/>
              </a:fontRef>
            </p:style>
            <p:txBody>
              <a:bodyPr rtlCol="0" anchor="ctr"/>
              <a:lstStyle/>
              <a:p>
                <a:pPr algn="ctr"/>
                <a:endParaRPr lang="zh-CN" altLang="en-US" sz="1800"/>
              </a:p>
            </p:txBody>
          </p:sp>
          <p:sp>
            <p:nvSpPr>
              <p:cNvPr id="19" name="等腰三角形 18"/>
              <p:cNvSpPr/>
              <p:nvPr userDrawn="1"/>
            </p:nvSpPr>
            <p:spPr>
              <a:xfrm rot="10800000">
                <a:off x="5364089" y="4257127"/>
                <a:ext cx="228024" cy="324000"/>
              </a:xfrm>
              <a:prstGeom prst="triangle">
                <a:avLst>
                  <a:gd name="adj" fmla="val 100000"/>
                </a:avLst>
              </a:prstGeom>
              <a:solidFill>
                <a:schemeClr val="bg1"/>
              </a:solidFill>
              <a:ln>
                <a:solidFill>
                  <a:schemeClr val="bg1"/>
                </a:solidFill>
              </a:ln>
            </p:spPr>
            <p:style>
              <a:lnRef idx="3">
                <a:schemeClr val="lt1"/>
              </a:lnRef>
              <a:fillRef idx="1">
                <a:schemeClr val="accent2"/>
              </a:fillRef>
              <a:effectRef idx="1">
                <a:schemeClr val="accent2"/>
              </a:effectRef>
              <a:fontRef idx="minor">
                <a:schemeClr val="lt1"/>
              </a:fontRef>
            </p:style>
            <p:txBody>
              <a:bodyPr rtlCol="0" anchor="ctr"/>
              <a:lstStyle/>
              <a:p>
                <a:pPr algn="ctr"/>
                <a:endParaRPr lang="zh-CN" altLang="en-US" sz="1800"/>
              </a:p>
            </p:txBody>
          </p:sp>
        </p:grpSp>
      </p:grpSp>
      <p:pic>
        <p:nvPicPr>
          <p:cNvPr id="22" name="图片 2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380312" y="6361479"/>
            <a:ext cx="1448182" cy="360000"/>
          </a:xfrm>
          <a:prstGeom prst="rect">
            <a:avLst/>
          </a:prstGeom>
        </p:spPr>
      </p:pic>
    </p:spTree>
  </p:cSld>
  <p:clrMap bg1="lt1" tx1="dk1" bg2="lt2" tx2="dk2" accent1="accent1" accent2="accent2" accent3="accent3" accent4="accent4" accent5="accent5" accent6="accent6" hlink="hlink" folHlink="folHlink"/>
  <p:sldLayoutIdLst>
    <p:sldLayoutId id="2147483660" r:id="rId1"/>
  </p:sldLayoutIdLst>
  <p:timing>
    <p:tnLst>
      <p:par>
        <p:cTn id="1" dur="indefinite" restart="never" nodeType="tmRoot"/>
      </p:par>
    </p:tnLst>
  </p:timing>
  <p:hf hdr="0" ftr="0" dt="0"/>
  <p:txStyles>
    <p:titleStyle>
      <a:lvl1pPr algn="r" defTabSz="685800" rtl="0" eaLnBrk="1" latinLnBrk="0" hangingPunct="1">
        <a:lnSpc>
          <a:spcPct val="90000"/>
        </a:lnSpc>
        <a:spcBef>
          <a:spcPct val="0"/>
        </a:spcBef>
        <a:buNone/>
        <a:defRPr sz="6600" kern="1200">
          <a:solidFill>
            <a:srgbClr val="828282"/>
          </a:solidFill>
          <a:latin typeface="方正银联黑简体" panose="02000000000000000000" pitchFamily="2" charset="-122"/>
          <a:ea typeface="方正银联黑简体" panose="02000000000000000000" pitchFamily="2" charset="-122"/>
          <a:cs typeface="+mj-cs"/>
        </a:defRPr>
      </a:lvl1pPr>
    </p:titleStyle>
    <p:bodyStyle>
      <a:lvl1pPr marL="0" indent="0" algn="l" defTabSz="685800" rtl="0" eaLnBrk="1" latinLnBrk="0" hangingPunct="1">
        <a:lnSpc>
          <a:spcPct val="90000"/>
        </a:lnSpc>
        <a:spcBef>
          <a:spcPts val="750"/>
        </a:spcBef>
        <a:buFontTx/>
        <a:buNone/>
        <a:defRPr sz="2000" kern="1200">
          <a:solidFill>
            <a:schemeClr val="tx1"/>
          </a:solidFill>
          <a:latin typeface="方正银联黑简体" panose="02000000000000000000" pitchFamily="2" charset="-122"/>
          <a:ea typeface="方正银联黑简体" panose="02000000000000000000" pitchFamily="2" charset="-122"/>
          <a:cs typeface="+mn-cs"/>
        </a:defRPr>
      </a:lvl1pPr>
      <a:lvl2pPr marL="342900" indent="0" algn="l" defTabSz="685800" rtl="0" eaLnBrk="1" latinLnBrk="0" hangingPunct="1">
        <a:lnSpc>
          <a:spcPct val="90000"/>
        </a:lnSpc>
        <a:spcBef>
          <a:spcPts val="375"/>
        </a:spcBef>
        <a:buFont typeface="Arial" panose="020B0604020202090204" pitchFamily="34" charset="0"/>
        <a:buNone/>
        <a:defRPr sz="12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90204" pitchFamily="34" charset="0"/>
        <a:buChar char="•"/>
        <a:defRPr sz="12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90204" pitchFamily="34" charset="0"/>
        <a:buChar char="•"/>
        <a:defRPr sz="12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90204" pitchFamily="34" charset="0"/>
        <a:buChar char="•"/>
        <a:defRPr sz="12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6.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image" Target="../media/image3.png"/><Relationship Id="rId3" Type="http://schemas.microsoft.com/office/2007/relationships/hdphoto" Target="../media/image4.wdp"/><Relationship Id="rId4"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146703" y="2441913"/>
            <a:ext cx="6858000" cy="114653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800" dirty="0">
              <a:latin typeface="方正银联黑简体" panose="02000000000000000000" pitchFamily="2" charset="-122"/>
            </a:endParaRPr>
          </a:p>
        </p:txBody>
      </p:sp>
      <p:sp>
        <p:nvSpPr>
          <p:cNvPr id="2" name="标题 1"/>
          <p:cNvSpPr>
            <a:spLocks noGrp="1"/>
          </p:cNvSpPr>
          <p:nvPr>
            <p:ph type="title"/>
          </p:nvPr>
        </p:nvSpPr>
        <p:spPr/>
        <p:txBody>
          <a:bodyPr>
            <a:normAutofit fontScale="90000"/>
          </a:bodyPr>
          <a:lstStyle/>
          <a:p>
            <a:r>
              <a:rPr lang="zh-CN" altLang="en-US" dirty="0" smtClean="0">
                <a:solidFill>
                  <a:schemeClr val="bg1"/>
                </a:solidFill>
              </a:rPr>
              <a:t>关于统一汇报</a:t>
            </a:r>
            <a:r>
              <a:rPr lang="en-US" altLang="zh-CN" dirty="0" smtClean="0">
                <a:solidFill>
                  <a:schemeClr val="bg1"/>
                </a:solidFill>
              </a:rPr>
              <a:t>PPT</a:t>
            </a:r>
            <a:r>
              <a:rPr lang="zh-CN" altLang="en-US" dirty="0" smtClean="0">
                <a:solidFill>
                  <a:schemeClr val="bg1"/>
                </a:solidFill>
              </a:rPr>
              <a:t>格式的通知</a:t>
            </a:r>
            <a:endParaRPr lang="zh-CN" altLang="en-US" dirty="0">
              <a:solidFill>
                <a:schemeClr val="bg1"/>
              </a:solidFill>
            </a:endParaRPr>
          </a:p>
        </p:txBody>
      </p:sp>
      <p:sp>
        <p:nvSpPr>
          <p:cNvPr id="9" name="内容占位符 8"/>
          <p:cNvSpPr>
            <a:spLocks noGrp="1"/>
          </p:cNvSpPr>
          <p:nvPr>
            <p:ph idx="1"/>
          </p:nvPr>
        </p:nvSpPr>
        <p:spPr>
          <a:xfrm>
            <a:off x="707246" y="4467990"/>
            <a:ext cx="7886700" cy="848990"/>
          </a:xfrm>
        </p:spPr>
        <p:txBody>
          <a:bodyPr>
            <a:normAutofit/>
          </a:bodyPr>
          <a:lstStyle/>
          <a:p>
            <a:pPr>
              <a:lnSpc>
                <a:spcPct val="100000"/>
              </a:lnSpc>
            </a:pPr>
            <a:r>
              <a:rPr lang="zh-CN" altLang="en-US" sz="2000" dirty="0" smtClean="0"/>
              <a:t>办公室</a:t>
            </a:r>
            <a:endParaRPr lang="en-US" altLang="zh-CN" sz="2000" dirty="0" smtClean="0"/>
          </a:p>
          <a:p>
            <a:pPr>
              <a:lnSpc>
                <a:spcPct val="100000"/>
              </a:lnSpc>
            </a:pPr>
            <a:r>
              <a:rPr lang="en-US" altLang="zh-CN" sz="2000" dirty="0" smtClean="0"/>
              <a:t>2017</a:t>
            </a:r>
            <a:r>
              <a:rPr lang="zh-CN" altLang="en-US" sz="2000" dirty="0" smtClean="0"/>
              <a:t>年</a:t>
            </a:r>
            <a:r>
              <a:rPr lang="en-US" altLang="zh-CN" sz="2000" dirty="0" smtClean="0"/>
              <a:t>11</a:t>
            </a:r>
            <a:r>
              <a:rPr lang="zh-CN" altLang="en-US" sz="2000" dirty="0" smtClean="0"/>
              <a:t>月</a:t>
            </a:r>
            <a:r>
              <a:rPr lang="en-US" altLang="zh-CN" sz="2000" dirty="0" smtClean="0"/>
              <a:t>3</a:t>
            </a:r>
            <a:r>
              <a:rPr lang="zh-CN" altLang="en-US" sz="2000" dirty="0" smtClean="0"/>
              <a:t>日</a:t>
            </a:r>
            <a:endParaRPr lang="zh-CN" altLang="en-US" sz="2000" dirty="0"/>
          </a:p>
          <a:p>
            <a:endParaRPr lang="zh-CN" altLang="en-US" dirty="0"/>
          </a:p>
        </p:txBody>
      </p:sp>
      <p:sp>
        <p:nvSpPr>
          <p:cNvPr id="4" name="标题 1"/>
          <p:cNvSpPr txBox="1"/>
          <p:nvPr/>
        </p:nvSpPr>
        <p:spPr>
          <a:xfrm>
            <a:off x="1357655" y="4659824"/>
            <a:ext cx="6172200" cy="857250"/>
          </a:xfrm>
          <a:prstGeom prst="rect">
            <a:avLst/>
          </a:prstGeom>
        </p:spPr>
        <p:txBody>
          <a:bodyPr vert="horz" lIns="68580" tIns="34290" rIns="68580" bIns="3429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150000"/>
              </a:lnSpc>
            </a:pPr>
            <a:endParaRPr lang="zh-CN" altLang="en-US" sz="1500" dirty="0">
              <a:latin typeface="方正银联黑简体" panose="02000000000000000000" pitchFamily="2" charset="-122"/>
              <a:ea typeface="方正银联黑简体" panose="02000000000000000000" pitchFamily="2" charset="-122"/>
            </a:endParaRPr>
          </a:p>
        </p:txBody>
      </p:sp>
      <p:cxnSp>
        <p:nvCxnSpPr>
          <p:cNvPr id="38" name="直接连接符 37"/>
          <p:cNvCxnSpPr>
            <a:stCxn id="26" idx="0"/>
            <a:endCxn id="26" idx="0"/>
          </p:cNvCxnSpPr>
          <p:nvPr/>
        </p:nvCxnSpPr>
        <p:spPr>
          <a:xfrm>
            <a:off x="4211156" y="3499607"/>
            <a:ext cx="0"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39EEDE4D-C237-4DCB-971B-7273E93752F0}" type="slidenum">
              <a:rPr lang="zh-CN" altLang="en-US" smtClean="0"/>
            </a:fld>
            <a:endParaRPr lang="zh-CN" alt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flipH="1">
            <a:off x="4896036" y="2840636"/>
            <a:ext cx="3287080" cy="1107996"/>
          </a:xfrm>
          <a:prstGeom prst="rect">
            <a:avLst/>
          </a:prstGeom>
          <a:noFill/>
        </p:spPr>
        <p:txBody>
          <a:bodyPr wrap="square" rtlCol="0">
            <a:spAutoFit/>
          </a:bodyPr>
          <a:lstStyle/>
          <a:p>
            <a:r>
              <a:rPr lang="zh-CN" altLang="en-US" sz="6600" dirty="0">
                <a:solidFill>
                  <a:schemeClr val="bg2">
                    <a:lumMod val="50000"/>
                  </a:schemeClr>
                </a:solidFill>
                <a:latin typeface="方正银联黑简体" panose="02000000000000000000" pitchFamily="2" charset="-122"/>
                <a:ea typeface="方正银联黑简体" panose="02000000000000000000" pitchFamily="2" charset="-122"/>
              </a:rPr>
              <a:t>谢  谢！</a:t>
            </a:r>
            <a:endParaRPr lang="zh-CN" altLang="en-US" sz="6600" dirty="0">
              <a:solidFill>
                <a:schemeClr val="bg2">
                  <a:lumMod val="50000"/>
                </a:schemeClr>
              </a:solidFill>
              <a:latin typeface="方正银联黑简体" panose="02000000000000000000" pitchFamily="2" charset="-122"/>
              <a:ea typeface="方正银联黑简体" panose="02000000000000000000" pitchFamily="2" charset="-122"/>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 1"/>
          <p:cNvGrpSpPr/>
          <p:nvPr/>
        </p:nvGrpSpPr>
        <p:grpSpPr>
          <a:xfrm>
            <a:off x="3473250" y="2714421"/>
            <a:ext cx="1978861" cy="1978862"/>
            <a:chOff x="2939359" y="2024742"/>
            <a:chExt cx="3211887" cy="3211888"/>
          </a:xfrm>
        </p:grpSpPr>
        <p:sp>
          <p:nvSpPr>
            <p:cNvPr id="5" name="Shape 217"/>
            <p:cNvSpPr/>
            <p:nvPr/>
          </p:nvSpPr>
          <p:spPr>
            <a:xfrm rot="10800000" flipH="1">
              <a:off x="3230476" y="2306456"/>
              <a:ext cx="452704" cy="452704"/>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21600"/>
                  </a:lnTo>
                  <a:close/>
                </a:path>
              </a:pathLst>
            </a:custGeom>
            <a:solidFill>
              <a:srgbClr val="5698D4"/>
            </a:solidFill>
            <a:ln w="3175">
              <a:miter lim="400000"/>
            </a:ln>
          </p:spPr>
          <p:txBody>
            <a:bodyPr lIns="53578" tIns="53578" rIns="53578" bIns="53578" anchor="ctr"/>
            <a:lstStyle/>
            <a:p>
              <a:pPr>
                <a:defRPr sz="3200"/>
              </a:pPr>
              <a:endParaRPr dirty="0">
                <a:solidFill>
                  <a:prstClr val="black"/>
                </a:solidFill>
                <a:latin typeface="方正银联黑简体" panose="02000000000000000000" pitchFamily="2" charset="-122"/>
                <a:ea typeface="方正银联黑简体" panose="02000000000000000000" pitchFamily="2" charset="-122"/>
                <a:cs typeface="FZYLHJW" charset="-122"/>
              </a:endParaRPr>
            </a:p>
          </p:txBody>
        </p:sp>
        <p:graphicFrame>
          <p:nvGraphicFramePr>
            <p:cNvPr id="6" name="Chart 218"/>
            <p:cNvGraphicFramePr/>
            <p:nvPr/>
          </p:nvGraphicFramePr>
          <p:xfrm>
            <a:off x="2939359" y="2024742"/>
            <a:ext cx="3211887" cy="3211888"/>
          </p:xfrm>
          <a:graphic>
            <a:graphicData uri="http://schemas.openxmlformats.org/drawingml/2006/chart">
              <c:chart xmlns:c="http://schemas.openxmlformats.org/drawingml/2006/chart" xmlns:r="http://schemas.openxmlformats.org/officeDocument/2006/relationships" r:id="rId1"/>
            </a:graphicData>
          </a:graphic>
        </p:graphicFrame>
        <p:sp>
          <p:nvSpPr>
            <p:cNvPr id="7" name="Shape 219"/>
            <p:cNvSpPr/>
            <p:nvPr/>
          </p:nvSpPr>
          <p:spPr>
            <a:xfrm>
              <a:off x="3442264" y="2527647"/>
              <a:ext cx="2206078" cy="2206078"/>
            </a:xfrm>
            <a:prstGeom prst="ellipse">
              <a:avLst/>
            </a:prstGeom>
            <a:solidFill>
              <a:srgbClr val="FFFFFF"/>
            </a:solidFill>
            <a:ln w="241300">
              <a:solidFill>
                <a:srgbClr val="DCDEE0"/>
              </a:solidFill>
              <a:miter lim="400000"/>
            </a:ln>
            <a:effectLst>
              <a:outerShdw blurRad="177800" dist="12700" dir="5400000" rotWithShape="0">
                <a:srgbClr val="000000">
                  <a:alpha val="16215"/>
                </a:srgbClr>
              </a:outerShdw>
            </a:effectLst>
          </p:spPr>
          <p:txBody>
            <a:bodyPr lIns="53578" tIns="53578" rIns="53578" bIns="53578" anchor="ctr"/>
            <a:lstStyle/>
            <a:p>
              <a:pPr>
                <a:defRPr sz="3200">
                  <a:solidFill>
                    <a:srgbClr val="FFFFFF"/>
                  </a:solidFill>
                </a:defRPr>
              </a:pPr>
              <a:endParaRPr dirty="0">
                <a:solidFill>
                  <a:srgbClr val="FFFFFF"/>
                </a:solidFill>
                <a:latin typeface="方正银联黑简体" panose="02000000000000000000" pitchFamily="2" charset="-122"/>
                <a:ea typeface="方正银联黑简体" panose="02000000000000000000" pitchFamily="2" charset="-122"/>
                <a:cs typeface="FZYLHJW" charset="-122"/>
              </a:endParaRPr>
            </a:p>
          </p:txBody>
        </p:sp>
        <p:sp>
          <p:nvSpPr>
            <p:cNvPr id="8" name="Shape 220"/>
            <p:cNvSpPr/>
            <p:nvPr/>
          </p:nvSpPr>
          <p:spPr>
            <a:xfrm>
              <a:off x="3246805" y="4503891"/>
              <a:ext cx="452704" cy="452704"/>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21600"/>
                  </a:lnTo>
                  <a:close/>
                </a:path>
              </a:pathLst>
            </a:custGeom>
            <a:solidFill>
              <a:srgbClr val="FF8A77"/>
            </a:solidFill>
            <a:ln w="3175">
              <a:miter lim="400000"/>
            </a:ln>
          </p:spPr>
          <p:txBody>
            <a:bodyPr lIns="53578" tIns="53578" rIns="53578" bIns="53578" anchor="ctr"/>
            <a:lstStyle/>
            <a:p>
              <a:pPr>
                <a:defRPr sz="3200"/>
              </a:pPr>
              <a:endParaRPr dirty="0">
                <a:solidFill>
                  <a:prstClr val="black"/>
                </a:solidFill>
                <a:latin typeface="方正银联黑简体" panose="02000000000000000000" pitchFamily="2" charset="-122"/>
                <a:ea typeface="方正银联黑简体" panose="02000000000000000000" pitchFamily="2" charset="-122"/>
                <a:cs typeface="FZYLHJW" charset="-122"/>
              </a:endParaRPr>
            </a:p>
          </p:txBody>
        </p:sp>
        <p:sp>
          <p:nvSpPr>
            <p:cNvPr id="9" name="Shape 221"/>
            <p:cNvSpPr/>
            <p:nvPr/>
          </p:nvSpPr>
          <p:spPr>
            <a:xfrm flipH="1">
              <a:off x="5330648" y="4511247"/>
              <a:ext cx="452704" cy="452704"/>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21600"/>
                  </a:lnTo>
                  <a:close/>
                </a:path>
              </a:pathLst>
            </a:custGeom>
            <a:solidFill>
              <a:schemeClr val="bg1">
                <a:lumMod val="75000"/>
              </a:schemeClr>
            </a:solidFill>
            <a:ln w="3175">
              <a:miter lim="400000"/>
            </a:ln>
          </p:spPr>
          <p:txBody>
            <a:bodyPr lIns="53578" tIns="53578" rIns="53578" bIns="53578" anchor="ctr"/>
            <a:lstStyle/>
            <a:p>
              <a:pPr>
                <a:defRPr sz="3200"/>
              </a:pPr>
              <a:endParaRPr dirty="0">
                <a:solidFill>
                  <a:prstClr val="black"/>
                </a:solidFill>
                <a:latin typeface="方正银联黑简体" panose="02000000000000000000" pitchFamily="2" charset="-122"/>
                <a:ea typeface="方正银联黑简体" panose="02000000000000000000" pitchFamily="2" charset="-122"/>
                <a:cs typeface="FZYLHJW" charset="-122"/>
              </a:endParaRPr>
            </a:p>
          </p:txBody>
        </p:sp>
        <p:sp>
          <p:nvSpPr>
            <p:cNvPr id="10" name="Shape 222"/>
            <p:cNvSpPr/>
            <p:nvPr/>
          </p:nvSpPr>
          <p:spPr>
            <a:xfrm rot="10800000">
              <a:off x="5330648" y="2306456"/>
              <a:ext cx="452704" cy="452704"/>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21600"/>
                  </a:lnTo>
                  <a:close/>
                </a:path>
              </a:pathLst>
            </a:custGeom>
            <a:solidFill>
              <a:srgbClr val="5EC3AD"/>
            </a:solidFill>
            <a:ln w="3175">
              <a:miter lim="400000"/>
            </a:ln>
          </p:spPr>
          <p:txBody>
            <a:bodyPr lIns="53578" tIns="53578" rIns="53578" bIns="53578" anchor="ctr"/>
            <a:lstStyle/>
            <a:p>
              <a:pPr>
                <a:defRPr sz="3200"/>
              </a:pPr>
              <a:endParaRPr dirty="0">
                <a:solidFill>
                  <a:prstClr val="black"/>
                </a:solidFill>
                <a:latin typeface="方正银联黑简体" panose="02000000000000000000" pitchFamily="2" charset="-122"/>
                <a:ea typeface="方正银联黑简体" panose="02000000000000000000" pitchFamily="2" charset="-122"/>
                <a:cs typeface="FZYLHJW" charset="-122"/>
              </a:endParaRPr>
            </a:p>
          </p:txBody>
        </p:sp>
      </p:grpSp>
      <p:sp>
        <p:nvSpPr>
          <p:cNvPr id="3" name="灯片编号占位符 2"/>
          <p:cNvSpPr>
            <a:spLocks noGrp="1"/>
          </p:cNvSpPr>
          <p:nvPr>
            <p:ph type="sldNum" sz="quarter" idx="12"/>
          </p:nvPr>
        </p:nvSpPr>
        <p:spPr/>
        <p:txBody>
          <a:bodyPr/>
          <a:lstStyle/>
          <a:p>
            <a:fld id="{39EEDE4D-C237-4DCB-971B-7273E93752F0}" type="slidenum">
              <a:rPr lang="zh-CN" altLang="en-US" smtClean="0"/>
            </a:fld>
            <a:endParaRPr lang="zh-CN" altLang="en-US"/>
          </a:p>
        </p:txBody>
      </p:sp>
      <p:sp>
        <p:nvSpPr>
          <p:cNvPr id="76" name="Text Placeholder 1"/>
          <p:cNvSpPr txBox="1"/>
          <p:nvPr/>
        </p:nvSpPr>
        <p:spPr>
          <a:xfrm>
            <a:off x="647700" y="512445"/>
            <a:ext cx="7200000" cy="315595"/>
          </a:xfrm>
          <a:prstGeom prst="rect">
            <a:avLst/>
          </a:prstGeom>
        </p:spPr>
        <p:txBody>
          <a:bodyPr vert="horz" lIns="51435" tIns="25718" rIns="51435" bIns="25718" rtlCol="0" anchor="ctr"/>
          <a:lstStyle>
            <a:defPPr>
              <a:defRPr lang="zh-CN"/>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700" spc="150" dirty="0">
                <a:solidFill>
                  <a:schemeClr val="tx1">
                    <a:lumMod val="75000"/>
                    <a:lumOff val="25000"/>
                  </a:schemeClr>
                </a:solidFill>
                <a:latin typeface="方正银联黑简体" panose="02000000000000000000" pitchFamily="2" charset="-122"/>
                <a:ea typeface="方正银联黑简体" panose="02000000000000000000" pitchFamily="2" charset="-122"/>
                <a:cs typeface="FZYLHJW" charset="-122"/>
              </a:rPr>
              <a:t>图表示例</a:t>
            </a:r>
            <a:endParaRPr lang="zh-CN" altLang="en-US" sz="2700" spc="150" dirty="0">
              <a:solidFill>
                <a:schemeClr val="tx1">
                  <a:lumMod val="75000"/>
                  <a:lumOff val="25000"/>
                </a:schemeClr>
              </a:solidFill>
              <a:latin typeface="方正银联黑简体" panose="02000000000000000000" pitchFamily="2" charset="-122"/>
              <a:ea typeface="方正银联黑简体" panose="02000000000000000000" pitchFamily="2" charset="-122"/>
              <a:cs typeface="FZYLHJW" charset="-122"/>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 1"/>
          <p:cNvGrpSpPr/>
          <p:nvPr/>
        </p:nvGrpSpPr>
        <p:grpSpPr>
          <a:xfrm>
            <a:off x="2892155" y="2609557"/>
            <a:ext cx="3325955" cy="2217302"/>
            <a:chOff x="2151725" y="2027192"/>
            <a:chExt cx="4620136" cy="3080090"/>
          </a:xfrm>
        </p:grpSpPr>
        <p:graphicFrame>
          <p:nvGraphicFramePr>
            <p:cNvPr id="3" name="图表 2"/>
            <p:cNvGraphicFramePr/>
            <p:nvPr/>
          </p:nvGraphicFramePr>
          <p:xfrm>
            <a:off x="2151725" y="2027192"/>
            <a:ext cx="4620136" cy="3080090"/>
          </p:xfrm>
          <a:graphic>
            <a:graphicData uri="http://schemas.openxmlformats.org/drawingml/2006/chart">
              <c:chart xmlns:c="http://schemas.openxmlformats.org/drawingml/2006/chart" xmlns:r="http://schemas.openxmlformats.org/officeDocument/2006/relationships" r:id="rId1"/>
            </a:graphicData>
          </a:graphic>
        </p:graphicFrame>
        <p:grpSp>
          <p:nvGrpSpPr>
            <p:cNvPr id="4" name="组 3"/>
            <p:cNvGrpSpPr/>
            <p:nvPr/>
          </p:nvGrpSpPr>
          <p:grpSpPr>
            <a:xfrm rot="2169275">
              <a:off x="2938161" y="2253303"/>
              <a:ext cx="2930285" cy="2814778"/>
              <a:chOff x="3007489" y="2291331"/>
              <a:chExt cx="2930285" cy="2814778"/>
            </a:xfrm>
          </p:grpSpPr>
          <p:sp>
            <p:nvSpPr>
              <p:cNvPr id="5" name="Shape 219"/>
              <p:cNvSpPr/>
              <p:nvPr/>
            </p:nvSpPr>
            <p:spPr>
              <a:xfrm>
                <a:off x="3573909" y="2666403"/>
                <a:ext cx="1812235" cy="1812235"/>
              </a:xfrm>
              <a:prstGeom prst="ellipse">
                <a:avLst/>
              </a:prstGeom>
              <a:solidFill>
                <a:srgbClr val="FFFFFF"/>
              </a:solidFill>
              <a:ln w="241300">
                <a:solidFill>
                  <a:srgbClr val="DCDEE0"/>
                </a:solidFill>
                <a:miter lim="400000"/>
              </a:ln>
              <a:effectLst>
                <a:outerShdw blurRad="177800" dist="12700" dir="5400000" rotWithShape="0">
                  <a:srgbClr val="000000">
                    <a:alpha val="16215"/>
                  </a:srgbClr>
                </a:outerShdw>
              </a:effectLst>
            </p:spPr>
            <p:txBody>
              <a:bodyPr lIns="53578" tIns="53578" rIns="53578" bIns="53578" anchor="ctr"/>
              <a:lstStyle/>
              <a:p>
                <a:pPr>
                  <a:defRPr sz="3200">
                    <a:solidFill>
                      <a:srgbClr val="FFFFFF"/>
                    </a:solidFill>
                  </a:defRPr>
                </a:pPr>
                <a:endParaRPr sz="1050" dirty="0">
                  <a:solidFill>
                    <a:srgbClr val="FFFFFF"/>
                  </a:solidFill>
                  <a:latin typeface="方正银联黑简体" panose="02000000000000000000" pitchFamily="2" charset="-122"/>
                  <a:ea typeface="方正银联黑简体" panose="02000000000000000000" pitchFamily="2" charset="-122"/>
                  <a:cs typeface="FZYLHJW" charset="-122"/>
                </a:endParaRPr>
              </a:p>
            </p:txBody>
          </p:sp>
          <p:sp>
            <p:nvSpPr>
              <p:cNvPr id="6" name="Shape 217"/>
              <p:cNvSpPr/>
              <p:nvPr/>
            </p:nvSpPr>
            <p:spPr>
              <a:xfrm rot="11288652" flipH="1">
                <a:off x="3483288" y="2314055"/>
                <a:ext cx="402220" cy="40222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21600"/>
                    </a:lnTo>
                    <a:close/>
                  </a:path>
                </a:pathLst>
              </a:custGeom>
              <a:solidFill>
                <a:srgbClr val="F6826E"/>
              </a:solidFill>
              <a:ln w="3175">
                <a:miter lim="400000"/>
              </a:ln>
            </p:spPr>
            <p:txBody>
              <a:bodyPr lIns="53578" tIns="53578" rIns="53578" bIns="53578" anchor="ctr"/>
              <a:lstStyle/>
              <a:p>
                <a:pPr>
                  <a:defRPr sz="3200"/>
                </a:pPr>
                <a:endParaRPr sz="1050" dirty="0">
                  <a:solidFill>
                    <a:prstClr val="black"/>
                  </a:solidFill>
                  <a:latin typeface="方正银联黑简体" panose="02000000000000000000" pitchFamily="2" charset="-122"/>
                  <a:ea typeface="方正银联黑简体" panose="02000000000000000000" pitchFamily="2" charset="-122"/>
                  <a:cs typeface="FZYLHJW" charset="-122"/>
                </a:endParaRPr>
              </a:p>
            </p:txBody>
          </p:sp>
          <p:sp>
            <p:nvSpPr>
              <p:cNvPr id="7" name="Shape 220"/>
              <p:cNvSpPr/>
              <p:nvPr/>
            </p:nvSpPr>
            <p:spPr>
              <a:xfrm rot="1481177">
                <a:off x="3007489" y="3839245"/>
                <a:ext cx="402220" cy="40222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21600"/>
                    </a:lnTo>
                    <a:close/>
                  </a:path>
                </a:pathLst>
              </a:custGeom>
              <a:solidFill>
                <a:srgbClr val="5698D4"/>
              </a:solidFill>
              <a:ln w="3175">
                <a:miter lim="400000"/>
              </a:ln>
            </p:spPr>
            <p:txBody>
              <a:bodyPr lIns="53578" tIns="53578" rIns="53578" bIns="53578" anchor="ctr"/>
              <a:lstStyle/>
              <a:p>
                <a:pPr>
                  <a:defRPr sz="3200"/>
                </a:pPr>
                <a:endParaRPr sz="1050" dirty="0">
                  <a:solidFill>
                    <a:prstClr val="black"/>
                  </a:solidFill>
                  <a:latin typeface="方正银联黑简体" panose="02000000000000000000" pitchFamily="2" charset="-122"/>
                  <a:ea typeface="方正银联黑简体" panose="02000000000000000000" pitchFamily="2" charset="-122"/>
                  <a:cs typeface="FZYLHJW" charset="-122"/>
                </a:endParaRPr>
              </a:p>
            </p:txBody>
          </p:sp>
          <p:sp>
            <p:nvSpPr>
              <p:cNvPr id="8" name="Shape 221"/>
              <p:cNvSpPr/>
              <p:nvPr/>
            </p:nvSpPr>
            <p:spPr>
              <a:xfrm rot="19910167" flipH="1">
                <a:off x="5535554" y="3737711"/>
                <a:ext cx="402220" cy="40222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21600"/>
                    </a:lnTo>
                    <a:close/>
                  </a:path>
                </a:pathLst>
              </a:custGeom>
              <a:solidFill>
                <a:schemeClr val="bg1">
                  <a:lumMod val="75000"/>
                </a:schemeClr>
              </a:solidFill>
              <a:ln w="3175">
                <a:miter lim="400000"/>
              </a:ln>
            </p:spPr>
            <p:txBody>
              <a:bodyPr lIns="53578" tIns="53578" rIns="53578" bIns="53578" anchor="ctr"/>
              <a:lstStyle/>
              <a:p>
                <a:pPr>
                  <a:defRPr sz="3200"/>
                </a:pPr>
                <a:endParaRPr sz="1050" dirty="0">
                  <a:solidFill>
                    <a:prstClr val="black"/>
                  </a:solidFill>
                  <a:latin typeface="方正银联黑简体" panose="02000000000000000000" pitchFamily="2" charset="-122"/>
                  <a:ea typeface="方正银联黑简体" panose="02000000000000000000" pitchFamily="2" charset="-122"/>
                  <a:cs typeface="FZYLHJW" charset="-122"/>
                </a:endParaRPr>
              </a:p>
            </p:txBody>
          </p:sp>
          <p:sp>
            <p:nvSpPr>
              <p:cNvPr id="9" name="Shape 222"/>
              <p:cNvSpPr/>
              <p:nvPr/>
            </p:nvSpPr>
            <p:spPr>
              <a:xfrm rot="10220172">
                <a:off x="5020451" y="2291331"/>
                <a:ext cx="402220" cy="40222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21600"/>
                    </a:lnTo>
                    <a:close/>
                  </a:path>
                </a:pathLst>
              </a:custGeom>
              <a:solidFill>
                <a:srgbClr val="5698D4"/>
              </a:solidFill>
              <a:ln w="3175">
                <a:miter lim="400000"/>
              </a:ln>
            </p:spPr>
            <p:txBody>
              <a:bodyPr lIns="53578" tIns="53578" rIns="53578" bIns="53578" anchor="ctr"/>
              <a:lstStyle/>
              <a:p>
                <a:pPr>
                  <a:defRPr sz="3200"/>
                </a:pPr>
                <a:endParaRPr sz="1050" dirty="0">
                  <a:solidFill>
                    <a:prstClr val="black"/>
                  </a:solidFill>
                  <a:latin typeface="方正银联黑简体" panose="02000000000000000000" pitchFamily="2" charset="-122"/>
                  <a:ea typeface="方正银联黑简体" panose="02000000000000000000" pitchFamily="2" charset="-122"/>
                  <a:cs typeface="FZYLHJW" charset="-122"/>
                </a:endParaRPr>
              </a:p>
            </p:txBody>
          </p:sp>
          <p:sp>
            <p:nvSpPr>
              <p:cNvPr id="10" name="Shape 217"/>
              <p:cNvSpPr/>
              <p:nvPr/>
            </p:nvSpPr>
            <p:spPr>
              <a:xfrm rot="2768612" flipH="1">
                <a:off x="4245808" y="4703889"/>
                <a:ext cx="402220" cy="40222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21600"/>
                    </a:lnTo>
                    <a:close/>
                  </a:path>
                </a:pathLst>
              </a:custGeom>
              <a:solidFill>
                <a:srgbClr val="5EC3AD"/>
              </a:solidFill>
              <a:ln w="3175">
                <a:miter lim="400000"/>
              </a:ln>
            </p:spPr>
            <p:txBody>
              <a:bodyPr lIns="53578" tIns="53578" rIns="53578" bIns="53578" anchor="ctr"/>
              <a:lstStyle/>
              <a:p>
                <a:pPr>
                  <a:defRPr sz="3200"/>
                </a:pPr>
                <a:endParaRPr sz="1050" dirty="0">
                  <a:solidFill>
                    <a:prstClr val="black"/>
                  </a:solidFill>
                  <a:latin typeface="方正银联黑简体" panose="02000000000000000000" pitchFamily="2" charset="-122"/>
                  <a:ea typeface="方正银联黑简体" panose="02000000000000000000" pitchFamily="2" charset="-122"/>
                  <a:cs typeface="FZYLHJW" charset="-122"/>
                </a:endParaRPr>
              </a:p>
            </p:txBody>
          </p:sp>
        </p:grpSp>
      </p:grpSp>
      <p:pic>
        <p:nvPicPr>
          <p:cNvPr id="11" name="图片 10" descr="全色加白边品牌标识.jpg"/>
          <p:cNvPicPr>
            <a:picLocks noChangeAspect="1"/>
          </p:cNvPicPr>
          <p:nvPr/>
        </p:nvPicPr>
        <p:blipFill rotWithShape="1">
          <a:blip r:embed="rId2">
            <a:extLst>
              <a:ext uri="{BEBA8EAE-BF5A-486C-A8C5-ECC9F3942E4B}">
                <a14:imgProps xmlns:a14="http://schemas.microsoft.com/office/drawing/2010/main">
                  <a14:imgLayer r:embed="rId3">
                    <a14:imgEffect>
                      <a14:backgroundRemoval t="33977" b="68121" l="32067" r="67340"/>
                    </a14:imgEffect>
                  </a14:imgLayer>
                </a14:imgProps>
              </a:ext>
            </a:extLst>
          </a:blip>
          <a:srcRect l="30712" t="34871" r="32415" b="30583"/>
          <a:stretch>
            <a:fillRect/>
          </a:stretch>
        </p:blipFill>
        <p:spPr>
          <a:xfrm>
            <a:off x="4269891" y="3537268"/>
            <a:ext cx="545762" cy="361926"/>
          </a:xfrm>
          <a:prstGeom prst="rect">
            <a:avLst/>
          </a:prstGeom>
        </p:spPr>
      </p:pic>
      <p:sp>
        <p:nvSpPr>
          <p:cNvPr id="12" name="圆角矩形 11"/>
          <p:cNvSpPr/>
          <p:nvPr/>
        </p:nvSpPr>
        <p:spPr>
          <a:xfrm>
            <a:off x="3906321" y="2136169"/>
            <a:ext cx="1239457" cy="244946"/>
          </a:xfrm>
          <a:prstGeom prst="roundRect">
            <a:avLst>
              <a:gd name="adj" fmla="val 23333"/>
            </a:avLst>
          </a:prstGeom>
          <a:noFill/>
          <a:ln w="12700">
            <a:solidFill>
              <a:srgbClr val="F6826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spc="225" dirty="0">
                <a:solidFill>
                  <a:srgbClr val="F6826E"/>
                </a:solidFill>
                <a:latin typeface="方正银联黑简体" panose="02000000000000000000" pitchFamily="2" charset="-122"/>
                <a:ea typeface="方正银联黑简体" panose="02000000000000000000" pitchFamily="2" charset="-122"/>
                <a:cs typeface="FZYLHJW" charset="-122"/>
              </a:rPr>
              <a:t>输入标题</a:t>
            </a:r>
            <a:endParaRPr lang="zh-CN" altLang="en-US" sz="1500" spc="225" dirty="0">
              <a:solidFill>
                <a:srgbClr val="F6826E"/>
              </a:solidFill>
              <a:latin typeface="方正银联黑简体" panose="02000000000000000000" pitchFamily="2" charset="-122"/>
              <a:ea typeface="方正银联黑简体" panose="02000000000000000000" pitchFamily="2" charset="-122"/>
              <a:cs typeface="FZYLHJW" charset="-122"/>
            </a:endParaRPr>
          </a:p>
        </p:txBody>
      </p:sp>
      <p:sp>
        <p:nvSpPr>
          <p:cNvPr id="13" name="圆角矩形 12"/>
          <p:cNvSpPr/>
          <p:nvPr/>
        </p:nvSpPr>
        <p:spPr>
          <a:xfrm>
            <a:off x="2260997" y="2785202"/>
            <a:ext cx="1226037" cy="315893"/>
          </a:xfrm>
          <a:prstGeom prst="roundRect">
            <a:avLst>
              <a:gd name="adj" fmla="val 23333"/>
            </a:avLst>
          </a:prstGeom>
          <a:noFill/>
          <a:ln w="12700">
            <a:solidFill>
              <a:srgbClr val="5698D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b="1" spc="225" dirty="0">
                <a:solidFill>
                  <a:srgbClr val="5698D4"/>
                </a:solidFill>
                <a:latin typeface="方正银联黑简体" panose="02000000000000000000" pitchFamily="2" charset="-122"/>
                <a:ea typeface="方正银联黑简体" panose="02000000000000000000" pitchFamily="2" charset="-122"/>
                <a:cs typeface="FZYLHJW" charset="-122"/>
              </a:rPr>
              <a:t> 财务痛点</a:t>
            </a:r>
            <a:endParaRPr lang="zh-CN" altLang="en-US" sz="1500" b="1" spc="225" dirty="0">
              <a:solidFill>
                <a:srgbClr val="5698D4"/>
              </a:solidFill>
              <a:latin typeface="方正银联黑简体" panose="02000000000000000000" pitchFamily="2" charset="-122"/>
              <a:ea typeface="方正银联黑简体" panose="02000000000000000000" pitchFamily="2" charset="-122"/>
              <a:cs typeface="FZYLHJW" charset="-122"/>
            </a:endParaRPr>
          </a:p>
        </p:txBody>
      </p:sp>
      <p:sp>
        <p:nvSpPr>
          <p:cNvPr id="14" name="圆角矩形 13"/>
          <p:cNvSpPr/>
          <p:nvPr/>
        </p:nvSpPr>
        <p:spPr>
          <a:xfrm>
            <a:off x="2390865" y="4399021"/>
            <a:ext cx="1168601" cy="266270"/>
          </a:xfrm>
          <a:prstGeom prst="roundRect">
            <a:avLst>
              <a:gd name="adj" fmla="val 23333"/>
            </a:avLst>
          </a:prstGeom>
          <a:noFill/>
          <a:ln w="12700">
            <a:solidFill>
              <a:srgbClr val="5EC3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b="1" spc="225" dirty="0">
                <a:solidFill>
                  <a:srgbClr val="5EC3AD"/>
                </a:solidFill>
                <a:latin typeface="方正银联黑简体" panose="02000000000000000000" pitchFamily="2" charset="-122"/>
                <a:ea typeface="方正银联黑简体" panose="02000000000000000000" pitchFamily="2" charset="-122"/>
                <a:cs typeface="FZYLHJW" charset="-122"/>
              </a:rPr>
              <a:t>会员痛点</a:t>
            </a:r>
            <a:endParaRPr lang="zh-CN" altLang="en-US" sz="1500" b="1" spc="225" dirty="0">
              <a:solidFill>
                <a:srgbClr val="5EC3AD"/>
              </a:solidFill>
              <a:latin typeface="方正银联黑简体" panose="02000000000000000000" pitchFamily="2" charset="-122"/>
              <a:ea typeface="方正银联黑简体" panose="02000000000000000000" pitchFamily="2" charset="-122"/>
              <a:cs typeface="FZYLHJW" charset="-122"/>
            </a:endParaRPr>
          </a:p>
        </p:txBody>
      </p:sp>
      <p:sp>
        <p:nvSpPr>
          <p:cNvPr id="15" name="圆角矩形 14"/>
          <p:cNvSpPr/>
          <p:nvPr/>
        </p:nvSpPr>
        <p:spPr>
          <a:xfrm>
            <a:off x="5412210" y="4360512"/>
            <a:ext cx="1069330" cy="310052"/>
          </a:xfrm>
          <a:prstGeom prst="roundRect">
            <a:avLst>
              <a:gd name="adj" fmla="val 23333"/>
            </a:avLst>
          </a:prstGeom>
          <a:noFill/>
          <a:ln w="127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spc="225" dirty="0">
                <a:solidFill>
                  <a:schemeClr val="tx1">
                    <a:lumMod val="75000"/>
                    <a:lumOff val="25000"/>
                  </a:schemeClr>
                </a:solidFill>
                <a:latin typeface="方正银联黑简体" panose="02000000000000000000" pitchFamily="2" charset="-122"/>
                <a:ea typeface="方正银联黑简体" panose="02000000000000000000" pitchFamily="2" charset="-122"/>
                <a:cs typeface="FZYLHJW" charset="-122"/>
              </a:rPr>
              <a:t>输入标题</a:t>
            </a:r>
            <a:endParaRPr lang="zh-CN" altLang="en-US" sz="1500" spc="225" dirty="0">
              <a:solidFill>
                <a:schemeClr val="tx1">
                  <a:lumMod val="75000"/>
                  <a:lumOff val="25000"/>
                </a:schemeClr>
              </a:solidFill>
              <a:latin typeface="方正银联黑简体" panose="02000000000000000000" pitchFamily="2" charset="-122"/>
              <a:ea typeface="方正银联黑简体" panose="02000000000000000000" pitchFamily="2" charset="-122"/>
              <a:cs typeface="FZYLHJW" charset="-122"/>
            </a:endParaRPr>
          </a:p>
        </p:txBody>
      </p:sp>
      <p:sp>
        <p:nvSpPr>
          <p:cNvPr id="16" name="圆角矩形 15"/>
          <p:cNvSpPr/>
          <p:nvPr/>
        </p:nvSpPr>
        <p:spPr>
          <a:xfrm>
            <a:off x="5762969" y="2803754"/>
            <a:ext cx="1118564" cy="271277"/>
          </a:xfrm>
          <a:prstGeom prst="roundRect">
            <a:avLst>
              <a:gd name="adj" fmla="val 23333"/>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zh-CN" altLang="en-US" sz="1350" spc="225" dirty="0">
                <a:solidFill>
                  <a:schemeClr val="accent4"/>
                </a:solidFill>
                <a:latin typeface="方正银联黑简体" panose="02000000000000000000" pitchFamily="2" charset="-122"/>
                <a:ea typeface="方正银联黑简体" panose="02000000000000000000" pitchFamily="2" charset="-122"/>
                <a:cs typeface="FZYLHJW" charset="-122"/>
              </a:rPr>
              <a:t>输入标题</a:t>
            </a:r>
            <a:endParaRPr lang="zh-CN" altLang="en-US" sz="1350" spc="225" dirty="0">
              <a:solidFill>
                <a:schemeClr val="accent4"/>
              </a:solidFill>
              <a:latin typeface="方正银联黑简体" panose="02000000000000000000" pitchFamily="2" charset="-122"/>
              <a:ea typeface="方正银联黑简体" panose="02000000000000000000" pitchFamily="2" charset="-122"/>
              <a:cs typeface="FZYLHJW" charset="-122"/>
            </a:endParaRPr>
          </a:p>
        </p:txBody>
      </p:sp>
      <p:sp>
        <p:nvSpPr>
          <p:cNvPr id="19" name="灯片编号占位符 18"/>
          <p:cNvSpPr>
            <a:spLocks noGrp="1"/>
          </p:cNvSpPr>
          <p:nvPr>
            <p:ph type="sldNum" sz="quarter" idx="12"/>
          </p:nvPr>
        </p:nvSpPr>
        <p:spPr/>
        <p:txBody>
          <a:bodyPr/>
          <a:lstStyle/>
          <a:p>
            <a:fld id="{39EEDE4D-C237-4DCB-971B-7273E93752F0}" type="slidenum">
              <a:rPr lang="zh-CN" altLang="en-US" smtClean="0"/>
            </a:fld>
            <a:endParaRPr lang="zh-CN" altLang="en-US"/>
          </a:p>
        </p:txBody>
      </p:sp>
      <p:sp>
        <p:nvSpPr>
          <p:cNvPr id="76" name="Text Placeholder 1"/>
          <p:cNvSpPr txBox="1"/>
          <p:nvPr/>
        </p:nvSpPr>
        <p:spPr>
          <a:xfrm>
            <a:off x="647700" y="512445"/>
            <a:ext cx="7200000" cy="315595"/>
          </a:xfrm>
          <a:prstGeom prst="rect">
            <a:avLst/>
          </a:prstGeom>
        </p:spPr>
        <p:txBody>
          <a:bodyPr vert="horz" lIns="51435" tIns="25718" rIns="51435" bIns="25718" rtlCol="0" anchor="ctr"/>
          <a:lstStyle>
            <a:defPPr>
              <a:defRPr lang="zh-CN"/>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700" spc="150" dirty="0">
                <a:solidFill>
                  <a:schemeClr val="tx1">
                    <a:lumMod val="75000"/>
                    <a:lumOff val="25000"/>
                  </a:schemeClr>
                </a:solidFill>
                <a:latin typeface="方正银联黑简体" panose="02000000000000000000" pitchFamily="2" charset="-122"/>
                <a:ea typeface="方正银联黑简体" panose="02000000000000000000" pitchFamily="2" charset="-122"/>
                <a:cs typeface="FZYLHJW" charset="-122"/>
              </a:rPr>
              <a:t>图表示例</a:t>
            </a:r>
            <a:endParaRPr lang="zh-CN" altLang="en-US" sz="2700" spc="150" dirty="0">
              <a:solidFill>
                <a:schemeClr val="tx1">
                  <a:lumMod val="75000"/>
                  <a:lumOff val="25000"/>
                </a:schemeClr>
              </a:solidFill>
              <a:latin typeface="方正银联黑简体" panose="02000000000000000000" pitchFamily="2" charset="-122"/>
              <a:ea typeface="方正银联黑简体" panose="02000000000000000000" pitchFamily="2" charset="-122"/>
              <a:cs typeface="FZYLHJW" charset="-122"/>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 1"/>
          <p:cNvGrpSpPr/>
          <p:nvPr/>
        </p:nvGrpSpPr>
        <p:grpSpPr>
          <a:xfrm>
            <a:off x="3160210" y="2551607"/>
            <a:ext cx="2659592" cy="2528723"/>
            <a:chOff x="2417185" y="1953901"/>
            <a:chExt cx="4050049" cy="3850763"/>
          </a:xfrm>
        </p:grpSpPr>
        <p:sp>
          <p:nvSpPr>
            <p:cNvPr id="3" name="Freeform: Shape 65"/>
            <p:cNvSpPr/>
            <p:nvPr/>
          </p:nvSpPr>
          <p:spPr bwMode="auto">
            <a:xfrm>
              <a:off x="2417185" y="2498515"/>
              <a:ext cx="2209518" cy="1728740"/>
            </a:xfrm>
            <a:custGeom>
              <a:avLst/>
              <a:gdLst/>
              <a:ahLst/>
              <a:cxnLst>
                <a:cxn ang="0">
                  <a:pos x="126" y="396"/>
                </a:cxn>
                <a:cxn ang="0">
                  <a:pos x="76" y="153"/>
                </a:cxn>
                <a:cxn ang="0">
                  <a:pos x="475" y="73"/>
                </a:cxn>
                <a:cxn ang="0">
                  <a:pos x="225" y="182"/>
                </a:cxn>
                <a:cxn ang="0">
                  <a:pos x="126" y="396"/>
                </a:cxn>
              </a:cxnLst>
              <a:rect l="0" t="0" r="r" b="b"/>
              <a:pathLst>
                <a:path w="475" h="396">
                  <a:moveTo>
                    <a:pt x="126" y="396"/>
                  </a:moveTo>
                  <a:cubicBezTo>
                    <a:pt x="126" y="396"/>
                    <a:pt x="0" y="278"/>
                    <a:pt x="76" y="153"/>
                  </a:cubicBezTo>
                  <a:cubicBezTo>
                    <a:pt x="168" y="0"/>
                    <a:pt x="475" y="73"/>
                    <a:pt x="475" y="73"/>
                  </a:cubicBezTo>
                  <a:cubicBezTo>
                    <a:pt x="475" y="73"/>
                    <a:pt x="318" y="70"/>
                    <a:pt x="225" y="182"/>
                  </a:cubicBezTo>
                  <a:cubicBezTo>
                    <a:pt x="160" y="261"/>
                    <a:pt x="126" y="396"/>
                    <a:pt x="126" y="396"/>
                  </a:cubicBezTo>
                  <a:close/>
                </a:path>
              </a:pathLst>
            </a:custGeom>
            <a:solidFill>
              <a:srgbClr val="F6826E"/>
            </a:solidFill>
            <a:ln w="9525">
              <a:noFill/>
              <a:round/>
            </a:ln>
          </p:spPr>
          <p:txBody>
            <a:bodyPr anchor="ctr"/>
            <a:lstStyle/>
            <a:p>
              <a:pPr algn="ctr"/>
              <a:endParaRPr sz="1800" dirty="0">
                <a:latin typeface="方正银联黑简体" panose="02000000000000000000" pitchFamily="2" charset="-122"/>
                <a:ea typeface="方正银联黑简体" panose="02000000000000000000" pitchFamily="2" charset="-122"/>
                <a:cs typeface="FZYLHJW" charset="-122"/>
              </a:endParaRPr>
            </a:p>
          </p:txBody>
        </p:sp>
        <p:sp>
          <p:nvSpPr>
            <p:cNvPr id="4" name="Freeform: Shape 66"/>
            <p:cNvSpPr/>
            <p:nvPr/>
          </p:nvSpPr>
          <p:spPr bwMode="auto">
            <a:xfrm>
              <a:off x="3713023" y="1953901"/>
              <a:ext cx="1923993" cy="1695733"/>
            </a:xfrm>
            <a:custGeom>
              <a:avLst/>
              <a:gdLst/>
              <a:ahLst/>
              <a:cxnLst>
                <a:cxn ang="0">
                  <a:pos x="0" y="157"/>
                </a:cxn>
                <a:cxn ang="0">
                  <a:pos x="215" y="33"/>
                </a:cxn>
                <a:cxn ang="0">
                  <a:pos x="414" y="388"/>
                </a:cxn>
                <a:cxn ang="0">
                  <a:pos x="234" y="184"/>
                </a:cxn>
                <a:cxn ang="0">
                  <a:pos x="0" y="157"/>
                </a:cxn>
              </a:cxnLst>
              <a:rect l="0" t="0" r="r" b="b"/>
              <a:pathLst>
                <a:path w="414" h="388">
                  <a:moveTo>
                    <a:pt x="0" y="157"/>
                  </a:moveTo>
                  <a:cubicBezTo>
                    <a:pt x="0" y="157"/>
                    <a:pt x="73" y="0"/>
                    <a:pt x="215" y="33"/>
                  </a:cubicBezTo>
                  <a:cubicBezTo>
                    <a:pt x="389" y="74"/>
                    <a:pt x="414" y="388"/>
                    <a:pt x="414" y="388"/>
                  </a:cubicBezTo>
                  <a:cubicBezTo>
                    <a:pt x="414" y="388"/>
                    <a:pt x="370" y="238"/>
                    <a:pt x="234" y="184"/>
                  </a:cubicBezTo>
                  <a:cubicBezTo>
                    <a:pt x="139" y="146"/>
                    <a:pt x="0" y="157"/>
                    <a:pt x="0" y="157"/>
                  </a:cubicBezTo>
                  <a:close/>
                </a:path>
              </a:pathLst>
            </a:custGeom>
            <a:solidFill>
              <a:schemeClr val="bg1">
                <a:lumMod val="75000"/>
              </a:schemeClr>
            </a:solidFill>
            <a:ln w="9525">
              <a:noFill/>
              <a:round/>
            </a:ln>
          </p:spPr>
          <p:txBody>
            <a:bodyPr anchor="ctr"/>
            <a:lstStyle/>
            <a:p>
              <a:pPr algn="ctr"/>
              <a:endParaRPr sz="1800" dirty="0">
                <a:latin typeface="方正银联黑简体" panose="02000000000000000000" pitchFamily="2" charset="-122"/>
                <a:ea typeface="方正银联黑简体" panose="02000000000000000000" pitchFamily="2" charset="-122"/>
                <a:cs typeface="FZYLHJW" charset="-122"/>
              </a:endParaRPr>
            </a:p>
          </p:txBody>
        </p:sp>
        <p:sp>
          <p:nvSpPr>
            <p:cNvPr id="5" name="Freeform: Shape 67"/>
            <p:cNvSpPr/>
            <p:nvPr/>
          </p:nvSpPr>
          <p:spPr bwMode="auto">
            <a:xfrm>
              <a:off x="5114289" y="2783199"/>
              <a:ext cx="1352945" cy="2034054"/>
            </a:xfrm>
            <a:custGeom>
              <a:avLst/>
              <a:gdLst/>
              <a:ahLst/>
              <a:cxnLst>
                <a:cxn ang="0">
                  <a:pos x="92" y="0"/>
                </a:cxn>
                <a:cxn ang="0">
                  <a:pos x="276" y="167"/>
                </a:cxn>
                <a:cxn ang="0">
                  <a:pos x="0" y="466"/>
                </a:cxn>
                <a:cxn ang="0">
                  <a:pos x="138" y="231"/>
                </a:cxn>
                <a:cxn ang="0">
                  <a:pos x="92" y="0"/>
                </a:cxn>
              </a:cxnLst>
              <a:rect l="0" t="0" r="r" b="b"/>
              <a:pathLst>
                <a:path w="291" h="466">
                  <a:moveTo>
                    <a:pt x="92" y="0"/>
                  </a:moveTo>
                  <a:cubicBezTo>
                    <a:pt x="92" y="0"/>
                    <a:pt x="264" y="21"/>
                    <a:pt x="276" y="167"/>
                  </a:cubicBezTo>
                  <a:cubicBezTo>
                    <a:pt x="291" y="345"/>
                    <a:pt x="0" y="466"/>
                    <a:pt x="0" y="466"/>
                  </a:cubicBezTo>
                  <a:cubicBezTo>
                    <a:pt x="0" y="466"/>
                    <a:pt x="129" y="377"/>
                    <a:pt x="138" y="231"/>
                  </a:cubicBezTo>
                  <a:cubicBezTo>
                    <a:pt x="144" y="129"/>
                    <a:pt x="92" y="0"/>
                    <a:pt x="92" y="0"/>
                  </a:cubicBezTo>
                  <a:close/>
                </a:path>
              </a:pathLst>
            </a:custGeom>
            <a:solidFill>
              <a:srgbClr val="5698D4"/>
            </a:solidFill>
            <a:ln w="9525">
              <a:noFill/>
              <a:round/>
            </a:ln>
          </p:spPr>
          <p:txBody>
            <a:bodyPr anchor="ctr"/>
            <a:lstStyle/>
            <a:p>
              <a:pPr algn="ctr"/>
              <a:endParaRPr sz="1800" dirty="0">
                <a:latin typeface="方正银联黑简体" panose="02000000000000000000" pitchFamily="2" charset="-122"/>
                <a:ea typeface="方正银联黑简体" panose="02000000000000000000" pitchFamily="2" charset="-122"/>
                <a:cs typeface="FZYLHJW" charset="-122"/>
              </a:endParaRPr>
            </a:p>
          </p:txBody>
        </p:sp>
        <p:sp>
          <p:nvSpPr>
            <p:cNvPr id="6" name="Freeform: Shape 68"/>
            <p:cNvSpPr/>
            <p:nvPr/>
          </p:nvSpPr>
          <p:spPr bwMode="auto">
            <a:xfrm>
              <a:off x="3770129" y="4509142"/>
              <a:ext cx="2341298" cy="1295522"/>
            </a:xfrm>
            <a:custGeom>
              <a:avLst/>
              <a:gdLst/>
              <a:ahLst/>
              <a:cxnLst>
                <a:cxn ang="0">
                  <a:pos x="471" y="0"/>
                </a:cxn>
                <a:cxn ang="0">
                  <a:pos x="370" y="226"/>
                </a:cxn>
                <a:cxn ang="0">
                  <a:pos x="0" y="56"/>
                </a:cxn>
                <a:cxn ang="0">
                  <a:pos x="266" y="115"/>
                </a:cxn>
                <a:cxn ang="0">
                  <a:pos x="471" y="0"/>
                </a:cxn>
              </a:cxnLst>
              <a:rect l="0" t="0" r="r" b="b"/>
              <a:pathLst>
                <a:path w="504" h="296">
                  <a:moveTo>
                    <a:pt x="471" y="0"/>
                  </a:moveTo>
                  <a:cubicBezTo>
                    <a:pt x="471" y="0"/>
                    <a:pt x="504" y="170"/>
                    <a:pt x="370" y="226"/>
                  </a:cubicBezTo>
                  <a:cubicBezTo>
                    <a:pt x="205" y="296"/>
                    <a:pt x="0" y="56"/>
                    <a:pt x="0" y="56"/>
                  </a:cubicBezTo>
                  <a:cubicBezTo>
                    <a:pt x="0" y="56"/>
                    <a:pt x="124" y="151"/>
                    <a:pt x="266" y="115"/>
                  </a:cubicBezTo>
                  <a:cubicBezTo>
                    <a:pt x="365" y="89"/>
                    <a:pt x="471" y="0"/>
                    <a:pt x="471" y="0"/>
                  </a:cubicBezTo>
                  <a:close/>
                </a:path>
              </a:pathLst>
            </a:custGeom>
            <a:solidFill>
              <a:srgbClr val="5EC3AD"/>
            </a:solidFill>
            <a:ln w="9525">
              <a:noFill/>
              <a:round/>
            </a:ln>
          </p:spPr>
          <p:txBody>
            <a:bodyPr anchor="ctr"/>
            <a:lstStyle/>
            <a:p>
              <a:pPr algn="ctr"/>
              <a:endParaRPr sz="1800" dirty="0">
                <a:latin typeface="方正银联黑简体" panose="02000000000000000000" pitchFamily="2" charset="-122"/>
                <a:ea typeface="方正银联黑简体" panose="02000000000000000000" pitchFamily="2" charset="-122"/>
                <a:cs typeface="FZYLHJW" charset="-122"/>
              </a:endParaRPr>
            </a:p>
          </p:txBody>
        </p:sp>
        <p:sp>
          <p:nvSpPr>
            <p:cNvPr id="7" name="Freeform: Shape 69"/>
            <p:cNvSpPr/>
            <p:nvPr/>
          </p:nvSpPr>
          <p:spPr bwMode="auto">
            <a:xfrm>
              <a:off x="2702708" y="3523060"/>
              <a:ext cx="1691182" cy="2244472"/>
            </a:xfrm>
            <a:custGeom>
              <a:avLst/>
              <a:gdLst/>
              <a:ahLst/>
              <a:cxnLst>
                <a:cxn ang="0">
                  <a:pos x="363" y="431"/>
                </a:cxn>
                <a:cxn ang="0">
                  <a:pos x="116" y="404"/>
                </a:cxn>
                <a:cxn ang="0">
                  <a:pos x="164" y="0"/>
                </a:cxn>
                <a:cxn ang="0">
                  <a:pos x="190" y="271"/>
                </a:cxn>
                <a:cxn ang="0">
                  <a:pos x="363" y="431"/>
                </a:cxn>
              </a:cxnLst>
              <a:rect l="0" t="0" r="r" b="b"/>
              <a:pathLst>
                <a:path w="363" h="514">
                  <a:moveTo>
                    <a:pt x="363" y="431"/>
                  </a:moveTo>
                  <a:cubicBezTo>
                    <a:pt x="363" y="431"/>
                    <a:pt x="212" y="514"/>
                    <a:pt x="116" y="404"/>
                  </a:cubicBezTo>
                  <a:cubicBezTo>
                    <a:pt x="0" y="269"/>
                    <a:pt x="164" y="0"/>
                    <a:pt x="164" y="0"/>
                  </a:cubicBezTo>
                  <a:cubicBezTo>
                    <a:pt x="164" y="0"/>
                    <a:pt x="112" y="147"/>
                    <a:pt x="190" y="271"/>
                  </a:cubicBezTo>
                  <a:cubicBezTo>
                    <a:pt x="245" y="357"/>
                    <a:pt x="363" y="431"/>
                    <a:pt x="363" y="431"/>
                  </a:cubicBezTo>
                  <a:close/>
                </a:path>
              </a:pathLst>
            </a:custGeom>
            <a:solidFill>
              <a:srgbClr val="5698D4"/>
            </a:solidFill>
            <a:ln w="9525">
              <a:noFill/>
              <a:round/>
            </a:ln>
          </p:spPr>
          <p:txBody>
            <a:bodyPr anchor="ctr"/>
            <a:lstStyle/>
            <a:p>
              <a:pPr algn="ctr"/>
              <a:endParaRPr sz="1800" dirty="0">
                <a:latin typeface="方正银联黑简体" panose="02000000000000000000" pitchFamily="2" charset="-122"/>
                <a:ea typeface="方正银联黑简体" panose="02000000000000000000" pitchFamily="2" charset="-122"/>
                <a:cs typeface="FZYLHJW" charset="-122"/>
              </a:endParaRPr>
            </a:p>
          </p:txBody>
        </p:sp>
      </p:grpSp>
      <p:grpSp>
        <p:nvGrpSpPr>
          <p:cNvPr id="8" name="Group 109"/>
          <p:cNvGrpSpPr/>
          <p:nvPr/>
        </p:nvGrpSpPr>
        <p:grpSpPr>
          <a:xfrm>
            <a:off x="3659368" y="4315268"/>
            <a:ext cx="215799" cy="389298"/>
            <a:chOff x="4486276" y="4586288"/>
            <a:chExt cx="100012" cy="192087"/>
          </a:xfrm>
          <a:solidFill>
            <a:schemeClr val="bg1"/>
          </a:solidFill>
        </p:grpSpPr>
        <p:sp>
          <p:nvSpPr>
            <p:cNvPr id="9" name="Freeform: Shape 110"/>
            <p:cNvSpPr/>
            <p:nvPr/>
          </p:nvSpPr>
          <p:spPr bwMode="auto">
            <a:xfrm>
              <a:off x="4494213" y="4586288"/>
              <a:ext cx="92075" cy="77787"/>
            </a:xfrm>
            <a:custGeom>
              <a:avLst/>
              <a:gdLst/>
              <a:ahLst/>
              <a:cxnLst>
                <a:cxn ang="0">
                  <a:pos x="24" y="2"/>
                </a:cxn>
                <a:cxn ang="0">
                  <a:pos x="11" y="3"/>
                </a:cxn>
                <a:cxn ang="0">
                  <a:pos x="1" y="12"/>
                </a:cxn>
                <a:cxn ang="0">
                  <a:pos x="0" y="14"/>
                </a:cxn>
                <a:cxn ang="0">
                  <a:pos x="1" y="24"/>
                </a:cxn>
                <a:cxn ang="0">
                  <a:pos x="2" y="25"/>
                </a:cxn>
                <a:cxn ang="0">
                  <a:pos x="2" y="25"/>
                </a:cxn>
                <a:cxn ang="0">
                  <a:pos x="2" y="25"/>
                </a:cxn>
                <a:cxn ang="0">
                  <a:pos x="4" y="27"/>
                </a:cxn>
                <a:cxn ang="0">
                  <a:pos x="5" y="26"/>
                </a:cxn>
                <a:cxn ang="0">
                  <a:pos x="6" y="24"/>
                </a:cxn>
                <a:cxn ang="0">
                  <a:pos x="7" y="16"/>
                </a:cxn>
                <a:cxn ang="0">
                  <a:pos x="13" y="11"/>
                </a:cxn>
                <a:cxn ang="0">
                  <a:pos x="14" y="11"/>
                </a:cxn>
                <a:cxn ang="0">
                  <a:pos x="16" y="14"/>
                </a:cxn>
                <a:cxn ang="0">
                  <a:pos x="16" y="17"/>
                </a:cxn>
                <a:cxn ang="0">
                  <a:pos x="12" y="22"/>
                </a:cxn>
                <a:cxn ang="0">
                  <a:pos x="13" y="25"/>
                </a:cxn>
                <a:cxn ang="0">
                  <a:pos x="14" y="25"/>
                </a:cxn>
                <a:cxn ang="0">
                  <a:pos x="16" y="25"/>
                </a:cxn>
                <a:cxn ang="0">
                  <a:pos x="22" y="17"/>
                </a:cxn>
                <a:cxn ang="0">
                  <a:pos x="29" y="11"/>
                </a:cxn>
                <a:cxn ang="0">
                  <a:pos x="30" y="11"/>
                </a:cxn>
                <a:cxn ang="0">
                  <a:pos x="32" y="9"/>
                </a:cxn>
                <a:cxn ang="0">
                  <a:pos x="32" y="2"/>
                </a:cxn>
                <a:cxn ang="0">
                  <a:pos x="30" y="0"/>
                </a:cxn>
                <a:cxn ang="0">
                  <a:pos x="24" y="2"/>
                </a:cxn>
              </a:cxnLst>
              <a:rect l="0" t="0" r="r" b="b"/>
              <a:pathLst>
                <a:path w="32" h="27">
                  <a:moveTo>
                    <a:pt x="24" y="2"/>
                  </a:moveTo>
                  <a:cubicBezTo>
                    <a:pt x="24" y="2"/>
                    <a:pt x="13" y="2"/>
                    <a:pt x="11" y="3"/>
                  </a:cubicBezTo>
                  <a:cubicBezTo>
                    <a:pt x="9" y="3"/>
                    <a:pt x="1" y="12"/>
                    <a:pt x="1" y="12"/>
                  </a:cubicBezTo>
                  <a:cubicBezTo>
                    <a:pt x="0" y="13"/>
                    <a:pt x="0" y="13"/>
                    <a:pt x="0" y="14"/>
                  </a:cubicBezTo>
                  <a:cubicBezTo>
                    <a:pt x="1" y="24"/>
                    <a:pt x="1" y="24"/>
                    <a:pt x="1" y="24"/>
                  </a:cubicBezTo>
                  <a:cubicBezTo>
                    <a:pt x="1" y="25"/>
                    <a:pt x="2" y="25"/>
                    <a:pt x="2" y="25"/>
                  </a:cubicBezTo>
                  <a:cubicBezTo>
                    <a:pt x="2" y="25"/>
                    <a:pt x="2" y="25"/>
                    <a:pt x="2" y="25"/>
                  </a:cubicBezTo>
                  <a:cubicBezTo>
                    <a:pt x="2" y="25"/>
                    <a:pt x="2" y="25"/>
                    <a:pt x="2" y="25"/>
                  </a:cubicBezTo>
                  <a:cubicBezTo>
                    <a:pt x="2" y="26"/>
                    <a:pt x="3" y="27"/>
                    <a:pt x="4" y="27"/>
                  </a:cubicBezTo>
                  <a:cubicBezTo>
                    <a:pt x="4" y="27"/>
                    <a:pt x="5" y="26"/>
                    <a:pt x="5" y="26"/>
                  </a:cubicBezTo>
                  <a:cubicBezTo>
                    <a:pt x="6" y="25"/>
                    <a:pt x="6" y="25"/>
                    <a:pt x="6" y="24"/>
                  </a:cubicBezTo>
                  <a:cubicBezTo>
                    <a:pt x="7" y="16"/>
                    <a:pt x="7" y="16"/>
                    <a:pt x="7" y="16"/>
                  </a:cubicBezTo>
                  <a:cubicBezTo>
                    <a:pt x="13" y="11"/>
                    <a:pt x="13" y="11"/>
                    <a:pt x="13" y="11"/>
                  </a:cubicBezTo>
                  <a:cubicBezTo>
                    <a:pt x="13" y="11"/>
                    <a:pt x="14" y="10"/>
                    <a:pt x="14" y="11"/>
                  </a:cubicBezTo>
                  <a:cubicBezTo>
                    <a:pt x="15" y="12"/>
                    <a:pt x="16" y="13"/>
                    <a:pt x="16" y="14"/>
                  </a:cubicBezTo>
                  <a:cubicBezTo>
                    <a:pt x="17" y="16"/>
                    <a:pt x="16" y="17"/>
                    <a:pt x="16" y="17"/>
                  </a:cubicBezTo>
                  <a:cubicBezTo>
                    <a:pt x="12" y="22"/>
                    <a:pt x="12" y="22"/>
                    <a:pt x="12" y="22"/>
                  </a:cubicBezTo>
                  <a:cubicBezTo>
                    <a:pt x="12" y="23"/>
                    <a:pt x="12" y="24"/>
                    <a:pt x="13" y="25"/>
                  </a:cubicBezTo>
                  <a:cubicBezTo>
                    <a:pt x="13" y="25"/>
                    <a:pt x="14" y="25"/>
                    <a:pt x="14" y="25"/>
                  </a:cubicBezTo>
                  <a:cubicBezTo>
                    <a:pt x="15" y="25"/>
                    <a:pt x="15" y="25"/>
                    <a:pt x="16" y="25"/>
                  </a:cubicBezTo>
                  <a:cubicBezTo>
                    <a:pt x="22" y="17"/>
                    <a:pt x="22" y="17"/>
                    <a:pt x="22" y="17"/>
                  </a:cubicBezTo>
                  <a:cubicBezTo>
                    <a:pt x="29" y="11"/>
                    <a:pt x="29" y="11"/>
                    <a:pt x="29" y="11"/>
                  </a:cubicBezTo>
                  <a:cubicBezTo>
                    <a:pt x="30" y="11"/>
                    <a:pt x="30" y="11"/>
                    <a:pt x="30" y="11"/>
                  </a:cubicBezTo>
                  <a:cubicBezTo>
                    <a:pt x="30" y="11"/>
                    <a:pt x="32" y="11"/>
                    <a:pt x="32" y="9"/>
                  </a:cubicBezTo>
                  <a:cubicBezTo>
                    <a:pt x="32" y="6"/>
                    <a:pt x="32" y="3"/>
                    <a:pt x="32" y="2"/>
                  </a:cubicBezTo>
                  <a:cubicBezTo>
                    <a:pt x="32" y="0"/>
                    <a:pt x="30" y="0"/>
                    <a:pt x="30" y="0"/>
                  </a:cubicBezTo>
                  <a:lnTo>
                    <a:pt x="24" y="2"/>
                  </a:lnTo>
                  <a:close/>
                </a:path>
              </a:pathLst>
            </a:custGeom>
            <a:grpFill/>
            <a:ln w="9525">
              <a:noFill/>
              <a:round/>
            </a:ln>
          </p:spPr>
          <p:txBody>
            <a:bodyPr anchor="ctr"/>
            <a:lstStyle/>
            <a:p>
              <a:pPr algn="ctr"/>
              <a:endParaRPr sz="1800" dirty="0">
                <a:latin typeface="方正银联黑简体" panose="02000000000000000000" pitchFamily="2" charset="-122"/>
                <a:ea typeface="方正银联黑简体" panose="02000000000000000000" pitchFamily="2" charset="-122"/>
                <a:cs typeface="FZYLHJW" charset="-122"/>
              </a:endParaRPr>
            </a:p>
          </p:txBody>
        </p:sp>
        <p:sp>
          <p:nvSpPr>
            <p:cNvPr id="10" name="Freeform: Shape 111"/>
            <p:cNvSpPr/>
            <p:nvPr/>
          </p:nvSpPr>
          <p:spPr bwMode="auto">
            <a:xfrm>
              <a:off x="4486276" y="4689475"/>
              <a:ext cx="88900" cy="88900"/>
            </a:xfrm>
            <a:custGeom>
              <a:avLst/>
              <a:gdLst/>
              <a:ahLst/>
              <a:cxnLst>
                <a:cxn ang="0">
                  <a:pos x="6" y="3"/>
                </a:cxn>
                <a:cxn ang="0">
                  <a:pos x="18" y="29"/>
                </a:cxn>
                <a:cxn ang="0">
                  <a:pos x="16" y="0"/>
                </a:cxn>
                <a:cxn ang="0">
                  <a:pos x="22" y="22"/>
                </a:cxn>
                <a:cxn ang="0">
                  <a:pos x="18" y="24"/>
                </a:cxn>
                <a:cxn ang="0">
                  <a:pos x="17" y="26"/>
                </a:cxn>
                <a:cxn ang="0">
                  <a:pos x="16" y="24"/>
                </a:cxn>
                <a:cxn ang="0">
                  <a:pos x="12" y="25"/>
                </a:cxn>
                <a:cxn ang="0">
                  <a:pos x="10" y="23"/>
                </a:cxn>
                <a:cxn ang="0">
                  <a:pos x="11" y="22"/>
                </a:cxn>
                <a:cxn ang="0">
                  <a:pos x="13" y="22"/>
                </a:cxn>
                <a:cxn ang="0">
                  <a:pos x="17" y="22"/>
                </a:cxn>
                <a:cxn ang="0">
                  <a:pos x="19" y="21"/>
                </a:cxn>
                <a:cxn ang="0">
                  <a:pos x="19" y="18"/>
                </a:cxn>
                <a:cxn ang="0">
                  <a:pos x="17" y="17"/>
                </a:cxn>
                <a:cxn ang="0">
                  <a:pos x="13" y="17"/>
                </a:cxn>
                <a:cxn ang="0">
                  <a:pos x="9" y="17"/>
                </a:cxn>
                <a:cxn ang="0">
                  <a:pos x="7" y="14"/>
                </a:cxn>
                <a:cxn ang="0">
                  <a:pos x="8" y="10"/>
                </a:cxn>
                <a:cxn ang="0">
                  <a:pos x="12" y="8"/>
                </a:cxn>
                <a:cxn ang="0">
                  <a:pos x="12" y="6"/>
                </a:cxn>
                <a:cxn ang="0">
                  <a:pos x="14" y="8"/>
                </a:cxn>
                <a:cxn ang="0">
                  <a:pos x="17" y="8"/>
                </a:cxn>
                <a:cxn ang="0">
                  <a:pos x="19" y="9"/>
                </a:cxn>
                <a:cxn ang="0">
                  <a:pos x="18" y="10"/>
                </a:cxn>
                <a:cxn ang="0">
                  <a:pos x="18" y="10"/>
                </a:cxn>
                <a:cxn ang="0">
                  <a:pos x="14" y="10"/>
                </a:cxn>
                <a:cxn ang="0">
                  <a:pos x="11" y="11"/>
                </a:cxn>
                <a:cxn ang="0">
                  <a:pos x="11" y="13"/>
                </a:cxn>
                <a:cxn ang="0">
                  <a:pos x="12" y="14"/>
                </a:cxn>
                <a:cxn ang="0">
                  <a:pos x="15" y="14"/>
                </a:cxn>
                <a:cxn ang="0">
                  <a:pos x="18" y="14"/>
                </a:cxn>
                <a:cxn ang="0">
                  <a:pos x="23" y="17"/>
                </a:cxn>
              </a:cxnLst>
              <a:rect l="0" t="0" r="r" b="b"/>
              <a:pathLst>
                <a:path w="31" h="31">
                  <a:moveTo>
                    <a:pt x="16" y="0"/>
                  </a:moveTo>
                  <a:cubicBezTo>
                    <a:pt x="6" y="3"/>
                    <a:pt x="6" y="3"/>
                    <a:pt x="6" y="3"/>
                  </a:cubicBezTo>
                  <a:cubicBezTo>
                    <a:pt x="3" y="7"/>
                    <a:pt x="0" y="14"/>
                    <a:pt x="2" y="20"/>
                  </a:cubicBezTo>
                  <a:cubicBezTo>
                    <a:pt x="4" y="28"/>
                    <a:pt x="11" y="31"/>
                    <a:pt x="18" y="29"/>
                  </a:cubicBezTo>
                  <a:cubicBezTo>
                    <a:pt x="26" y="27"/>
                    <a:pt x="31" y="21"/>
                    <a:pt x="29" y="13"/>
                  </a:cubicBezTo>
                  <a:cubicBezTo>
                    <a:pt x="27" y="8"/>
                    <a:pt x="21" y="2"/>
                    <a:pt x="16" y="0"/>
                  </a:cubicBezTo>
                  <a:close/>
                  <a:moveTo>
                    <a:pt x="23" y="20"/>
                  </a:moveTo>
                  <a:cubicBezTo>
                    <a:pt x="23" y="20"/>
                    <a:pt x="22" y="21"/>
                    <a:pt x="22" y="22"/>
                  </a:cubicBezTo>
                  <a:cubicBezTo>
                    <a:pt x="21" y="22"/>
                    <a:pt x="20" y="23"/>
                    <a:pt x="20" y="23"/>
                  </a:cubicBezTo>
                  <a:cubicBezTo>
                    <a:pt x="19" y="23"/>
                    <a:pt x="18" y="24"/>
                    <a:pt x="18" y="24"/>
                  </a:cubicBezTo>
                  <a:cubicBezTo>
                    <a:pt x="18" y="25"/>
                    <a:pt x="18" y="25"/>
                    <a:pt x="18" y="25"/>
                  </a:cubicBezTo>
                  <a:cubicBezTo>
                    <a:pt x="18" y="26"/>
                    <a:pt x="18" y="26"/>
                    <a:pt x="17" y="26"/>
                  </a:cubicBezTo>
                  <a:cubicBezTo>
                    <a:pt x="17" y="26"/>
                    <a:pt x="16" y="26"/>
                    <a:pt x="16" y="26"/>
                  </a:cubicBezTo>
                  <a:cubicBezTo>
                    <a:pt x="16" y="24"/>
                    <a:pt x="16" y="24"/>
                    <a:pt x="16" y="24"/>
                  </a:cubicBezTo>
                  <a:cubicBezTo>
                    <a:pt x="15" y="25"/>
                    <a:pt x="15" y="25"/>
                    <a:pt x="14" y="25"/>
                  </a:cubicBezTo>
                  <a:cubicBezTo>
                    <a:pt x="14" y="25"/>
                    <a:pt x="13" y="25"/>
                    <a:pt x="12" y="25"/>
                  </a:cubicBezTo>
                  <a:cubicBezTo>
                    <a:pt x="11" y="25"/>
                    <a:pt x="11" y="24"/>
                    <a:pt x="10" y="24"/>
                  </a:cubicBezTo>
                  <a:cubicBezTo>
                    <a:pt x="10" y="24"/>
                    <a:pt x="10" y="24"/>
                    <a:pt x="10" y="23"/>
                  </a:cubicBezTo>
                  <a:cubicBezTo>
                    <a:pt x="10" y="23"/>
                    <a:pt x="10" y="23"/>
                    <a:pt x="10" y="22"/>
                  </a:cubicBezTo>
                  <a:cubicBezTo>
                    <a:pt x="10" y="22"/>
                    <a:pt x="10" y="22"/>
                    <a:pt x="11" y="22"/>
                  </a:cubicBezTo>
                  <a:cubicBezTo>
                    <a:pt x="11" y="22"/>
                    <a:pt x="11" y="22"/>
                    <a:pt x="12" y="22"/>
                  </a:cubicBezTo>
                  <a:cubicBezTo>
                    <a:pt x="12" y="22"/>
                    <a:pt x="12" y="22"/>
                    <a:pt x="13" y="22"/>
                  </a:cubicBezTo>
                  <a:cubicBezTo>
                    <a:pt x="13" y="22"/>
                    <a:pt x="14" y="22"/>
                    <a:pt x="15" y="22"/>
                  </a:cubicBezTo>
                  <a:cubicBezTo>
                    <a:pt x="15" y="22"/>
                    <a:pt x="16" y="22"/>
                    <a:pt x="17" y="22"/>
                  </a:cubicBezTo>
                  <a:cubicBezTo>
                    <a:pt x="17" y="22"/>
                    <a:pt x="17" y="21"/>
                    <a:pt x="18" y="21"/>
                  </a:cubicBezTo>
                  <a:cubicBezTo>
                    <a:pt x="18" y="21"/>
                    <a:pt x="18" y="21"/>
                    <a:pt x="19" y="21"/>
                  </a:cubicBezTo>
                  <a:cubicBezTo>
                    <a:pt x="19" y="20"/>
                    <a:pt x="19" y="20"/>
                    <a:pt x="19" y="20"/>
                  </a:cubicBezTo>
                  <a:cubicBezTo>
                    <a:pt x="19" y="19"/>
                    <a:pt x="19" y="19"/>
                    <a:pt x="19" y="18"/>
                  </a:cubicBezTo>
                  <a:cubicBezTo>
                    <a:pt x="19" y="18"/>
                    <a:pt x="19" y="18"/>
                    <a:pt x="19" y="18"/>
                  </a:cubicBezTo>
                  <a:cubicBezTo>
                    <a:pt x="18" y="17"/>
                    <a:pt x="18" y="17"/>
                    <a:pt x="17" y="17"/>
                  </a:cubicBezTo>
                  <a:cubicBezTo>
                    <a:pt x="16" y="17"/>
                    <a:pt x="15" y="17"/>
                    <a:pt x="15" y="17"/>
                  </a:cubicBezTo>
                  <a:cubicBezTo>
                    <a:pt x="14" y="17"/>
                    <a:pt x="13" y="17"/>
                    <a:pt x="13" y="17"/>
                  </a:cubicBezTo>
                  <a:cubicBezTo>
                    <a:pt x="12" y="17"/>
                    <a:pt x="11" y="17"/>
                    <a:pt x="11" y="17"/>
                  </a:cubicBezTo>
                  <a:cubicBezTo>
                    <a:pt x="10" y="17"/>
                    <a:pt x="10" y="17"/>
                    <a:pt x="9" y="17"/>
                  </a:cubicBezTo>
                  <a:cubicBezTo>
                    <a:pt x="9" y="16"/>
                    <a:pt x="8" y="16"/>
                    <a:pt x="8" y="16"/>
                  </a:cubicBezTo>
                  <a:cubicBezTo>
                    <a:pt x="8" y="15"/>
                    <a:pt x="7" y="15"/>
                    <a:pt x="7" y="14"/>
                  </a:cubicBezTo>
                  <a:cubicBezTo>
                    <a:pt x="7" y="13"/>
                    <a:pt x="7" y="13"/>
                    <a:pt x="7" y="12"/>
                  </a:cubicBezTo>
                  <a:cubicBezTo>
                    <a:pt x="8" y="11"/>
                    <a:pt x="8" y="11"/>
                    <a:pt x="8" y="10"/>
                  </a:cubicBezTo>
                  <a:cubicBezTo>
                    <a:pt x="9" y="10"/>
                    <a:pt x="9" y="9"/>
                    <a:pt x="10" y="9"/>
                  </a:cubicBezTo>
                  <a:cubicBezTo>
                    <a:pt x="11" y="9"/>
                    <a:pt x="11" y="9"/>
                    <a:pt x="12" y="8"/>
                  </a:cubicBezTo>
                  <a:cubicBezTo>
                    <a:pt x="11" y="7"/>
                    <a:pt x="11" y="7"/>
                    <a:pt x="11" y="7"/>
                  </a:cubicBezTo>
                  <a:cubicBezTo>
                    <a:pt x="11" y="6"/>
                    <a:pt x="11" y="6"/>
                    <a:pt x="12" y="6"/>
                  </a:cubicBezTo>
                  <a:cubicBezTo>
                    <a:pt x="13" y="5"/>
                    <a:pt x="13" y="6"/>
                    <a:pt x="13" y="6"/>
                  </a:cubicBezTo>
                  <a:cubicBezTo>
                    <a:pt x="14" y="8"/>
                    <a:pt x="14" y="8"/>
                    <a:pt x="14" y="8"/>
                  </a:cubicBezTo>
                  <a:cubicBezTo>
                    <a:pt x="14" y="8"/>
                    <a:pt x="15" y="8"/>
                    <a:pt x="15" y="8"/>
                  </a:cubicBezTo>
                  <a:cubicBezTo>
                    <a:pt x="16" y="7"/>
                    <a:pt x="17" y="8"/>
                    <a:pt x="17" y="8"/>
                  </a:cubicBezTo>
                  <a:cubicBezTo>
                    <a:pt x="18" y="8"/>
                    <a:pt x="18" y="8"/>
                    <a:pt x="19" y="8"/>
                  </a:cubicBezTo>
                  <a:cubicBezTo>
                    <a:pt x="19" y="8"/>
                    <a:pt x="19" y="9"/>
                    <a:pt x="19" y="9"/>
                  </a:cubicBezTo>
                  <a:cubicBezTo>
                    <a:pt x="19" y="9"/>
                    <a:pt x="19" y="10"/>
                    <a:pt x="19" y="10"/>
                  </a:cubicBezTo>
                  <a:cubicBezTo>
                    <a:pt x="19" y="10"/>
                    <a:pt x="19" y="10"/>
                    <a:pt x="18" y="10"/>
                  </a:cubicBezTo>
                  <a:cubicBezTo>
                    <a:pt x="18" y="10"/>
                    <a:pt x="18" y="10"/>
                    <a:pt x="18" y="10"/>
                  </a:cubicBezTo>
                  <a:cubicBezTo>
                    <a:pt x="18" y="10"/>
                    <a:pt x="18" y="10"/>
                    <a:pt x="18" y="10"/>
                  </a:cubicBezTo>
                  <a:cubicBezTo>
                    <a:pt x="17" y="10"/>
                    <a:pt x="17" y="10"/>
                    <a:pt x="16" y="10"/>
                  </a:cubicBezTo>
                  <a:cubicBezTo>
                    <a:pt x="15" y="10"/>
                    <a:pt x="15" y="10"/>
                    <a:pt x="14" y="10"/>
                  </a:cubicBezTo>
                  <a:cubicBezTo>
                    <a:pt x="13" y="11"/>
                    <a:pt x="13" y="11"/>
                    <a:pt x="12" y="11"/>
                  </a:cubicBezTo>
                  <a:cubicBezTo>
                    <a:pt x="12" y="11"/>
                    <a:pt x="12" y="11"/>
                    <a:pt x="11" y="11"/>
                  </a:cubicBezTo>
                  <a:cubicBezTo>
                    <a:pt x="11" y="12"/>
                    <a:pt x="11" y="12"/>
                    <a:pt x="11" y="12"/>
                  </a:cubicBezTo>
                  <a:cubicBezTo>
                    <a:pt x="11" y="13"/>
                    <a:pt x="11" y="13"/>
                    <a:pt x="11" y="13"/>
                  </a:cubicBezTo>
                  <a:cubicBezTo>
                    <a:pt x="11" y="13"/>
                    <a:pt x="11" y="14"/>
                    <a:pt x="11" y="14"/>
                  </a:cubicBezTo>
                  <a:cubicBezTo>
                    <a:pt x="11" y="14"/>
                    <a:pt x="12" y="14"/>
                    <a:pt x="12" y="14"/>
                  </a:cubicBezTo>
                  <a:cubicBezTo>
                    <a:pt x="13" y="14"/>
                    <a:pt x="13" y="14"/>
                    <a:pt x="13" y="14"/>
                  </a:cubicBezTo>
                  <a:cubicBezTo>
                    <a:pt x="14" y="14"/>
                    <a:pt x="14" y="14"/>
                    <a:pt x="15" y="14"/>
                  </a:cubicBezTo>
                  <a:cubicBezTo>
                    <a:pt x="15" y="14"/>
                    <a:pt x="16" y="14"/>
                    <a:pt x="17" y="14"/>
                  </a:cubicBezTo>
                  <a:cubicBezTo>
                    <a:pt x="17" y="14"/>
                    <a:pt x="18" y="14"/>
                    <a:pt x="18" y="14"/>
                  </a:cubicBezTo>
                  <a:cubicBezTo>
                    <a:pt x="20" y="14"/>
                    <a:pt x="20" y="15"/>
                    <a:pt x="21" y="15"/>
                  </a:cubicBezTo>
                  <a:cubicBezTo>
                    <a:pt x="22" y="16"/>
                    <a:pt x="22" y="16"/>
                    <a:pt x="23" y="17"/>
                  </a:cubicBezTo>
                  <a:cubicBezTo>
                    <a:pt x="23" y="18"/>
                    <a:pt x="23" y="19"/>
                    <a:pt x="23" y="20"/>
                  </a:cubicBezTo>
                  <a:close/>
                </a:path>
              </a:pathLst>
            </a:custGeom>
            <a:grpFill/>
            <a:ln w="9525">
              <a:noFill/>
              <a:round/>
            </a:ln>
          </p:spPr>
          <p:txBody>
            <a:bodyPr anchor="ctr"/>
            <a:lstStyle/>
            <a:p>
              <a:pPr algn="ctr"/>
              <a:endParaRPr sz="1800" dirty="0">
                <a:latin typeface="方正银联黑简体" panose="02000000000000000000" pitchFamily="2" charset="-122"/>
                <a:ea typeface="方正银联黑简体" panose="02000000000000000000" pitchFamily="2" charset="-122"/>
                <a:cs typeface="FZYLHJW" charset="-122"/>
              </a:endParaRPr>
            </a:p>
          </p:txBody>
        </p:sp>
        <p:sp>
          <p:nvSpPr>
            <p:cNvPr id="11" name="Freeform: Shape 112"/>
            <p:cNvSpPr/>
            <p:nvPr/>
          </p:nvSpPr>
          <p:spPr bwMode="auto">
            <a:xfrm>
              <a:off x="4491038" y="4660900"/>
              <a:ext cx="38100" cy="31750"/>
            </a:xfrm>
            <a:custGeom>
              <a:avLst/>
              <a:gdLst/>
              <a:ahLst/>
              <a:cxnLst>
                <a:cxn ang="0">
                  <a:pos x="5" y="11"/>
                </a:cxn>
                <a:cxn ang="0">
                  <a:pos x="9" y="10"/>
                </a:cxn>
                <a:cxn ang="0">
                  <a:pos x="13" y="9"/>
                </a:cxn>
                <a:cxn ang="0">
                  <a:pos x="13" y="2"/>
                </a:cxn>
                <a:cxn ang="0">
                  <a:pos x="10" y="4"/>
                </a:cxn>
                <a:cxn ang="0">
                  <a:pos x="10" y="4"/>
                </a:cxn>
                <a:cxn ang="0">
                  <a:pos x="10" y="3"/>
                </a:cxn>
                <a:cxn ang="0">
                  <a:pos x="8" y="2"/>
                </a:cxn>
                <a:cxn ang="0">
                  <a:pos x="6" y="3"/>
                </a:cxn>
                <a:cxn ang="0">
                  <a:pos x="5" y="5"/>
                </a:cxn>
                <a:cxn ang="0">
                  <a:pos x="5" y="6"/>
                </a:cxn>
                <a:cxn ang="0">
                  <a:pos x="1" y="5"/>
                </a:cxn>
                <a:cxn ang="0">
                  <a:pos x="5" y="11"/>
                </a:cxn>
              </a:cxnLst>
              <a:rect l="0" t="0" r="r" b="b"/>
              <a:pathLst>
                <a:path w="13" h="11">
                  <a:moveTo>
                    <a:pt x="5" y="11"/>
                  </a:moveTo>
                  <a:cubicBezTo>
                    <a:pt x="5" y="11"/>
                    <a:pt x="9" y="10"/>
                    <a:pt x="9" y="10"/>
                  </a:cubicBezTo>
                  <a:cubicBezTo>
                    <a:pt x="13" y="9"/>
                    <a:pt x="13" y="9"/>
                    <a:pt x="13" y="9"/>
                  </a:cubicBezTo>
                  <a:cubicBezTo>
                    <a:pt x="13" y="9"/>
                    <a:pt x="13" y="4"/>
                    <a:pt x="13" y="2"/>
                  </a:cubicBezTo>
                  <a:cubicBezTo>
                    <a:pt x="13" y="0"/>
                    <a:pt x="11" y="1"/>
                    <a:pt x="10" y="4"/>
                  </a:cubicBezTo>
                  <a:cubicBezTo>
                    <a:pt x="10" y="4"/>
                    <a:pt x="10" y="4"/>
                    <a:pt x="10" y="4"/>
                  </a:cubicBezTo>
                  <a:cubicBezTo>
                    <a:pt x="10" y="4"/>
                    <a:pt x="10" y="4"/>
                    <a:pt x="10" y="3"/>
                  </a:cubicBezTo>
                  <a:cubicBezTo>
                    <a:pt x="9" y="3"/>
                    <a:pt x="9" y="2"/>
                    <a:pt x="8" y="2"/>
                  </a:cubicBezTo>
                  <a:cubicBezTo>
                    <a:pt x="7" y="1"/>
                    <a:pt x="6" y="2"/>
                    <a:pt x="6" y="3"/>
                  </a:cubicBezTo>
                  <a:cubicBezTo>
                    <a:pt x="5" y="4"/>
                    <a:pt x="5" y="4"/>
                    <a:pt x="5" y="5"/>
                  </a:cubicBezTo>
                  <a:cubicBezTo>
                    <a:pt x="5" y="5"/>
                    <a:pt x="5" y="6"/>
                    <a:pt x="5" y="6"/>
                  </a:cubicBezTo>
                  <a:cubicBezTo>
                    <a:pt x="3" y="3"/>
                    <a:pt x="0" y="3"/>
                    <a:pt x="1" y="5"/>
                  </a:cubicBezTo>
                  <a:cubicBezTo>
                    <a:pt x="3" y="7"/>
                    <a:pt x="5" y="11"/>
                    <a:pt x="5" y="11"/>
                  </a:cubicBezTo>
                  <a:close/>
                </a:path>
              </a:pathLst>
            </a:custGeom>
            <a:grpFill/>
            <a:ln w="9525">
              <a:noFill/>
              <a:round/>
            </a:ln>
          </p:spPr>
          <p:txBody>
            <a:bodyPr anchor="ctr"/>
            <a:lstStyle/>
            <a:p>
              <a:pPr algn="ctr"/>
              <a:endParaRPr sz="1800" dirty="0">
                <a:latin typeface="方正银联黑简体" panose="02000000000000000000" pitchFamily="2" charset="-122"/>
                <a:ea typeface="方正银联黑简体" panose="02000000000000000000" pitchFamily="2" charset="-122"/>
                <a:cs typeface="FZYLHJW" charset="-122"/>
              </a:endParaRPr>
            </a:p>
          </p:txBody>
        </p:sp>
      </p:grpSp>
      <p:sp>
        <p:nvSpPr>
          <p:cNvPr id="12" name="TextBox 81"/>
          <p:cNvSpPr txBox="1"/>
          <p:nvPr/>
        </p:nvSpPr>
        <p:spPr bwMode="auto">
          <a:xfrm>
            <a:off x="1820209" y="2626931"/>
            <a:ext cx="723491" cy="303058"/>
          </a:xfrm>
          <a:prstGeom prst="rect">
            <a:avLst/>
          </a:prstGeom>
          <a:noFill/>
        </p:spPr>
        <p:txBody>
          <a:bodyPr wrap="none" lIns="0" tIns="0" rIns="324000" bIns="0" anchor="ctr" anchorCtr="0">
            <a:noAutofit/>
          </a:bodyPr>
          <a:lstStyle/>
          <a:p>
            <a:pPr latinLnBrk="0"/>
            <a:r>
              <a:rPr lang="zh-CN" altLang="en-US" sz="1500" spc="225" dirty="0">
                <a:solidFill>
                  <a:srgbClr val="F6826E"/>
                </a:solidFill>
                <a:latin typeface="方正银联黑简体" panose="02000000000000000000" pitchFamily="2" charset="-122"/>
                <a:ea typeface="方正银联黑简体" panose="02000000000000000000" pitchFamily="2" charset="-122"/>
                <a:cs typeface="FZYLHJW" charset="-122"/>
              </a:rPr>
              <a:t>支付流</a:t>
            </a:r>
            <a:endParaRPr lang="zh-CN" altLang="en-US" sz="1500" spc="225" dirty="0">
              <a:solidFill>
                <a:srgbClr val="F6826E"/>
              </a:solidFill>
              <a:latin typeface="方正银联黑简体" panose="02000000000000000000" pitchFamily="2" charset="-122"/>
              <a:ea typeface="方正银联黑简体" panose="02000000000000000000" pitchFamily="2" charset="-122"/>
              <a:cs typeface="FZYLHJW" charset="-122"/>
            </a:endParaRPr>
          </a:p>
        </p:txBody>
      </p:sp>
      <p:sp>
        <p:nvSpPr>
          <p:cNvPr id="13" name="TextBox 81"/>
          <p:cNvSpPr txBox="1"/>
          <p:nvPr/>
        </p:nvSpPr>
        <p:spPr bwMode="auto">
          <a:xfrm>
            <a:off x="4207950" y="2011579"/>
            <a:ext cx="657325" cy="303058"/>
          </a:xfrm>
          <a:prstGeom prst="rect">
            <a:avLst/>
          </a:prstGeom>
          <a:noFill/>
        </p:spPr>
        <p:txBody>
          <a:bodyPr wrap="none" lIns="0" tIns="0" rIns="324000" bIns="0" anchor="ctr" anchorCtr="0">
            <a:noAutofit/>
          </a:bodyPr>
          <a:lstStyle/>
          <a:p>
            <a:pPr algn="just" defTabSz="685165">
              <a:lnSpc>
                <a:spcPct val="150000"/>
              </a:lnSpc>
              <a:buClr>
                <a:srgbClr val="3B3B3B">
                  <a:lumMod val="50000"/>
                </a:srgbClr>
              </a:buClr>
            </a:pPr>
            <a:r>
              <a:rPr lang="zh-CN" altLang="en-US" sz="1500" spc="225" dirty="0">
                <a:solidFill>
                  <a:schemeClr val="tx1">
                    <a:lumMod val="75000"/>
                    <a:lumOff val="25000"/>
                  </a:schemeClr>
                </a:solidFill>
                <a:latin typeface="方正银联黑简体" panose="02000000000000000000" pitchFamily="2" charset="-122"/>
                <a:ea typeface="方正银联黑简体" panose="02000000000000000000" pitchFamily="2" charset="-122"/>
                <a:cs typeface="FZYLHJW" charset="-122"/>
              </a:rPr>
              <a:t>输入标题</a:t>
            </a:r>
            <a:endParaRPr lang="en-US" altLang="zh-CN" sz="1500" spc="225" dirty="0">
              <a:solidFill>
                <a:schemeClr val="tx1">
                  <a:lumMod val="75000"/>
                  <a:lumOff val="25000"/>
                </a:schemeClr>
              </a:solidFill>
              <a:latin typeface="方正银联黑简体" panose="02000000000000000000" pitchFamily="2" charset="-122"/>
              <a:ea typeface="方正银联黑简体" panose="02000000000000000000" pitchFamily="2" charset="-122"/>
              <a:cs typeface="FZYLHJW" charset="-122"/>
            </a:endParaRPr>
          </a:p>
        </p:txBody>
      </p:sp>
      <p:sp>
        <p:nvSpPr>
          <p:cNvPr id="14" name="TextBox 81"/>
          <p:cNvSpPr txBox="1"/>
          <p:nvPr/>
        </p:nvSpPr>
        <p:spPr bwMode="auto">
          <a:xfrm>
            <a:off x="5379694" y="2626086"/>
            <a:ext cx="1293323" cy="303058"/>
          </a:xfrm>
          <a:prstGeom prst="rect">
            <a:avLst/>
          </a:prstGeom>
          <a:noFill/>
        </p:spPr>
        <p:txBody>
          <a:bodyPr wrap="none" lIns="0" tIns="0" rIns="324000" bIns="0" anchor="ctr" anchorCtr="0">
            <a:noAutofit/>
          </a:bodyPr>
          <a:lstStyle/>
          <a:p>
            <a:pPr algn="r" latinLnBrk="0"/>
            <a:r>
              <a:rPr lang="zh-CN" altLang="en-US" sz="1500" spc="225" dirty="0">
                <a:solidFill>
                  <a:schemeClr val="accent4"/>
                </a:solidFill>
                <a:latin typeface="方正银联黑简体" panose="02000000000000000000" pitchFamily="2" charset="-122"/>
                <a:ea typeface="方正银联黑简体" panose="02000000000000000000" pitchFamily="2" charset="-122"/>
                <a:cs typeface="FZYLHJW" charset="-122"/>
              </a:rPr>
              <a:t>输入标题</a:t>
            </a:r>
            <a:endParaRPr lang="zh-CN" altLang="en-US" sz="1500" spc="225" dirty="0">
              <a:solidFill>
                <a:schemeClr val="accent4"/>
              </a:solidFill>
              <a:latin typeface="方正银联黑简体" panose="02000000000000000000" pitchFamily="2" charset="-122"/>
              <a:ea typeface="方正银联黑简体" panose="02000000000000000000" pitchFamily="2" charset="-122"/>
              <a:cs typeface="FZYLHJW" charset="-122"/>
            </a:endParaRPr>
          </a:p>
        </p:txBody>
      </p:sp>
      <p:sp>
        <p:nvSpPr>
          <p:cNvPr id="15" name="TextBox 81"/>
          <p:cNvSpPr txBox="1"/>
          <p:nvPr/>
        </p:nvSpPr>
        <p:spPr bwMode="auto">
          <a:xfrm>
            <a:off x="5054342" y="3382525"/>
            <a:ext cx="800034" cy="241102"/>
          </a:xfrm>
          <a:prstGeom prst="rect">
            <a:avLst/>
          </a:prstGeom>
          <a:noFill/>
        </p:spPr>
        <p:txBody>
          <a:bodyPr wrap="none" lIns="0" tIns="0" rIns="324000" bIns="0" anchor="ctr" anchorCtr="0">
            <a:noAutofit/>
          </a:bodyPr>
          <a:lstStyle/>
          <a:p>
            <a:pPr algn="r" latinLnBrk="0"/>
            <a:r>
              <a:rPr lang="zh-CN" altLang="en-US" sz="1500" dirty="0">
                <a:solidFill>
                  <a:srgbClr val="5EC3AD"/>
                </a:solidFill>
                <a:latin typeface="方正银联黑简体" panose="02000000000000000000" pitchFamily="2" charset="-122"/>
                <a:ea typeface="方正银联黑简体" panose="02000000000000000000" pitchFamily="2" charset="-122"/>
                <a:cs typeface="FZYLHJW" charset="-122"/>
              </a:rPr>
              <a:t>物 流</a:t>
            </a:r>
            <a:endParaRPr lang="zh-CN" altLang="en-US" sz="1500" dirty="0">
              <a:solidFill>
                <a:srgbClr val="5EC3AD"/>
              </a:solidFill>
              <a:latin typeface="方正银联黑简体" panose="02000000000000000000" pitchFamily="2" charset="-122"/>
              <a:ea typeface="方正银联黑简体" panose="02000000000000000000" pitchFamily="2" charset="-122"/>
              <a:cs typeface="FZYLHJW" charset="-122"/>
            </a:endParaRPr>
          </a:p>
        </p:txBody>
      </p:sp>
      <p:sp>
        <p:nvSpPr>
          <p:cNvPr id="16" name="TextBox 81"/>
          <p:cNvSpPr txBox="1"/>
          <p:nvPr/>
        </p:nvSpPr>
        <p:spPr bwMode="auto">
          <a:xfrm>
            <a:off x="1980218" y="3359897"/>
            <a:ext cx="1293323" cy="303058"/>
          </a:xfrm>
          <a:prstGeom prst="rect">
            <a:avLst/>
          </a:prstGeom>
          <a:noFill/>
        </p:spPr>
        <p:txBody>
          <a:bodyPr wrap="none" lIns="0" tIns="0" rIns="324000" bIns="0" anchor="ctr" anchorCtr="0">
            <a:noAutofit/>
          </a:bodyPr>
          <a:lstStyle/>
          <a:p>
            <a:pPr algn="r" latinLnBrk="0"/>
            <a:r>
              <a:rPr lang="zh-CN" altLang="en-US" sz="1500" spc="225" dirty="0">
                <a:solidFill>
                  <a:schemeClr val="accent4"/>
                </a:solidFill>
                <a:latin typeface="方正银联黑简体" panose="02000000000000000000" pitchFamily="2" charset="-122"/>
                <a:ea typeface="方正银联黑简体" panose="02000000000000000000" pitchFamily="2" charset="-122"/>
                <a:cs typeface="FZYLHJW" charset="-122"/>
              </a:rPr>
              <a:t>资金流</a:t>
            </a:r>
            <a:endParaRPr lang="zh-CN" altLang="en-US" sz="1500" spc="225" dirty="0">
              <a:solidFill>
                <a:schemeClr val="accent4"/>
              </a:solidFill>
              <a:latin typeface="方正银联黑简体" panose="02000000000000000000" pitchFamily="2" charset="-122"/>
              <a:ea typeface="方正银联黑简体" panose="02000000000000000000" pitchFamily="2" charset="-122"/>
              <a:cs typeface="FZYLHJW" charset="-122"/>
            </a:endParaRPr>
          </a:p>
        </p:txBody>
      </p:sp>
      <p:sp>
        <p:nvSpPr>
          <p:cNvPr id="17" name="文本框 69"/>
          <p:cNvSpPr txBox="1"/>
          <p:nvPr/>
        </p:nvSpPr>
        <p:spPr>
          <a:xfrm>
            <a:off x="3445654" y="2960362"/>
            <a:ext cx="1134248" cy="363842"/>
          </a:xfrm>
          <a:prstGeom prst="rect">
            <a:avLst/>
          </a:prstGeom>
          <a:noFill/>
        </p:spPr>
        <p:txBody>
          <a:bodyPr wrap="square">
            <a:normAutofit/>
          </a:bodyPr>
          <a:lstStyle/>
          <a:p>
            <a:pPr algn="ctr"/>
            <a:r>
              <a:rPr lang="zh-CN" altLang="en-US" sz="1500" dirty="0">
                <a:solidFill>
                  <a:schemeClr val="tx1">
                    <a:lumMod val="75000"/>
                    <a:lumOff val="25000"/>
                  </a:schemeClr>
                </a:solidFill>
                <a:latin typeface="方正银联黑简体" panose="02000000000000000000" pitchFamily="2" charset="-122"/>
                <a:ea typeface="方正银联黑简体" panose="02000000000000000000" pitchFamily="2" charset="-122"/>
                <a:cs typeface="FZYLHJW" charset="-122"/>
              </a:rPr>
              <a:t>输入文字</a:t>
            </a:r>
            <a:endParaRPr lang="zh-CN" altLang="en-US" sz="1500" dirty="0">
              <a:solidFill>
                <a:schemeClr val="tx1">
                  <a:lumMod val="75000"/>
                  <a:lumOff val="25000"/>
                </a:schemeClr>
              </a:solidFill>
              <a:latin typeface="方正银联黑简体" panose="02000000000000000000" pitchFamily="2" charset="-122"/>
              <a:ea typeface="方正银联黑简体" panose="02000000000000000000" pitchFamily="2" charset="-122"/>
              <a:cs typeface="FZYLHJW" charset="-122"/>
            </a:endParaRPr>
          </a:p>
        </p:txBody>
      </p:sp>
      <p:sp>
        <p:nvSpPr>
          <p:cNvPr id="21" name="TextBox 64"/>
          <p:cNvSpPr txBox="1"/>
          <p:nvPr/>
        </p:nvSpPr>
        <p:spPr bwMode="auto">
          <a:xfrm>
            <a:off x="1290935" y="3044198"/>
            <a:ext cx="1349295" cy="312851"/>
          </a:xfrm>
          <a:prstGeom prst="rect">
            <a:avLst/>
          </a:prstGeom>
          <a:noFill/>
        </p:spPr>
        <p:txBody>
          <a:bodyPr wrap="square" lIns="270000" tIns="0" rIns="0" bIns="0" anchor="ctr" anchorCtr="0">
            <a:noAutofit/>
          </a:bodyPr>
          <a:lstStyle/>
          <a:p>
            <a:pPr algn="ctr">
              <a:lnSpc>
                <a:spcPct val="120000"/>
              </a:lnSpc>
            </a:pPr>
            <a:r>
              <a:rPr lang="zh-CN" altLang="en-US" sz="1050" dirty="0">
                <a:solidFill>
                  <a:schemeClr val="tx1">
                    <a:lumMod val="75000"/>
                    <a:lumOff val="25000"/>
                  </a:schemeClr>
                </a:solidFill>
                <a:latin typeface="方正银联黑简体" panose="02000000000000000000" pitchFamily="2" charset="-122"/>
                <a:ea typeface="方正银联黑简体" panose="02000000000000000000" pitchFamily="2" charset="-122"/>
                <a:cs typeface="FZYLHJW" charset="-122"/>
              </a:rPr>
              <a:t>输入文字内容输入文字内容</a:t>
            </a:r>
            <a:endParaRPr lang="zh-CN" altLang="en-US" sz="1050" dirty="0">
              <a:solidFill>
                <a:schemeClr val="tx1">
                  <a:lumMod val="75000"/>
                  <a:lumOff val="25000"/>
                </a:schemeClr>
              </a:solidFill>
              <a:latin typeface="方正银联黑简体" panose="02000000000000000000" pitchFamily="2" charset="-122"/>
              <a:ea typeface="方正银联黑简体" panose="02000000000000000000" pitchFamily="2" charset="-122"/>
              <a:cs typeface="FZYLHJW" charset="-122"/>
            </a:endParaRPr>
          </a:p>
        </p:txBody>
      </p:sp>
      <p:sp>
        <p:nvSpPr>
          <p:cNvPr id="22" name="TextBox 64"/>
          <p:cNvSpPr txBox="1"/>
          <p:nvPr/>
        </p:nvSpPr>
        <p:spPr bwMode="auto">
          <a:xfrm>
            <a:off x="3907999" y="2276194"/>
            <a:ext cx="1116380" cy="312851"/>
          </a:xfrm>
          <a:prstGeom prst="rect">
            <a:avLst/>
          </a:prstGeom>
          <a:noFill/>
        </p:spPr>
        <p:txBody>
          <a:bodyPr wrap="square" lIns="270000" tIns="0" rIns="0" bIns="0" anchor="ctr" anchorCtr="0">
            <a:normAutofit/>
          </a:bodyPr>
          <a:lstStyle/>
          <a:p>
            <a:pPr algn="l" latinLnBrk="0">
              <a:lnSpc>
                <a:spcPct val="120000"/>
              </a:lnSpc>
            </a:pPr>
            <a:r>
              <a:rPr lang="zh-CN" altLang="en-US" sz="1050" dirty="0">
                <a:solidFill>
                  <a:schemeClr val="tx1">
                    <a:lumMod val="75000"/>
                    <a:lumOff val="25000"/>
                  </a:schemeClr>
                </a:solidFill>
                <a:latin typeface="方正银联黑简体" panose="02000000000000000000" pitchFamily="2" charset="-122"/>
                <a:ea typeface="方正银联黑简体" panose="02000000000000000000" pitchFamily="2" charset="-122"/>
                <a:cs typeface="FZYLHJW" charset="-122"/>
              </a:rPr>
              <a:t>输入文字内容</a:t>
            </a:r>
            <a:endParaRPr lang="zh-CN" altLang="en-US" sz="1050" dirty="0">
              <a:solidFill>
                <a:schemeClr val="tx1">
                  <a:lumMod val="75000"/>
                  <a:lumOff val="25000"/>
                </a:schemeClr>
              </a:solidFill>
              <a:latin typeface="方正银联黑简体" panose="02000000000000000000" pitchFamily="2" charset="-122"/>
              <a:ea typeface="方正银联黑简体" panose="02000000000000000000" pitchFamily="2" charset="-122"/>
              <a:cs typeface="FZYLHJW" charset="-122"/>
            </a:endParaRPr>
          </a:p>
        </p:txBody>
      </p:sp>
      <p:grpSp>
        <p:nvGrpSpPr>
          <p:cNvPr id="23" name="组合 9"/>
          <p:cNvGrpSpPr/>
          <p:nvPr/>
        </p:nvGrpSpPr>
        <p:grpSpPr>
          <a:xfrm>
            <a:off x="4938231" y="4529652"/>
            <a:ext cx="390164" cy="312377"/>
            <a:chOff x="385305" y="3176287"/>
            <a:chExt cx="631782" cy="523917"/>
          </a:xfrm>
        </p:grpSpPr>
        <p:sp>
          <p:nvSpPr>
            <p:cNvPr id="24" name="Freeform 697"/>
            <p:cNvSpPr>
              <a:spLocks noEditPoints="1"/>
            </p:cNvSpPr>
            <p:nvPr/>
          </p:nvSpPr>
          <p:spPr bwMode="auto">
            <a:xfrm>
              <a:off x="385305" y="3185533"/>
              <a:ext cx="631782" cy="425297"/>
            </a:xfrm>
            <a:custGeom>
              <a:avLst/>
              <a:gdLst>
                <a:gd name="T0" fmla="*/ 179 w 181"/>
                <a:gd name="T1" fmla="*/ 0 h 122"/>
                <a:gd name="T2" fmla="*/ 159 w 181"/>
                <a:gd name="T3" fmla="*/ 0 h 122"/>
                <a:gd name="T4" fmla="*/ 153 w 181"/>
                <a:gd name="T5" fmla="*/ 0 h 122"/>
                <a:gd name="T6" fmla="*/ 153 w 181"/>
                <a:gd name="T7" fmla="*/ 0 h 122"/>
                <a:gd name="T8" fmla="*/ 152 w 181"/>
                <a:gd name="T9" fmla="*/ 0 h 122"/>
                <a:gd name="T10" fmla="*/ 149 w 181"/>
                <a:gd name="T11" fmla="*/ 3 h 122"/>
                <a:gd name="T12" fmla="*/ 137 w 181"/>
                <a:gd name="T13" fmla="*/ 113 h 122"/>
                <a:gd name="T14" fmla="*/ 5 w 181"/>
                <a:gd name="T15" fmla="*/ 113 h 122"/>
                <a:gd name="T16" fmla="*/ 2 w 181"/>
                <a:gd name="T17" fmla="*/ 114 h 122"/>
                <a:gd name="T18" fmla="*/ 0 w 181"/>
                <a:gd name="T19" fmla="*/ 118 h 122"/>
                <a:gd name="T20" fmla="*/ 5 w 181"/>
                <a:gd name="T21" fmla="*/ 122 h 122"/>
                <a:gd name="T22" fmla="*/ 138 w 181"/>
                <a:gd name="T23" fmla="*/ 122 h 122"/>
                <a:gd name="T24" fmla="*/ 139 w 181"/>
                <a:gd name="T25" fmla="*/ 122 h 122"/>
                <a:gd name="T26" fmla="*/ 139 w 181"/>
                <a:gd name="T27" fmla="*/ 122 h 122"/>
                <a:gd name="T28" fmla="*/ 140 w 181"/>
                <a:gd name="T29" fmla="*/ 122 h 122"/>
                <a:gd name="T30" fmla="*/ 143 w 181"/>
                <a:gd name="T31" fmla="*/ 119 h 122"/>
                <a:gd name="T32" fmla="*/ 155 w 181"/>
                <a:gd name="T33" fmla="*/ 5 h 122"/>
                <a:gd name="T34" fmla="*/ 159 w 181"/>
                <a:gd name="T35" fmla="*/ 5 h 122"/>
                <a:gd name="T36" fmla="*/ 179 w 181"/>
                <a:gd name="T37" fmla="*/ 5 h 122"/>
                <a:gd name="T38" fmla="*/ 181 w 181"/>
                <a:gd name="T39" fmla="*/ 2 h 122"/>
                <a:gd name="T40" fmla="*/ 179 w 181"/>
                <a:gd name="T41" fmla="*/ 0 h 122"/>
                <a:gd name="T42" fmla="*/ 138 w 181"/>
                <a:gd name="T43" fmla="*/ 118 h 122"/>
                <a:gd name="T44" fmla="*/ 140 w 181"/>
                <a:gd name="T45" fmla="*/ 116 h 122"/>
                <a:gd name="T46" fmla="*/ 141 w 181"/>
                <a:gd name="T47" fmla="*/ 118 h 122"/>
                <a:gd name="T48" fmla="*/ 140 w 181"/>
                <a:gd name="T49" fmla="*/ 119 h 122"/>
                <a:gd name="T50" fmla="*/ 138 w 181"/>
                <a:gd name="T51" fmla="*/ 118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81" h="122">
                  <a:moveTo>
                    <a:pt x="179" y="0"/>
                  </a:moveTo>
                  <a:cubicBezTo>
                    <a:pt x="159" y="0"/>
                    <a:pt x="159" y="0"/>
                    <a:pt x="159" y="0"/>
                  </a:cubicBezTo>
                  <a:cubicBezTo>
                    <a:pt x="153" y="0"/>
                    <a:pt x="153" y="0"/>
                    <a:pt x="153" y="0"/>
                  </a:cubicBezTo>
                  <a:cubicBezTo>
                    <a:pt x="153" y="0"/>
                    <a:pt x="153" y="0"/>
                    <a:pt x="153" y="0"/>
                  </a:cubicBezTo>
                  <a:cubicBezTo>
                    <a:pt x="152" y="0"/>
                    <a:pt x="152" y="0"/>
                    <a:pt x="152" y="0"/>
                  </a:cubicBezTo>
                  <a:cubicBezTo>
                    <a:pt x="151" y="0"/>
                    <a:pt x="150" y="1"/>
                    <a:pt x="149" y="3"/>
                  </a:cubicBezTo>
                  <a:cubicBezTo>
                    <a:pt x="137" y="113"/>
                    <a:pt x="137" y="113"/>
                    <a:pt x="137" y="113"/>
                  </a:cubicBezTo>
                  <a:cubicBezTo>
                    <a:pt x="5" y="113"/>
                    <a:pt x="5" y="113"/>
                    <a:pt x="5" y="113"/>
                  </a:cubicBezTo>
                  <a:cubicBezTo>
                    <a:pt x="3" y="113"/>
                    <a:pt x="2" y="114"/>
                    <a:pt x="2" y="114"/>
                  </a:cubicBezTo>
                  <a:cubicBezTo>
                    <a:pt x="1" y="115"/>
                    <a:pt x="0" y="116"/>
                    <a:pt x="0" y="118"/>
                  </a:cubicBezTo>
                  <a:cubicBezTo>
                    <a:pt x="0" y="120"/>
                    <a:pt x="2" y="122"/>
                    <a:pt x="5" y="122"/>
                  </a:cubicBezTo>
                  <a:cubicBezTo>
                    <a:pt x="138" y="122"/>
                    <a:pt x="138" y="122"/>
                    <a:pt x="138" y="122"/>
                  </a:cubicBezTo>
                  <a:cubicBezTo>
                    <a:pt x="139" y="122"/>
                    <a:pt x="139" y="122"/>
                    <a:pt x="139" y="122"/>
                  </a:cubicBezTo>
                  <a:cubicBezTo>
                    <a:pt x="139" y="122"/>
                    <a:pt x="139" y="122"/>
                    <a:pt x="139" y="122"/>
                  </a:cubicBezTo>
                  <a:cubicBezTo>
                    <a:pt x="139" y="122"/>
                    <a:pt x="139" y="122"/>
                    <a:pt x="140" y="122"/>
                  </a:cubicBezTo>
                  <a:cubicBezTo>
                    <a:pt x="141" y="122"/>
                    <a:pt x="142" y="121"/>
                    <a:pt x="143" y="119"/>
                  </a:cubicBezTo>
                  <a:cubicBezTo>
                    <a:pt x="155" y="5"/>
                    <a:pt x="155" y="5"/>
                    <a:pt x="155" y="5"/>
                  </a:cubicBezTo>
                  <a:cubicBezTo>
                    <a:pt x="159" y="5"/>
                    <a:pt x="159" y="5"/>
                    <a:pt x="159" y="5"/>
                  </a:cubicBezTo>
                  <a:cubicBezTo>
                    <a:pt x="179" y="5"/>
                    <a:pt x="179" y="5"/>
                    <a:pt x="179" y="5"/>
                  </a:cubicBezTo>
                  <a:cubicBezTo>
                    <a:pt x="180" y="5"/>
                    <a:pt x="181" y="3"/>
                    <a:pt x="181" y="2"/>
                  </a:cubicBezTo>
                  <a:cubicBezTo>
                    <a:pt x="181" y="1"/>
                    <a:pt x="180" y="0"/>
                    <a:pt x="179" y="0"/>
                  </a:cubicBezTo>
                  <a:close/>
                  <a:moveTo>
                    <a:pt x="138" y="118"/>
                  </a:moveTo>
                  <a:cubicBezTo>
                    <a:pt x="138" y="117"/>
                    <a:pt x="139" y="116"/>
                    <a:pt x="140" y="116"/>
                  </a:cubicBezTo>
                  <a:cubicBezTo>
                    <a:pt x="141" y="116"/>
                    <a:pt x="141" y="117"/>
                    <a:pt x="141" y="118"/>
                  </a:cubicBezTo>
                  <a:cubicBezTo>
                    <a:pt x="141" y="118"/>
                    <a:pt x="141" y="119"/>
                    <a:pt x="140" y="119"/>
                  </a:cubicBezTo>
                  <a:cubicBezTo>
                    <a:pt x="139" y="119"/>
                    <a:pt x="138" y="118"/>
                    <a:pt x="138" y="118"/>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800" dirty="0">
                <a:latin typeface="方正银联黑简体" panose="02000000000000000000" pitchFamily="2" charset="-122"/>
                <a:ea typeface="方正银联黑简体" panose="02000000000000000000" pitchFamily="2" charset="-122"/>
                <a:cs typeface="FZYLHJW" charset="-122"/>
              </a:endParaRPr>
            </a:p>
          </p:txBody>
        </p:sp>
        <p:sp>
          <p:nvSpPr>
            <p:cNvPr id="25" name="Freeform 698"/>
            <p:cNvSpPr>
              <a:spLocks noEditPoints="1"/>
            </p:cNvSpPr>
            <p:nvPr/>
          </p:nvSpPr>
          <p:spPr bwMode="auto">
            <a:xfrm>
              <a:off x="647263" y="3382772"/>
              <a:ext cx="191076" cy="175666"/>
            </a:xfrm>
            <a:custGeom>
              <a:avLst/>
              <a:gdLst>
                <a:gd name="T0" fmla="*/ 0 w 62"/>
                <a:gd name="T1" fmla="*/ 17 h 57"/>
                <a:gd name="T2" fmla="*/ 0 w 62"/>
                <a:gd name="T3" fmla="*/ 38 h 57"/>
                <a:gd name="T4" fmla="*/ 0 w 62"/>
                <a:gd name="T5" fmla="*/ 57 h 57"/>
                <a:gd name="T6" fmla="*/ 62 w 62"/>
                <a:gd name="T7" fmla="*/ 57 h 57"/>
                <a:gd name="T8" fmla="*/ 62 w 62"/>
                <a:gd name="T9" fmla="*/ 0 h 57"/>
                <a:gd name="T10" fmla="*/ 0 w 62"/>
                <a:gd name="T11" fmla="*/ 0 h 57"/>
                <a:gd name="T12" fmla="*/ 0 w 62"/>
                <a:gd name="T13" fmla="*/ 17 h 57"/>
                <a:gd name="T14" fmla="*/ 6 w 62"/>
                <a:gd name="T15" fmla="*/ 5 h 57"/>
                <a:gd name="T16" fmla="*/ 57 w 62"/>
                <a:gd name="T17" fmla="*/ 5 h 57"/>
                <a:gd name="T18" fmla="*/ 57 w 62"/>
                <a:gd name="T19" fmla="*/ 51 h 57"/>
                <a:gd name="T20" fmla="*/ 6 w 62"/>
                <a:gd name="T21" fmla="*/ 51 h 57"/>
                <a:gd name="T22" fmla="*/ 6 w 62"/>
                <a:gd name="T23" fmla="*/ 38 h 57"/>
                <a:gd name="T24" fmla="*/ 21 w 62"/>
                <a:gd name="T25" fmla="*/ 38 h 57"/>
                <a:gd name="T26" fmla="*/ 15 w 62"/>
                <a:gd name="T27" fmla="*/ 29 h 57"/>
                <a:gd name="T28" fmla="*/ 21 w 62"/>
                <a:gd name="T29" fmla="*/ 17 h 57"/>
                <a:gd name="T30" fmla="*/ 6 w 62"/>
                <a:gd name="T31" fmla="*/ 17 h 57"/>
                <a:gd name="T32" fmla="*/ 6 w 62"/>
                <a:gd name="T33" fmla="*/ 5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2" h="57">
                  <a:moveTo>
                    <a:pt x="0" y="17"/>
                  </a:moveTo>
                  <a:lnTo>
                    <a:pt x="0" y="38"/>
                  </a:lnTo>
                  <a:lnTo>
                    <a:pt x="0" y="57"/>
                  </a:lnTo>
                  <a:lnTo>
                    <a:pt x="62" y="57"/>
                  </a:lnTo>
                  <a:lnTo>
                    <a:pt x="62" y="0"/>
                  </a:lnTo>
                  <a:lnTo>
                    <a:pt x="0" y="0"/>
                  </a:lnTo>
                  <a:lnTo>
                    <a:pt x="0" y="17"/>
                  </a:lnTo>
                  <a:close/>
                  <a:moveTo>
                    <a:pt x="6" y="5"/>
                  </a:moveTo>
                  <a:lnTo>
                    <a:pt x="57" y="5"/>
                  </a:lnTo>
                  <a:lnTo>
                    <a:pt x="57" y="51"/>
                  </a:lnTo>
                  <a:lnTo>
                    <a:pt x="6" y="51"/>
                  </a:lnTo>
                  <a:lnTo>
                    <a:pt x="6" y="38"/>
                  </a:lnTo>
                  <a:lnTo>
                    <a:pt x="21" y="38"/>
                  </a:lnTo>
                  <a:lnTo>
                    <a:pt x="15" y="29"/>
                  </a:lnTo>
                  <a:lnTo>
                    <a:pt x="21" y="17"/>
                  </a:lnTo>
                  <a:lnTo>
                    <a:pt x="6" y="17"/>
                  </a:lnTo>
                  <a:lnTo>
                    <a:pt x="6" y="5"/>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800" dirty="0">
                <a:latin typeface="方正银联黑简体" panose="02000000000000000000" pitchFamily="2" charset="-122"/>
                <a:ea typeface="方正银联黑简体" panose="02000000000000000000" pitchFamily="2" charset="-122"/>
                <a:cs typeface="FZYLHJW" charset="-122"/>
              </a:endParaRPr>
            </a:p>
          </p:txBody>
        </p:sp>
        <p:sp>
          <p:nvSpPr>
            <p:cNvPr id="26" name="Freeform 699"/>
            <p:cNvSpPr>
              <a:spLocks noEditPoints="1"/>
            </p:cNvSpPr>
            <p:nvPr/>
          </p:nvSpPr>
          <p:spPr bwMode="auto">
            <a:xfrm>
              <a:off x="758210" y="3616994"/>
              <a:ext cx="83210" cy="83210"/>
            </a:xfrm>
            <a:custGeom>
              <a:avLst/>
              <a:gdLst>
                <a:gd name="T0" fmla="*/ 12 w 24"/>
                <a:gd name="T1" fmla="*/ 0 h 24"/>
                <a:gd name="T2" fmla="*/ 0 w 24"/>
                <a:gd name="T3" fmla="*/ 12 h 24"/>
                <a:gd name="T4" fmla="*/ 12 w 24"/>
                <a:gd name="T5" fmla="*/ 24 h 24"/>
                <a:gd name="T6" fmla="*/ 24 w 24"/>
                <a:gd name="T7" fmla="*/ 12 h 24"/>
                <a:gd name="T8" fmla="*/ 12 w 24"/>
                <a:gd name="T9" fmla="*/ 0 h 24"/>
                <a:gd name="T10" fmla="*/ 12 w 24"/>
                <a:gd name="T11" fmla="*/ 19 h 24"/>
                <a:gd name="T12" fmla="*/ 5 w 24"/>
                <a:gd name="T13" fmla="*/ 12 h 24"/>
                <a:gd name="T14" fmla="*/ 12 w 24"/>
                <a:gd name="T15" fmla="*/ 4 h 24"/>
                <a:gd name="T16" fmla="*/ 20 w 24"/>
                <a:gd name="T17" fmla="*/ 12 h 24"/>
                <a:gd name="T18" fmla="*/ 12 w 24"/>
                <a:gd name="T19" fmla="*/ 19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4">
                  <a:moveTo>
                    <a:pt x="12" y="0"/>
                  </a:moveTo>
                  <a:cubicBezTo>
                    <a:pt x="6" y="0"/>
                    <a:pt x="0" y="5"/>
                    <a:pt x="0" y="12"/>
                  </a:cubicBezTo>
                  <a:cubicBezTo>
                    <a:pt x="0" y="19"/>
                    <a:pt x="6" y="24"/>
                    <a:pt x="12" y="24"/>
                  </a:cubicBezTo>
                  <a:cubicBezTo>
                    <a:pt x="19" y="24"/>
                    <a:pt x="24" y="19"/>
                    <a:pt x="24" y="12"/>
                  </a:cubicBezTo>
                  <a:cubicBezTo>
                    <a:pt x="24" y="5"/>
                    <a:pt x="19" y="0"/>
                    <a:pt x="12" y="0"/>
                  </a:cubicBezTo>
                  <a:close/>
                  <a:moveTo>
                    <a:pt x="12" y="19"/>
                  </a:moveTo>
                  <a:cubicBezTo>
                    <a:pt x="8" y="19"/>
                    <a:pt x="5" y="16"/>
                    <a:pt x="5" y="12"/>
                  </a:cubicBezTo>
                  <a:cubicBezTo>
                    <a:pt x="5" y="8"/>
                    <a:pt x="8" y="4"/>
                    <a:pt x="12" y="4"/>
                  </a:cubicBezTo>
                  <a:cubicBezTo>
                    <a:pt x="16" y="4"/>
                    <a:pt x="20" y="8"/>
                    <a:pt x="20" y="12"/>
                  </a:cubicBezTo>
                  <a:cubicBezTo>
                    <a:pt x="20" y="16"/>
                    <a:pt x="16" y="19"/>
                    <a:pt x="12" y="19"/>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800" dirty="0">
                <a:latin typeface="方正银联黑简体" panose="02000000000000000000" pitchFamily="2" charset="-122"/>
                <a:ea typeface="方正银联黑简体" panose="02000000000000000000" pitchFamily="2" charset="-122"/>
                <a:cs typeface="FZYLHJW" charset="-122"/>
              </a:endParaRPr>
            </a:p>
          </p:txBody>
        </p:sp>
        <p:sp>
          <p:nvSpPr>
            <p:cNvPr id="27" name="Freeform 700"/>
            <p:cNvSpPr>
              <a:spLocks noEditPoints="1"/>
            </p:cNvSpPr>
            <p:nvPr/>
          </p:nvSpPr>
          <p:spPr bwMode="auto">
            <a:xfrm>
              <a:off x="517825" y="3176287"/>
              <a:ext cx="175666" cy="191076"/>
            </a:xfrm>
            <a:custGeom>
              <a:avLst/>
              <a:gdLst>
                <a:gd name="T0" fmla="*/ 57 w 57"/>
                <a:gd name="T1" fmla="*/ 0 h 62"/>
                <a:gd name="T2" fmla="*/ 40 w 57"/>
                <a:gd name="T3" fmla="*/ 0 h 62"/>
                <a:gd name="T4" fmla="*/ 19 w 57"/>
                <a:gd name="T5" fmla="*/ 0 h 62"/>
                <a:gd name="T6" fmla="*/ 0 w 57"/>
                <a:gd name="T7" fmla="*/ 0 h 62"/>
                <a:gd name="T8" fmla="*/ 0 w 57"/>
                <a:gd name="T9" fmla="*/ 62 h 62"/>
                <a:gd name="T10" fmla="*/ 57 w 57"/>
                <a:gd name="T11" fmla="*/ 62 h 62"/>
                <a:gd name="T12" fmla="*/ 57 w 57"/>
                <a:gd name="T13" fmla="*/ 0 h 62"/>
                <a:gd name="T14" fmla="*/ 52 w 57"/>
                <a:gd name="T15" fmla="*/ 56 h 62"/>
                <a:gd name="T16" fmla="*/ 6 w 57"/>
                <a:gd name="T17" fmla="*/ 56 h 62"/>
                <a:gd name="T18" fmla="*/ 6 w 57"/>
                <a:gd name="T19" fmla="*/ 5 h 62"/>
                <a:gd name="T20" fmla="*/ 19 w 57"/>
                <a:gd name="T21" fmla="*/ 5 h 62"/>
                <a:gd name="T22" fmla="*/ 19 w 57"/>
                <a:gd name="T23" fmla="*/ 21 h 62"/>
                <a:gd name="T24" fmla="*/ 28 w 57"/>
                <a:gd name="T25" fmla="*/ 14 h 62"/>
                <a:gd name="T26" fmla="*/ 40 w 57"/>
                <a:gd name="T27" fmla="*/ 21 h 62"/>
                <a:gd name="T28" fmla="*/ 40 w 57"/>
                <a:gd name="T29" fmla="*/ 5 h 62"/>
                <a:gd name="T30" fmla="*/ 52 w 57"/>
                <a:gd name="T31" fmla="*/ 5 h 62"/>
                <a:gd name="T32" fmla="*/ 52 w 57"/>
                <a:gd name="T33" fmla="*/ 56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7" h="62">
                  <a:moveTo>
                    <a:pt x="57" y="0"/>
                  </a:moveTo>
                  <a:lnTo>
                    <a:pt x="40" y="0"/>
                  </a:lnTo>
                  <a:lnTo>
                    <a:pt x="19" y="0"/>
                  </a:lnTo>
                  <a:lnTo>
                    <a:pt x="0" y="0"/>
                  </a:lnTo>
                  <a:lnTo>
                    <a:pt x="0" y="62"/>
                  </a:lnTo>
                  <a:lnTo>
                    <a:pt x="57" y="62"/>
                  </a:lnTo>
                  <a:lnTo>
                    <a:pt x="57" y="0"/>
                  </a:lnTo>
                  <a:close/>
                  <a:moveTo>
                    <a:pt x="52" y="56"/>
                  </a:moveTo>
                  <a:lnTo>
                    <a:pt x="6" y="56"/>
                  </a:lnTo>
                  <a:lnTo>
                    <a:pt x="6" y="5"/>
                  </a:lnTo>
                  <a:lnTo>
                    <a:pt x="19" y="5"/>
                  </a:lnTo>
                  <a:lnTo>
                    <a:pt x="19" y="21"/>
                  </a:lnTo>
                  <a:lnTo>
                    <a:pt x="28" y="14"/>
                  </a:lnTo>
                  <a:lnTo>
                    <a:pt x="40" y="21"/>
                  </a:lnTo>
                  <a:lnTo>
                    <a:pt x="40" y="5"/>
                  </a:lnTo>
                  <a:lnTo>
                    <a:pt x="52" y="5"/>
                  </a:lnTo>
                  <a:lnTo>
                    <a:pt x="52" y="56"/>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800" dirty="0">
                <a:latin typeface="方正银联黑简体" panose="02000000000000000000" pitchFamily="2" charset="-122"/>
                <a:ea typeface="方正银联黑简体" panose="02000000000000000000" pitchFamily="2" charset="-122"/>
                <a:cs typeface="FZYLHJW" charset="-122"/>
              </a:endParaRPr>
            </a:p>
          </p:txBody>
        </p:sp>
        <p:sp>
          <p:nvSpPr>
            <p:cNvPr id="28" name="Freeform 701"/>
            <p:cNvSpPr>
              <a:spLocks noEditPoints="1"/>
            </p:cNvSpPr>
            <p:nvPr/>
          </p:nvSpPr>
          <p:spPr bwMode="auto">
            <a:xfrm>
              <a:off x="440778" y="3382772"/>
              <a:ext cx="191076" cy="175666"/>
            </a:xfrm>
            <a:custGeom>
              <a:avLst/>
              <a:gdLst>
                <a:gd name="T0" fmla="*/ 62 w 62"/>
                <a:gd name="T1" fmla="*/ 0 h 57"/>
                <a:gd name="T2" fmla="*/ 0 w 62"/>
                <a:gd name="T3" fmla="*/ 0 h 57"/>
                <a:gd name="T4" fmla="*/ 0 w 62"/>
                <a:gd name="T5" fmla="*/ 17 h 57"/>
                <a:gd name="T6" fmla="*/ 0 w 62"/>
                <a:gd name="T7" fmla="*/ 38 h 57"/>
                <a:gd name="T8" fmla="*/ 0 w 62"/>
                <a:gd name="T9" fmla="*/ 57 h 57"/>
                <a:gd name="T10" fmla="*/ 62 w 62"/>
                <a:gd name="T11" fmla="*/ 57 h 57"/>
                <a:gd name="T12" fmla="*/ 62 w 62"/>
                <a:gd name="T13" fmla="*/ 0 h 57"/>
                <a:gd name="T14" fmla="*/ 57 w 62"/>
                <a:gd name="T15" fmla="*/ 51 h 57"/>
                <a:gd name="T16" fmla="*/ 6 w 62"/>
                <a:gd name="T17" fmla="*/ 51 h 57"/>
                <a:gd name="T18" fmla="*/ 6 w 62"/>
                <a:gd name="T19" fmla="*/ 38 h 57"/>
                <a:gd name="T20" fmla="*/ 22 w 62"/>
                <a:gd name="T21" fmla="*/ 38 h 57"/>
                <a:gd name="T22" fmla="*/ 15 w 62"/>
                <a:gd name="T23" fmla="*/ 29 h 57"/>
                <a:gd name="T24" fmla="*/ 22 w 62"/>
                <a:gd name="T25" fmla="*/ 17 h 57"/>
                <a:gd name="T26" fmla="*/ 6 w 62"/>
                <a:gd name="T27" fmla="*/ 17 h 57"/>
                <a:gd name="T28" fmla="*/ 6 w 62"/>
                <a:gd name="T29" fmla="*/ 5 h 57"/>
                <a:gd name="T30" fmla="*/ 57 w 62"/>
                <a:gd name="T31" fmla="*/ 5 h 57"/>
                <a:gd name="T32" fmla="*/ 57 w 62"/>
                <a:gd name="T33" fmla="*/ 51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2" h="57">
                  <a:moveTo>
                    <a:pt x="62" y="0"/>
                  </a:moveTo>
                  <a:lnTo>
                    <a:pt x="0" y="0"/>
                  </a:lnTo>
                  <a:lnTo>
                    <a:pt x="0" y="17"/>
                  </a:lnTo>
                  <a:lnTo>
                    <a:pt x="0" y="38"/>
                  </a:lnTo>
                  <a:lnTo>
                    <a:pt x="0" y="57"/>
                  </a:lnTo>
                  <a:lnTo>
                    <a:pt x="62" y="57"/>
                  </a:lnTo>
                  <a:lnTo>
                    <a:pt x="62" y="0"/>
                  </a:lnTo>
                  <a:close/>
                  <a:moveTo>
                    <a:pt x="57" y="51"/>
                  </a:moveTo>
                  <a:lnTo>
                    <a:pt x="6" y="51"/>
                  </a:lnTo>
                  <a:lnTo>
                    <a:pt x="6" y="38"/>
                  </a:lnTo>
                  <a:lnTo>
                    <a:pt x="22" y="38"/>
                  </a:lnTo>
                  <a:lnTo>
                    <a:pt x="15" y="29"/>
                  </a:lnTo>
                  <a:lnTo>
                    <a:pt x="22" y="17"/>
                  </a:lnTo>
                  <a:lnTo>
                    <a:pt x="6" y="17"/>
                  </a:lnTo>
                  <a:lnTo>
                    <a:pt x="6" y="5"/>
                  </a:lnTo>
                  <a:lnTo>
                    <a:pt x="57" y="5"/>
                  </a:lnTo>
                  <a:lnTo>
                    <a:pt x="57" y="51"/>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800" dirty="0">
                <a:latin typeface="方正银联黑简体" panose="02000000000000000000" pitchFamily="2" charset="-122"/>
                <a:ea typeface="方正银联黑简体" panose="02000000000000000000" pitchFamily="2" charset="-122"/>
                <a:cs typeface="FZYLHJW" charset="-122"/>
              </a:endParaRPr>
            </a:p>
          </p:txBody>
        </p:sp>
        <p:sp>
          <p:nvSpPr>
            <p:cNvPr id="29" name="Freeform 702"/>
            <p:cNvSpPr>
              <a:spLocks noEditPoints="1"/>
            </p:cNvSpPr>
            <p:nvPr/>
          </p:nvSpPr>
          <p:spPr bwMode="auto">
            <a:xfrm>
              <a:off x="431533" y="3616994"/>
              <a:ext cx="83210" cy="83210"/>
            </a:xfrm>
            <a:custGeom>
              <a:avLst/>
              <a:gdLst>
                <a:gd name="T0" fmla="*/ 12 w 24"/>
                <a:gd name="T1" fmla="*/ 0 h 24"/>
                <a:gd name="T2" fmla="*/ 0 w 24"/>
                <a:gd name="T3" fmla="*/ 12 h 24"/>
                <a:gd name="T4" fmla="*/ 12 w 24"/>
                <a:gd name="T5" fmla="*/ 24 h 24"/>
                <a:gd name="T6" fmla="*/ 24 w 24"/>
                <a:gd name="T7" fmla="*/ 12 h 24"/>
                <a:gd name="T8" fmla="*/ 12 w 24"/>
                <a:gd name="T9" fmla="*/ 0 h 24"/>
                <a:gd name="T10" fmla="*/ 12 w 24"/>
                <a:gd name="T11" fmla="*/ 19 h 24"/>
                <a:gd name="T12" fmla="*/ 4 w 24"/>
                <a:gd name="T13" fmla="*/ 12 h 24"/>
                <a:gd name="T14" fmla="*/ 12 w 24"/>
                <a:gd name="T15" fmla="*/ 4 h 24"/>
                <a:gd name="T16" fmla="*/ 19 w 24"/>
                <a:gd name="T17" fmla="*/ 12 h 24"/>
                <a:gd name="T18" fmla="*/ 12 w 24"/>
                <a:gd name="T19" fmla="*/ 19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4">
                  <a:moveTo>
                    <a:pt x="12" y="0"/>
                  </a:moveTo>
                  <a:cubicBezTo>
                    <a:pt x="5" y="0"/>
                    <a:pt x="0" y="5"/>
                    <a:pt x="0" y="12"/>
                  </a:cubicBezTo>
                  <a:cubicBezTo>
                    <a:pt x="0" y="19"/>
                    <a:pt x="5" y="24"/>
                    <a:pt x="12" y="24"/>
                  </a:cubicBezTo>
                  <a:cubicBezTo>
                    <a:pt x="19" y="24"/>
                    <a:pt x="24" y="19"/>
                    <a:pt x="24" y="12"/>
                  </a:cubicBezTo>
                  <a:cubicBezTo>
                    <a:pt x="24" y="5"/>
                    <a:pt x="19" y="0"/>
                    <a:pt x="12" y="0"/>
                  </a:cubicBezTo>
                  <a:close/>
                  <a:moveTo>
                    <a:pt x="12" y="19"/>
                  </a:moveTo>
                  <a:cubicBezTo>
                    <a:pt x="8" y="19"/>
                    <a:pt x="4" y="16"/>
                    <a:pt x="4" y="12"/>
                  </a:cubicBezTo>
                  <a:cubicBezTo>
                    <a:pt x="4" y="8"/>
                    <a:pt x="8" y="4"/>
                    <a:pt x="12" y="4"/>
                  </a:cubicBezTo>
                  <a:cubicBezTo>
                    <a:pt x="16" y="4"/>
                    <a:pt x="19" y="8"/>
                    <a:pt x="19" y="12"/>
                  </a:cubicBezTo>
                  <a:cubicBezTo>
                    <a:pt x="19" y="16"/>
                    <a:pt x="16" y="19"/>
                    <a:pt x="12" y="19"/>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800" dirty="0">
                <a:latin typeface="方正银联黑简体" panose="02000000000000000000" pitchFamily="2" charset="-122"/>
                <a:ea typeface="方正银联黑简体" panose="02000000000000000000" pitchFamily="2" charset="-122"/>
                <a:cs typeface="FZYLHJW" charset="-122"/>
              </a:endParaRPr>
            </a:p>
          </p:txBody>
        </p:sp>
      </p:grpSp>
      <p:grpSp>
        <p:nvGrpSpPr>
          <p:cNvPr id="30" name="组合 10"/>
          <p:cNvGrpSpPr/>
          <p:nvPr/>
        </p:nvGrpSpPr>
        <p:grpSpPr>
          <a:xfrm>
            <a:off x="5370716" y="3404075"/>
            <a:ext cx="358267" cy="287400"/>
            <a:chOff x="6354876" y="4384378"/>
            <a:chExt cx="662601" cy="536245"/>
          </a:xfrm>
        </p:grpSpPr>
        <p:sp>
          <p:nvSpPr>
            <p:cNvPr id="31" name="Freeform 889"/>
            <p:cNvSpPr/>
            <p:nvPr/>
          </p:nvSpPr>
          <p:spPr bwMode="auto">
            <a:xfrm>
              <a:off x="6354876" y="4886722"/>
              <a:ext cx="662601" cy="33901"/>
            </a:xfrm>
            <a:custGeom>
              <a:avLst/>
              <a:gdLst>
                <a:gd name="T0" fmla="*/ 215 w 215"/>
                <a:gd name="T1" fmla="*/ 0 h 11"/>
                <a:gd name="T2" fmla="*/ 0 w 215"/>
                <a:gd name="T3" fmla="*/ 0 h 11"/>
                <a:gd name="T4" fmla="*/ 0 w 215"/>
                <a:gd name="T5" fmla="*/ 11 h 11"/>
                <a:gd name="T6" fmla="*/ 99 w 215"/>
                <a:gd name="T7" fmla="*/ 11 h 11"/>
                <a:gd name="T8" fmla="*/ 117 w 215"/>
                <a:gd name="T9" fmla="*/ 11 h 11"/>
                <a:gd name="T10" fmla="*/ 215 w 215"/>
                <a:gd name="T11" fmla="*/ 11 h 11"/>
                <a:gd name="T12" fmla="*/ 215 w 215"/>
                <a:gd name="T13" fmla="*/ 0 h 11"/>
                <a:gd name="T14" fmla="*/ 215 w 215"/>
                <a:gd name="T15" fmla="*/ 0 h 11"/>
                <a:gd name="T16" fmla="*/ 215 w 215"/>
                <a:gd name="T17"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5" h="11">
                  <a:moveTo>
                    <a:pt x="215" y="0"/>
                  </a:moveTo>
                  <a:lnTo>
                    <a:pt x="0" y="0"/>
                  </a:lnTo>
                  <a:lnTo>
                    <a:pt x="0" y="11"/>
                  </a:lnTo>
                  <a:lnTo>
                    <a:pt x="99" y="11"/>
                  </a:lnTo>
                  <a:lnTo>
                    <a:pt x="117" y="11"/>
                  </a:lnTo>
                  <a:lnTo>
                    <a:pt x="215" y="11"/>
                  </a:lnTo>
                  <a:lnTo>
                    <a:pt x="215" y="0"/>
                  </a:lnTo>
                  <a:lnTo>
                    <a:pt x="215" y="0"/>
                  </a:lnTo>
                  <a:lnTo>
                    <a:pt x="215"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800" dirty="0">
                <a:latin typeface="方正银联黑简体" panose="02000000000000000000" pitchFamily="2" charset="-122"/>
                <a:ea typeface="方正银联黑简体" panose="02000000000000000000" pitchFamily="2" charset="-122"/>
                <a:cs typeface="FZYLHJW" charset="-122"/>
              </a:endParaRPr>
            </a:p>
          </p:txBody>
        </p:sp>
        <p:sp>
          <p:nvSpPr>
            <p:cNvPr id="32" name="Freeform 890"/>
            <p:cNvSpPr>
              <a:spLocks noEditPoints="1"/>
            </p:cNvSpPr>
            <p:nvPr/>
          </p:nvSpPr>
          <p:spPr bwMode="auto">
            <a:xfrm>
              <a:off x="6561361" y="4482998"/>
              <a:ext cx="271204" cy="160257"/>
            </a:xfrm>
            <a:custGeom>
              <a:avLst/>
              <a:gdLst>
                <a:gd name="T0" fmla="*/ 59 w 78"/>
                <a:gd name="T1" fmla="*/ 46 h 46"/>
                <a:gd name="T2" fmla="*/ 70 w 78"/>
                <a:gd name="T3" fmla="*/ 4 h 46"/>
                <a:gd name="T4" fmla="*/ 78 w 78"/>
                <a:gd name="T5" fmla="*/ 4 h 46"/>
                <a:gd name="T6" fmla="*/ 78 w 78"/>
                <a:gd name="T7" fmla="*/ 0 h 46"/>
                <a:gd name="T8" fmla="*/ 65 w 78"/>
                <a:gd name="T9" fmla="*/ 0 h 46"/>
                <a:gd name="T10" fmla="*/ 59 w 78"/>
                <a:gd name="T11" fmla="*/ 13 h 46"/>
                <a:gd name="T12" fmla="*/ 51 w 78"/>
                <a:gd name="T13" fmla="*/ 13 h 46"/>
                <a:gd name="T14" fmla="*/ 0 w 78"/>
                <a:gd name="T15" fmla="*/ 13 h 46"/>
                <a:gd name="T16" fmla="*/ 8 w 78"/>
                <a:gd name="T17" fmla="*/ 46 h 46"/>
                <a:gd name="T18" fmla="*/ 59 w 78"/>
                <a:gd name="T19" fmla="*/ 46 h 46"/>
                <a:gd name="T20" fmla="*/ 46 w 78"/>
                <a:gd name="T21" fmla="*/ 38 h 46"/>
                <a:gd name="T22" fmla="*/ 19 w 78"/>
                <a:gd name="T23" fmla="*/ 38 h 46"/>
                <a:gd name="T24" fmla="*/ 17 w 78"/>
                <a:gd name="T25" fmla="*/ 35 h 46"/>
                <a:gd name="T26" fmla="*/ 17 w 78"/>
                <a:gd name="T27" fmla="*/ 33 h 46"/>
                <a:gd name="T28" fmla="*/ 19 w 78"/>
                <a:gd name="T29" fmla="*/ 32 h 46"/>
                <a:gd name="T30" fmla="*/ 46 w 78"/>
                <a:gd name="T31" fmla="*/ 32 h 46"/>
                <a:gd name="T32" fmla="*/ 48 w 78"/>
                <a:gd name="T33" fmla="*/ 35 h 46"/>
                <a:gd name="T34" fmla="*/ 46 w 78"/>
                <a:gd name="T35" fmla="*/ 38 h 46"/>
                <a:gd name="T36" fmla="*/ 13 w 78"/>
                <a:gd name="T37" fmla="*/ 22 h 46"/>
                <a:gd name="T38" fmla="*/ 15 w 78"/>
                <a:gd name="T39" fmla="*/ 21 h 46"/>
                <a:gd name="T40" fmla="*/ 50 w 78"/>
                <a:gd name="T41" fmla="*/ 21 h 46"/>
                <a:gd name="T42" fmla="*/ 53 w 78"/>
                <a:gd name="T43" fmla="*/ 24 h 46"/>
                <a:gd name="T44" fmla="*/ 50 w 78"/>
                <a:gd name="T45" fmla="*/ 27 h 46"/>
                <a:gd name="T46" fmla="*/ 15 w 78"/>
                <a:gd name="T47" fmla="*/ 27 h 46"/>
                <a:gd name="T48" fmla="*/ 12 w 78"/>
                <a:gd name="T49" fmla="*/ 24 h 46"/>
                <a:gd name="T50" fmla="*/ 13 w 78"/>
                <a:gd name="T51" fmla="*/ 22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8" h="46">
                  <a:moveTo>
                    <a:pt x="59" y="46"/>
                  </a:moveTo>
                  <a:cubicBezTo>
                    <a:pt x="70" y="4"/>
                    <a:pt x="70" y="4"/>
                    <a:pt x="70" y="4"/>
                  </a:cubicBezTo>
                  <a:cubicBezTo>
                    <a:pt x="78" y="4"/>
                    <a:pt x="78" y="4"/>
                    <a:pt x="78" y="4"/>
                  </a:cubicBezTo>
                  <a:cubicBezTo>
                    <a:pt x="78" y="0"/>
                    <a:pt x="78" y="0"/>
                    <a:pt x="78" y="0"/>
                  </a:cubicBezTo>
                  <a:cubicBezTo>
                    <a:pt x="65" y="0"/>
                    <a:pt x="65" y="0"/>
                    <a:pt x="65" y="0"/>
                  </a:cubicBezTo>
                  <a:cubicBezTo>
                    <a:pt x="59" y="13"/>
                    <a:pt x="59" y="13"/>
                    <a:pt x="59" y="13"/>
                  </a:cubicBezTo>
                  <a:cubicBezTo>
                    <a:pt x="51" y="13"/>
                    <a:pt x="51" y="13"/>
                    <a:pt x="51" y="13"/>
                  </a:cubicBezTo>
                  <a:cubicBezTo>
                    <a:pt x="0" y="13"/>
                    <a:pt x="0" y="13"/>
                    <a:pt x="0" y="13"/>
                  </a:cubicBezTo>
                  <a:cubicBezTo>
                    <a:pt x="8" y="46"/>
                    <a:pt x="8" y="46"/>
                    <a:pt x="8" y="46"/>
                  </a:cubicBezTo>
                  <a:lnTo>
                    <a:pt x="59" y="46"/>
                  </a:lnTo>
                  <a:close/>
                  <a:moveTo>
                    <a:pt x="46" y="38"/>
                  </a:moveTo>
                  <a:cubicBezTo>
                    <a:pt x="19" y="38"/>
                    <a:pt x="19" y="38"/>
                    <a:pt x="19" y="38"/>
                  </a:cubicBezTo>
                  <a:cubicBezTo>
                    <a:pt x="18" y="38"/>
                    <a:pt x="17" y="37"/>
                    <a:pt x="17" y="35"/>
                  </a:cubicBezTo>
                  <a:cubicBezTo>
                    <a:pt x="17" y="34"/>
                    <a:pt x="17" y="34"/>
                    <a:pt x="17" y="33"/>
                  </a:cubicBezTo>
                  <a:cubicBezTo>
                    <a:pt x="18" y="33"/>
                    <a:pt x="18" y="32"/>
                    <a:pt x="19" y="32"/>
                  </a:cubicBezTo>
                  <a:cubicBezTo>
                    <a:pt x="46" y="32"/>
                    <a:pt x="46" y="32"/>
                    <a:pt x="46" y="32"/>
                  </a:cubicBezTo>
                  <a:cubicBezTo>
                    <a:pt x="47" y="32"/>
                    <a:pt x="48" y="34"/>
                    <a:pt x="48" y="35"/>
                  </a:cubicBezTo>
                  <a:cubicBezTo>
                    <a:pt x="48" y="37"/>
                    <a:pt x="47" y="38"/>
                    <a:pt x="46" y="38"/>
                  </a:cubicBezTo>
                  <a:close/>
                  <a:moveTo>
                    <a:pt x="13" y="22"/>
                  </a:moveTo>
                  <a:cubicBezTo>
                    <a:pt x="14" y="21"/>
                    <a:pt x="14" y="21"/>
                    <a:pt x="15" y="21"/>
                  </a:cubicBezTo>
                  <a:cubicBezTo>
                    <a:pt x="50" y="21"/>
                    <a:pt x="50" y="21"/>
                    <a:pt x="50" y="21"/>
                  </a:cubicBezTo>
                  <a:cubicBezTo>
                    <a:pt x="51" y="21"/>
                    <a:pt x="53" y="22"/>
                    <a:pt x="53" y="24"/>
                  </a:cubicBezTo>
                  <a:cubicBezTo>
                    <a:pt x="53" y="25"/>
                    <a:pt x="51" y="27"/>
                    <a:pt x="50" y="27"/>
                  </a:cubicBezTo>
                  <a:cubicBezTo>
                    <a:pt x="15" y="27"/>
                    <a:pt x="15" y="27"/>
                    <a:pt x="15" y="27"/>
                  </a:cubicBezTo>
                  <a:cubicBezTo>
                    <a:pt x="14" y="27"/>
                    <a:pt x="12" y="25"/>
                    <a:pt x="12" y="24"/>
                  </a:cubicBezTo>
                  <a:cubicBezTo>
                    <a:pt x="12" y="23"/>
                    <a:pt x="13" y="22"/>
                    <a:pt x="13" y="2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800" dirty="0">
                <a:latin typeface="方正银联黑简体" panose="02000000000000000000" pitchFamily="2" charset="-122"/>
                <a:ea typeface="方正银联黑简体" panose="02000000000000000000" pitchFamily="2" charset="-122"/>
                <a:cs typeface="FZYLHJW" charset="-122"/>
              </a:endParaRPr>
            </a:p>
          </p:txBody>
        </p:sp>
        <p:sp>
          <p:nvSpPr>
            <p:cNvPr id="33" name="Freeform 891"/>
            <p:cNvSpPr>
              <a:spLocks noEditPoints="1"/>
            </p:cNvSpPr>
            <p:nvPr/>
          </p:nvSpPr>
          <p:spPr bwMode="auto">
            <a:xfrm>
              <a:off x="6706209" y="4649419"/>
              <a:ext cx="49310" cy="49310"/>
            </a:xfrm>
            <a:custGeom>
              <a:avLst/>
              <a:gdLst>
                <a:gd name="T0" fmla="*/ 7 w 14"/>
                <a:gd name="T1" fmla="*/ 0 h 14"/>
                <a:gd name="T2" fmla="*/ 0 w 14"/>
                <a:gd name="T3" fmla="*/ 7 h 14"/>
                <a:gd name="T4" fmla="*/ 7 w 14"/>
                <a:gd name="T5" fmla="*/ 14 h 14"/>
                <a:gd name="T6" fmla="*/ 14 w 14"/>
                <a:gd name="T7" fmla="*/ 7 h 14"/>
                <a:gd name="T8" fmla="*/ 7 w 14"/>
                <a:gd name="T9" fmla="*/ 0 h 14"/>
                <a:gd name="T10" fmla="*/ 7 w 14"/>
                <a:gd name="T11" fmla="*/ 10 h 14"/>
                <a:gd name="T12" fmla="*/ 4 w 14"/>
                <a:gd name="T13" fmla="*/ 7 h 14"/>
                <a:gd name="T14" fmla="*/ 7 w 14"/>
                <a:gd name="T15" fmla="*/ 4 h 14"/>
                <a:gd name="T16" fmla="*/ 9 w 14"/>
                <a:gd name="T17" fmla="*/ 7 h 14"/>
                <a:gd name="T18" fmla="*/ 7 w 14"/>
                <a:gd name="T19" fmla="*/ 1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 h="14">
                  <a:moveTo>
                    <a:pt x="7" y="0"/>
                  </a:moveTo>
                  <a:cubicBezTo>
                    <a:pt x="3" y="0"/>
                    <a:pt x="0" y="3"/>
                    <a:pt x="0" y="7"/>
                  </a:cubicBezTo>
                  <a:cubicBezTo>
                    <a:pt x="0" y="11"/>
                    <a:pt x="3" y="14"/>
                    <a:pt x="7" y="14"/>
                  </a:cubicBezTo>
                  <a:cubicBezTo>
                    <a:pt x="11" y="14"/>
                    <a:pt x="14" y="11"/>
                    <a:pt x="14" y="7"/>
                  </a:cubicBezTo>
                  <a:cubicBezTo>
                    <a:pt x="14" y="3"/>
                    <a:pt x="11" y="0"/>
                    <a:pt x="7" y="0"/>
                  </a:cubicBezTo>
                  <a:close/>
                  <a:moveTo>
                    <a:pt x="7" y="10"/>
                  </a:moveTo>
                  <a:cubicBezTo>
                    <a:pt x="5" y="10"/>
                    <a:pt x="4" y="9"/>
                    <a:pt x="4" y="7"/>
                  </a:cubicBezTo>
                  <a:cubicBezTo>
                    <a:pt x="4" y="6"/>
                    <a:pt x="5" y="4"/>
                    <a:pt x="7" y="4"/>
                  </a:cubicBezTo>
                  <a:cubicBezTo>
                    <a:pt x="8" y="4"/>
                    <a:pt x="9" y="6"/>
                    <a:pt x="9" y="7"/>
                  </a:cubicBezTo>
                  <a:cubicBezTo>
                    <a:pt x="9" y="9"/>
                    <a:pt x="8" y="10"/>
                    <a:pt x="7" y="1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800" dirty="0">
                <a:latin typeface="方正银联黑简体" panose="02000000000000000000" pitchFamily="2" charset="-122"/>
                <a:ea typeface="方正银联黑简体" panose="02000000000000000000" pitchFamily="2" charset="-122"/>
                <a:cs typeface="FZYLHJW" charset="-122"/>
              </a:endParaRPr>
            </a:p>
          </p:txBody>
        </p:sp>
        <p:sp>
          <p:nvSpPr>
            <p:cNvPr id="34" name="Freeform 892"/>
            <p:cNvSpPr>
              <a:spLocks noEditPoints="1"/>
            </p:cNvSpPr>
            <p:nvPr/>
          </p:nvSpPr>
          <p:spPr bwMode="auto">
            <a:xfrm>
              <a:off x="6595262" y="4649419"/>
              <a:ext cx="52392" cy="49310"/>
            </a:xfrm>
            <a:custGeom>
              <a:avLst/>
              <a:gdLst>
                <a:gd name="T0" fmla="*/ 8 w 15"/>
                <a:gd name="T1" fmla="*/ 0 h 14"/>
                <a:gd name="T2" fmla="*/ 0 w 15"/>
                <a:gd name="T3" fmla="*/ 7 h 14"/>
                <a:gd name="T4" fmla="*/ 8 w 15"/>
                <a:gd name="T5" fmla="*/ 14 h 14"/>
                <a:gd name="T6" fmla="*/ 15 w 15"/>
                <a:gd name="T7" fmla="*/ 7 h 14"/>
                <a:gd name="T8" fmla="*/ 8 w 15"/>
                <a:gd name="T9" fmla="*/ 0 h 14"/>
                <a:gd name="T10" fmla="*/ 8 w 15"/>
                <a:gd name="T11" fmla="*/ 10 h 14"/>
                <a:gd name="T12" fmla="*/ 5 w 15"/>
                <a:gd name="T13" fmla="*/ 7 h 14"/>
                <a:gd name="T14" fmla="*/ 8 w 15"/>
                <a:gd name="T15" fmla="*/ 4 h 14"/>
                <a:gd name="T16" fmla="*/ 10 w 15"/>
                <a:gd name="T17" fmla="*/ 7 h 14"/>
                <a:gd name="T18" fmla="*/ 8 w 15"/>
                <a:gd name="T19" fmla="*/ 1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14">
                  <a:moveTo>
                    <a:pt x="8" y="0"/>
                  </a:moveTo>
                  <a:cubicBezTo>
                    <a:pt x="4" y="0"/>
                    <a:pt x="0" y="3"/>
                    <a:pt x="0" y="7"/>
                  </a:cubicBezTo>
                  <a:cubicBezTo>
                    <a:pt x="0" y="11"/>
                    <a:pt x="4" y="14"/>
                    <a:pt x="8" y="14"/>
                  </a:cubicBezTo>
                  <a:cubicBezTo>
                    <a:pt x="12" y="14"/>
                    <a:pt x="15" y="11"/>
                    <a:pt x="15" y="7"/>
                  </a:cubicBezTo>
                  <a:cubicBezTo>
                    <a:pt x="15" y="3"/>
                    <a:pt x="12" y="0"/>
                    <a:pt x="8" y="0"/>
                  </a:cubicBezTo>
                  <a:close/>
                  <a:moveTo>
                    <a:pt x="8" y="10"/>
                  </a:moveTo>
                  <a:cubicBezTo>
                    <a:pt x="6" y="10"/>
                    <a:pt x="5" y="9"/>
                    <a:pt x="5" y="7"/>
                  </a:cubicBezTo>
                  <a:cubicBezTo>
                    <a:pt x="5" y="6"/>
                    <a:pt x="6" y="4"/>
                    <a:pt x="8" y="4"/>
                  </a:cubicBezTo>
                  <a:cubicBezTo>
                    <a:pt x="9" y="4"/>
                    <a:pt x="10" y="6"/>
                    <a:pt x="10" y="7"/>
                  </a:cubicBezTo>
                  <a:cubicBezTo>
                    <a:pt x="10" y="9"/>
                    <a:pt x="9" y="10"/>
                    <a:pt x="8" y="1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800" dirty="0">
                <a:latin typeface="方正银联黑简体" panose="02000000000000000000" pitchFamily="2" charset="-122"/>
                <a:ea typeface="方正银联黑简体" panose="02000000000000000000" pitchFamily="2" charset="-122"/>
                <a:cs typeface="FZYLHJW" charset="-122"/>
              </a:endParaRPr>
            </a:p>
          </p:txBody>
        </p:sp>
        <p:sp>
          <p:nvSpPr>
            <p:cNvPr id="35" name="Freeform 893"/>
            <p:cNvSpPr>
              <a:spLocks noEditPoints="1"/>
            </p:cNvSpPr>
            <p:nvPr/>
          </p:nvSpPr>
          <p:spPr bwMode="auto">
            <a:xfrm>
              <a:off x="6425759" y="4384378"/>
              <a:ext cx="530081" cy="419134"/>
            </a:xfrm>
            <a:custGeom>
              <a:avLst/>
              <a:gdLst>
                <a:gd name="T0" fmla="*/ 4 w 152"/>
                <a:gd name="T1" fmla="*/ 120 h 120"/>
                <a:gd name="T2" fmla="*/ 148 w 152"/>
                <a:gd name="T3" fmla="*/ 120 h 120"/>
                <a:gd name="T4" fmla="*/ 152 w 152"/>
                <a:gd name="T5" fmla="*/ 116 h 120"/>
                <a:gd name="T6" fmla="*/ 152 w 152"/>
                <a:gd name="T7" fmla="*/ 4 h 120"/>
                <a:gd name="T8" fmla="*/ 148 w 152"/>
                <a:gd name="T9" fmla="*/ 0 h 120"/>
                <a:gd name="T10" fmla="*/ 4 w 152"/>
                <a:gd name="T11" fmla="*/ 0 h 120"/>
                <a:gd name="T12" fmla="*/ 0 w 152"/>
                <a:gd name="T13" fmla="*/ 4 h 120"/>
                <a:gd name="T14" fmla="*/ 0 w 152"/>
                <a:gd name="T15" fmla="*/ 116 h 120"/>
                <a:gd name="T16" fmla="*/ 4 w 152"/>
                <a:gd name="T17" fmla="*/ 120 h 120"/>
                <a:gd name="T18" fmla="*/ 83 w 152"/>
                <a:gd name="T19" fmla="*/ 114 h 120"/>
                <a:gd name="T20" fmla="*/ 68 w 152"/>
                <a:gd name="T21" fmla="*/ 114 h 120"/>
                <a:gd name="T22" fmla="*/ 65 w 152"/>
                <a:gd name="T23" fmla="*/ 111 h 120"/>
                <a:gd name="T24" fmla="*/ 66 w 152"/>
                <a:gd name="T25" fmla="*/ 109 h 120"/>
                <a:gd name="T26" fmla="*/ 68 w 152"/>
                <a:gd name="T27" fmla="*/ 108 h 120"/>
                <a:gd name="T28" fmla="*/ 83 w 152"/>
                <a:gd name="T29" fmla="*/ 108 h 120"/>
                <a:gd name="T30" fmla="*/ 86 w 152"/>
                <a:gd name="T31" fmla="*/ 111 h 120"/>
                <a:gd name="T32" fmla="*/ 83 w 152"/>
                <a:gd name="T33" fmla="*/ 114 h 120"/>
                <a:gd name="T34" fmla="*/ 14 w 152"/>
                <a:gd name="T35" fmla="*/ 14 h 120"/>
                <a:gd name="T36" fmla="*/ 17 w 152"/>
                <a:gd name="T37" fmla="*/ 11 h 120"/>
                <a:gd name="T38" fmla="*/ 134 w 152"/>
                <a:gd name="T39" fmla="*/ 11 h 120"/>
                <a:gd name="T40" fmla="*/ 138 w 152"/>
                <a:gd name="T41" fmla="*/ 14 h 120"/>
                <a:gd name="T42" fmla="*/ 138 w 152"/>
                <a:gd name="T43" fmla="*/ 100 h 120"/>
                <a:gd name="T44" fmla="*/ 134 w 152"/>
                <a:gd name="T45" fmla="*/ 103 h 120"/>
                <a:gd name="T46" fmla="*/ 17 w 152"/>
                <a:gd name="T47" fmla="*/ 103 h 120"/>
                <a:gd name="T48" fmla="*/ 14 w 152"/>
                <a:gd name="T49" fmla="*/ 100 h 120"/>
                <a:gd name="T50" fmla="*/ 14 w 152"/>
                <a:gd name="T51" fmla="*/ 1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52" h="120">
                  <a:moveTo>
                    <a:pt x="4" y="120"/>
                  </a:moveTo>
                  <a:cubicBezTo>
                    <a:pt x="148" y="120"/>
                    <a:pt x="148" y="120"/>
                    <a:pt x="148" y="120"/>
                  </a:cubicBezTo>
                  <a:cubicBezTo>
                    <a:pt x="150" y="120"/>
                    <a:pt x="152" y="118"/>
                    <a:pt x="152" y="116"/>
                  </a:cubicBezTo>
                  <a:cubicBezTo>
                    <a:pt x="152" y="4"/>
                    <a:pt x="152" y="4"/>
                    <a:pt x="152" y="4"/>
                  </a:cubicBezTo>
                  <a:cubicBezTo>
                    <a:pt x="152" y="2"/>
                    <a:pt x="150" y="0"/>
                    <a:pt x="148" y="0"/>
                  </a:cubicBezTo>
                  <a:cubicBezTo>
                    <a:pt x="4" y="0"/>
                    <a:pt x="4" y="0"/>
                    <a:pt x="4" y="0"/>
                  </a:cubicBezTo>
                  <a:cubicBezTo>
                    <a:pt x="2" y="0"/>
                    <a:pt x="0" y="2"/>
                    <a:pt x="0" y="4"/>
                  </a:cubicBezTo>
                  <a:cubicBezTo>
                    <a:pt x="0" y="116"/>
                    <a:pt x="0" y="116"/>
                    <a:pt x="0" y="116"/>
                  </a:cubicBezTo>
                  <a:cubicBezTo>
                    <a:pt x="0" y="118"/>
                    <a:pt x="2" y="120"/>
                    <a:pt x="4" y="120"/>
                  </a:cubicBezTo>
                  <a:close/>
                  <a:moveTo>
                    <a:pt x="83" y="114"/>
                  </a:moveTo>
                  <a:cubicBezTo>
                    <a:pt x="68" y="114"/>
                    <a:pt x="68" y="114"/>
                    <a:pt x="68" y="114"/>
                  </a:cubicBezTo>
                  <a:cubicBezTo>
                    <a:pt x="66" y="114"/>
                    <a:pt x="65" y="113"/>
                    <a:pt x="65" y="111"/>
                  </a:cubicBezTo>
                  <a:cubicBezTo>
                    <a:pt x="65" y="110"/>
                    <a:pt x="65" y="109"/>
                    <a:pt x="66" y="109"/>
                  </a:cubicBezTo>
                  <a:cubicBezTo>
                    <a:pt x="66" y="108"/>
                    <a:pt x="67" y="108"/>
                    <a:pt x="68" y="108"/>
                  </a:cubicBezTo>
                  <a:cubicBezTo>
                    <a:pt x="83" y="108"/>
                    <a:pt x="83" y="108"/>
                    <a:pt x="83" y="108"/>
                  </a:cubicBezTo>
                  <a:cubicBezTo>
                    <a:pt x="85" y="108"/>
                    <a:pt x="86" y="109"/>
                    <a:pt x="86" y="111"/>
                  </a:cubicBezTo>
                  <a:cubicBezTo>
                    <a:pt x="86" y="113"/>
                    <a:pt x="85" y="114"/>
                    <a:pt x="83" y="114"/>
                  </a:cubicBezTo>
                  <a:close/>
                  <a:moveTo>
                    <a:pt x="14" y="14"/>
                  </a:moveTo>
                  <a:cubicBezTo>
                    <a:pt x="14" y="13"/>
                    <a:pt x="15" y="11"/>
                    <a:pt x="17" y="11"/>
                  </a:cubicBezTo>
                  <a:cubicBezTo>
                    <a:pt x="134" y="11"/>
                    <a:pt x="134" y="11"/>
                    <a:pt x="134" y="11"/>
                  </a:cubicBezTo>
                  <a:cubicBezTo>
                    <a:pt x="136" y="11"/>
                    <a:pt x="138" y="13"/>
                    <a:pt x="138" y="14"/>
                  </a:cubicBezTo>
                  <a:cubicBezTo>
                    <a:pt x="138" y="100"/>
                    <a:pt x="138" y="100"/>
                    <a:pt x="138" y="100"/>
                  </a:cubicBezTo>
                  <a:cubicBezTo>
                    <a:pt x="138" y="102"/>
                    <a:pt x="136" y="103"/>
                    <a:pt x="134" y="103"/>
                  </a:cubicBezTo>
                  <a:cubicBezTo>
                    <a:pt x="17" y="103"/>
                    <a:pt x="17" y="103"/>
                    <a:pt x="17" y="103"/>
                  </a:cubicBezTo>
                  <a:cubicBezTo>
                    <a:pt x="15" y="103"/>
                    <a:pt x="14" y="102"/>
                    <a:pt x="14" y="100"/>
                  </a:cubicBezTo>
                  <a:lnTo>
                    <a:pt x="14" y="14"/>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800" dirty="0">
                <a:latin typeface="方正银联黑简体" panose="02000000000000000000" pitchFamily="2" charset="-122"/>
                <a:ea typeface="方正银联黑简体" panose="02000000000000000000" pitchFamily="2" charset="-122"/>
                <a:cs typeface="FZYLHJW" charset="-122"/>
              </a:endParaRPr>
            </a:p>
          </p:txBody>
        </p:sp>
        <p:sp>
          <p:nvSpPr>
            <p:cNvPr id="36" name="Freeform 894"/>
            <p:cNvSpPr/>
            <p:nvPr/>
          </p:nvSpPr>
          <p:spPr bwMode="auto">
            <a:xfrm>
              <a:off x="6354876" y="4812757"/>
              <a:ext cx="662601" cy="64719"/>
            </a:xfrm>
            <a:custGeom>
              <a:avLst/>
              <a:gdLst>
                <a:gd name="T0" fmla="*/ 195 w 215"/>
                <a:gd name="T1" fmla="*/ 0 h 21"/>
                <a:gd name="T2" fmla="*/ 108 w 215"/>
                <a:gd name="T3" fmla="*/ 0 h 21"/>
                <a:gd name="T4" fmla="*/ 21 w 215"/>
                <a:gd name="T5" fmla="*/ 0 h 21"/>
                <a:gd name="T6" fmla="*/ 0 w 215"/>
                <a:gd name="T7" fmla="*/ 21 h 21"/>
                <a:gd name="T8" fmla="*/ 215 w 215"/>
                <a:gd name="T9" fmla="*/ 21 h 21"/>
                <a:gd name="T10" fmla="*/ 195 w 215"/>
                <a:gd name="T11" fmla="*/ 0 h 21"/>
              </a:gdLst>
              <a:ahLst/>
              <a:cxnLst>
                <a:cxn ang="0">
                  <a:pos x="T0" y="T1"/>
                </a:cxn>
                <a:cxn ang="0">
                  <a:pos x="T2" y="T3"/>
                </a:cxn>
                <a:cxn ang="0">
                  <a:pos x="T4" y="T5"/>
                </a:cxn>
                <a:cxn ang="0">
                  <a:pos x="T6" y="T7"/>
                </a:cxn>
                <a:cxn ang="0">
                  <a:pos x="T8" y="T9"/>
                </a:cxn>
                <a:cxn ang="0">
                  <a:pos x="T10" y="T11"/>
                </a:cxn>
              </a:cxnLst>
              <a:rect l="0" t="0" r="r" b="b"/>
              <a:pathLst>
                <a:path w="215" h="21">
                  <a:moveTo>
                    <a:pt x="195" y="0"/>
                  </a:moveTo>
                  <a:lnTo>
                    <a:pt x="108" y="0"/>
                  </a:lnTo>
                  <a:lnTo>
                    <a:pt x="21" y="0"/>
                  </a:lnTo>
                  <a:lnTo>
                    <a:pt x="0" y="21"/>
                  </a:lnTo>
                  <a:lnTo>
                    <a:pt x="215" y="21"/>
                  </a:lnTo>
                  <a:lnTo>
                    <a:pt x="195"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800" dirty="0">
                <a:latin typeface="方正银联黑简体" panose="02000000000000000000" pitchFamily="2" charset="-122"/>
                <a:ea typeface="方正银联黑简体" panose="02000000000000000000" pitchFamily="2" charset="-122"/>
                <a:cs typeface="FZYLHJW" charset="-122"/>
              </a:endParaRPr>
            </a:p>
          </p:txBody>
        </p:sp>
      </p:grpSp>
      <p:grpSp>
        <p:nvGrpSpPr>
          <p:cNvPr id="37" name="组合 11"/>
          <p:cNvGrpSpPr/>
          <p:nvPr/>
        </p:nvGrpSpPr>
        <p:grpSpPr>
          <a:xfrm>
            <a:off x="4465636" y="2697239"/>
            <a:ext cx="365201" cy="326665"/>
            <a:chOff x="4236418" y="2048791"/>
            <a:chExt cx="594800" cy="619455"/>
          </a:xfrm>
        </p:grpSpPr>
        <p:sp>
          <p:nvSpPr>
            <p:cNvPr id="38" name="Freeform 247"/>
            <p:cNvSpPr>
              <a:spLocks noEditPoints="1"/>
            </p:cNvSpPr>
            <p:nvPr/>
          </p:nvSpPr>
          <p:spPr bwMode="auto">
            <a:xfrm>
              <a:off x="4572341" y="2356978"/>
              <a:ext cx="258877" cy="311268"/>
            </a:xfrm>
            <a:custGeom>
              <a:avLst/>
              <a:gdLst>
                <a:gd name="T0" fmla="*/ 83 w 84"/>
                <a:gd name="T1" fmla="*/ 16 h 101"/>
                <a:gd name="T2" fmla="*/ 68 w 84"/>
                <a:gd name="T3" fmla="*/ 0 h 101"/>
                <a:gd name="T4" fmla="*/ 33 w 84"/>
                <a:gd name="T5" fmla="*/ 0 h 101"/>
                <a:gd name="T6" fmla="*/ 0 w 84"/>
                <a:gd name="T7" fmla="*/ 0 h 101"/>
                <a:gd name="T8" fmla="*/ 0 w 84"/>
                <a:gd name="T9" fmla="*/ 85 h 101"/>
                <a:gd name="T10" fmla="*/ 0 w 84"/>
                <a:gd name="T11" fmla="*/ 101 h 101"/>
                <a:gd name="T12" fmla="*/ 84 w 84"/>
                <a:gd name="T13" fmla="*/ 101 h 101"/>
                <a:gd name="T14" fmla="*/ 83 w 84"/>
                <a:gd name="T15" fmla="*/ 16 h 101"/>
                <a:gd name="T16" fmla="*/ 4 w 84"/>
                <a:gd name="T17" fmla="*/ 97 h 101"/>
                <a:gd name="T18" fmla="*/ 4 w 84"/>
                <a:gd name="T19" fmla="*/ 84 h 101"/>
                <a:gd name="T20" fmla="*/ 4 w 84"/>
                <a:gd name="T21" fmla="*/ 5 h 101"/>
                <a:gd name="T22" fmla="*/ 37 w 84"/>
                <a:gd name="T23" fmla="*/ 5 h 101"/>
                <a:gd name="T24" fmla="*/ 65 w 84"/>
                <a:gd name="T25" fmla="*/ 5 h 101"/>
                <a:gd name="T26" fmla="*/ 79 w 84"/>
                <a:gd name="T27" fmla="*/ 18 h 101"/>
                <a:gd name="T28" fmla="*/ 79 w 84"/>
                <a:gd name="T29" fmla="*/ 97 h 101"/>
                <a:gd name="T30" fmla="*/ 4 w 84"/>
                <a:gd name="T31" fmla="*/ 9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4" h="101">
                  <a:moveTo>
                    <a:pt x="83" y="16"/>
                  </a:moveTo>
                  <a:lnTo>
                    <a:pt x="68" y="0"/>
                  </a:lnTo>
                  <a:lnTo>
                    <a:pt x="33" y="0"/>
                  </a:lnTo>
                  <a:lnTo>
                    <a:pt x="0" y="0"/>
                  </a:lnTo>
                  <a:lnTo>
                    <a:pt x="0" y="85"/>
                  </a:lnTo>
                  <a:lnTo>
                    <a:pt x="0" y="101"/>
                  </a:lnTo>
                  <a:lnTo>
                    <a:pt x="84" y="101"/>
                  </a:lnTo>
                  <a:lnTo>
                    <a:pt x="83" y="16"/>
                  </a:lnTo>
                  <a:close/>
                  <a:moveTo>
                    <a:pt x="4" y="97"/>
                  </a:moveTo>
                  <a:lnTo>
                    <a:pt x="4" y="84"/>
                  </a:lnTo>
                  <a:lnTo>
                    <a:pt x="4" y="5"/>
                  </a:lnTo>
                  <a:lnTo>
                    <a:pt x="37" y="5"/>
                  </a:lnTo>
                  <a:lnTo>
                    <a:pt x="65" y="5"/>
                  </a:lnTo>
                  <a:lnTo>
                    <a:pt x="79" y="18"/>
                  </a:lnTo>
                  <a:lnTo>
                    <a:pt x="79" y="97"/>
                  </a:lnTo>
                  <a:lnTo>
                    <a:pt x="4" y="97"/>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800" dirty="0">
                <a:latin typeface="方正银联黑简体" panose="02000000000000000000" pitchFamily="2" charset="-122"/>
                <a:ea typeface="方正银联黑简体" panose="02000000000000000000" pitchFamily="2" charset="-122"/>
                <a:cs typeface="FZYLHJW" charset="-122"/>
              </a:endParaRPr>
            </a:p>
          </p:txBody>
        </p:sp>
        <p:sp>
          <p:nvSpPr>
            <p:cNvPr id="39" name="Rectangle 248"/>
            <p:cNvSpPr>
              <a:spLocks noChangeArrowheads="1"/>
            </p:cNvSpPr>
            <p:nvPr/>
          </p:nvSpPr>
          <p:spPr bwMode="auto">
            <a:xfrm>
              <a:off x="4723353" y="2572708"/>
              <a:ext cx="61637" cy="616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endParaRPr lang="zh-CN" altLang="en-US" sz="1800" dirty="0">
                <a:latin typeface="方正银联黑简体" panose="02000000000000000000" pitchFamily="2" charset="-122"/>
                <a:ea typeface="方正银联黑简体" panose="02000000000000000000" pitchFamily="2" charset="-122"/>
                <a:cs typeface="FZYLHJW" charset="-122"/>
              </a:endParaRPr>
            </a:p>
          </p:txBody>
        </p:sp>
        <p:sp>
          <p:nvSpPr>
            <p:cNvPr id="40" name="Rectangle 249"/>
            <p:cNvSpPr>
              <a:spLocks noChangeArrowheads="1"/>
            </p:cNvSpPr>
            <p:nvPr/>
          </p:nvSpPr>
          <p:spPr bwMode="auto">
            <a:xfrm>
              <a:off x="4723353" y="2551135"/>
              <a:ext cx="61637" cy="924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endParaRPr lang="zh-CN" altLang="en-US" sz="1800" dirty="0">
                <a:latin typeface="方正银联黑简体" panose="02000000000000000000" pitchFamily="2" charset="-122"/>
                <a:ea typeface="方正银联黑简体" panose="02000000000000000000" pitchFamily="2" charset="-122"/>
                <a:cs typeface="FZYLHJW" charset="-122"/>
              </a:endParaRPr>
            </a:p>
          </p:txBody>
        </p:sp>
        <p:sp>
          <p:nvSpPr>
            <p:cNvPr id="41" name="Rectangle 250"/>
            <p:cNvSpPr>
              <a:spLocks noChangeArrowheads="1"/>
            </p:cNvSpPr>
            <p:nvPr/>
          </p:nvSpPr>
          <p:spPr bwMode="auto">
            <a:xfrm>
              <a:off x="4723353" y="2455597"/>
              <a:ext cx="61637" cy="924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endParaRPr lang="zh-CN" altLang="en-US" sz="1800" dirty="0">
                <a:latin typeface="方正银联黑简体" panose="02000000000000000000" pitchFamily="2" charset="-122"/>
                <a:ea typeface="方正银联黑简体" panose="02000000000000000000" pitchFamily="2" charset="-122"/>
                <a:cs typeface="FZYLHJW" charset="-122"/>
              </a:endParaRPr>
            </a:p>
          </p:txBody>
        </p:sp>
        <p:sp>
          <p:nvSpPr>
            <p:cNvPr id="42" name="Rectangle 251"/>
            <p:cNvSpPr>
              <a:spLocks noChangeArrowheads="1"/>
            </p:cNvSpPr>
            <p:nvPr/>
          </p:nvSpPr>
          <p:spPr bwMode="auto">
            <a:xfrm>
              <a:off x="4723353" y="2434024"/>
              <a:ext cx="61637" cy="924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endParaRPr lang="zh-CN" altLang="en-US" sz="1800" dirty="0">
                <a:latin typeface="方正银联黑简体" panose="02000000000000000000" pitchFamily="2" charset="-122"/>
                <a:ea typeface="方正银联黑简体" panose="02000000000000000000" pitchFamily="2" charset="-122"/>
                <a:cs typeface="FZYLHJW" charset="-122"/>
              </a:endParaRPr>
            </a:p>
          </p:txBody>
        </p:sp>
        <p:sp>
          <p:nvSpPr>
            <p:cNvPr id="43" name="Freeform 252"/>
            <p:cNvSpPr>
              <a:spLocks noEditPoints="1"/>
            </p:cNvSpPr>
            <p:nvPr/>
          </p:nvSpPr>
          <p:spPr bwMode="auto">
            <a:xfrm>
              <a:off x="4606242" y="2517235"/>
              <a:ext cx="95538" cy="98620"/>
            </a:xfrm>
            <a:custGeom>
              <a:avLst/>
              <a:gdLst>
                <a:gd name="T0" fmla="*/ 14 w 28"/>
                <a:gd name="T1" fmla="*/ 0 h 28"/>
                <a:gd name="T2" fmla="*/ 0 w 28"/>
                <a:gd name="T3" fmla="*/ 14 h 28"/>
                <a:gd name="T4" fmla="*/ 8 w 28"/>
                <a:gd name="T5" fmla="*/ 26 h 28"/>
                <a:gd name="T6" fmla="*/ 14 w 28"/>
                <a:gd name="T7" fmla="*/ 28 h 28"/>
                <a:gd name="T8" fmla="*/ 27 w 28"/>
                <a:gd name="T9" fmla="*/ 18 h 28"/>
                <a:gd name="T10" fmla="*/ 28 w 28"/>
                <a:gd name="T11" fmla="*/ 14 h 28"/>
                <a:gd name="T12" fmla="*/ 14 w 28"/>
                <a:gd name="T13" fmla="*/ 0 h 28"/>
                <a:gd name="T14" fmla="*/ 22 w 28"/>
                <a:gd name="T15" fmla="*/ 22 h 28"/>
                <a:gd name="T16" fmla="*/ 14 w 28"/>
                <a:gd name="T17" fmla="*/ 25 h 28"/>
                <a:gd name="T18" fmla="*/ 13 w 28"/>
                <a:gd name="T19" fmla="*/ 25 h 28"/>
                <a:gd name="T20" fmla="*/ 3 w 28"/>
                <a:gd name="T21" fmla="*/ 14 h 28"/>
                <a:gd name="T22" fmla="*/ 14 w 28"/>
                <a:gd name="T23" fmla="*/ 3 h 28"/>
                <a:gd name="T24" fmla="*/ 25 w 28"/>
                <a:gd name="T25" fmla="*/ 14 h 28"/>
                <a:gd name="T26" fmla="*/ 22 w 28"/>
                <a:gd name="T27" fmla="*/ 22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 h="28">
                  <a:moveTo>
                    <a:pt x="14" y="0"/>
                  </a:moveTo>
                  <a:cubicBezTo>
                    <a:pt x="6" y="1"/>
                    <a:pt x="0" y="7"/>
                    <a:pt x="0" y="14"/>
                  </a:cubicBezTo>
                  <a:cubicBezTo>
                    <a:pt x="0" y="19"/>
                    <a:pt x="3" y="24"/>
                    <a:pt x="8" y="26"/>
                  </a:cubicBezTo>
                  <a:cubicBezTo>
                    <a:pt x="10" y="27"/>
                    <a:pt x="12" y="28"/>
                    <a:pt x="14" y="28"/>
                  </a:cubicBezTo>
                  <a:cubicBezTo>
                    <a:pt x="20" y="28"/>
                    <a:pt x="25" y="24"/>
                    <a:pt x="27" y="18"/>
                  </a:cubicBezTo>
                  <a:cubicBezTo>
                    <a:pt x="27" y="17"/>
                    <a:pt x="28" y="15"/>
                    <a:pt x="28" y="14"/>
                  </a:cubicBezTo>
                  <a:cubicBezTo>
                    <a:pt x="27" y="7"/>
                    <a:pt x="21" y="0"/>
                    <a:pt x="14" y="0"/>
                  </a:cubicBezTo>
                  <a:close/>
                  <a:moveTo>
                    <a:pt x="22" y="22"/>
                  </a:moveTo>
                  <a:cubicBezTo>
                    <a:pt x="20" y="24"/>
                    <a:pt x="17" y="25"/>
                    <a:pt x="14" y="25"/>
                  </a:cubicBezTo>
                  <a:cubicBezTo>
                    <a:pt x="14" y="25"/>
                    <a:pt x="13" y="25"/>
                    <a:pt x="13" y="25"/>
                  </a:cubicBezTo>
                  <a:cubicBezTo>
                    <a:pt x="7" y="25"/>
                    <a:pt x="3" y="20"/>
                    <a:pt x="3" y="14"/>
                  </a:cubicBezTo>
                  <a:cubicBezTo>
                    <a:pt x="3" y="8"/>
                    <a:pt x="8" y="3"/>
                    <a:pt x="14" y="3"/>
                  </a:cubicBezTo>
                  <a:cubicBezTo>
                    <a:pt x="20" y="3"/>
                    <a:pt x="25" y="8"/>
                    <a:pt x="25" y="14"/>
                  </a:cubicBezTo>
                  <a:cubicBezTo>
                    <a:pt x="25" y="17"/>
                    <a:pt x="24" y="20"/>
                    <a:pt x="22" y="2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800" dirty="0">
                <a:latin typeface="方正银联黑简体" panose="02000000000000000000" pitchFamily="2" charset="-122"/>
                <a:ea typeface="方正银联黑简体" panose="02000000000000000000" pitchFamily="2" charset="-122"/>
                <a:cs typeface="FZYLHJW" charset="-122"/>
              </a:endParaRPr>
            </a:p>
          </p:txBody>
        </p:sp>
        <p:sp>
          <p:nvSpPr>
            <p:cNvPr id="44" name="Freeform 253"/>
            <p:cNvSpPr/>
            <p:nvPr/>
          </p:nvSpPr>
          <p:spPr bwMode="auto">
            <a:xfrm>
              <a:off x="4630897" y="2437106"/>
              <a:ext cx="46228" cy="36982"/>
            </a:xfrm>
            <a:custGeom>
              <a:avLst/>
              <a:gdLst>
                <a:gd name="T0" fmla="*/ 0 w 15"/>
                <a:gd name="T1" fmla="*/ 5 h 12"/>
                <a:gd name="T2" fmla="*/ 5 w 15"/>
                <a:gd name="T3" fmla="*/ 12 h 12"/>
                <a:gd name="T4" fmla="*/ 15 w 15"/>
                <a:gd name="T5" fmla="*/ 0 h 12"/>
                <a:gd name="T6" fmla="*/ 5 w 15"/>
                <a:gd name="T7" fmla="*/ 7 h 12"/>
                <a:gd name="T8" fmla="*/ 0 w 15"/>
                <a:gd name="T9" fmla="*/ 5 h 12"/>
              </a:gdLst>
              <a:ahLst/>
              <a:cxnLst>
                <a:cxn ang="0">
                  <a:pos x="T0" y="T1"/>
                </a:cxn>
                <a:cxn ang="0">
                  <a:pos x="T2" y="T3"/>
                </a:cxn>
                <a:cxn ang="0">
                  <a:pos x="T4" y="T5"/>
                </a:cxn>
                <a:cxn ang="0">
                  <a:pos x="T6" y="T7"/>
                </a:cxn>
                <a:cxn ang="0">
                  <a:pos x="T8" y="T9"/>
                </a:cxn>
              </a:cxnLst>
              <a:rect l="0" t="0" r="r" b="b"/>
              <a:pathLst>
                <a:path w="15" h="12">
                  <a:moveTo>
                    <a:pt x="0" y="5"/>
                  </a:moveTo>
                  <a:lnTo>
                    <a:pt x="5" y="12"/>
                  </a:lnTo>
                  <a:lnTo>
                    <a:pt x="15" y="0"/>
                  </a:lnTo>
                  <a:lnTo>
                    <a:pt x="5" y="7"/>
                  </a:lnTo>
                  <a:lnTo>
                    <a:pt x="0" y="5"/>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800" dirty="0">
                <a:latin typeface="方正银联黑简体" panose="02000000000000000000" pitchFamily="2" charset="-122"/>
                <a:ea typeface="方正银联黑简体" panose="02000000000000000000" pitchFamily="2" charset="-122"/>
                <a:cs typeface="FZYLHJW" charset="-122"/>
              </a:endParaRPr>
            </a:p>
          </p:txBody>
        </p:sp>
        <p:sp>
          <p:nvSpPr>
            <p:cNvPr id="45" name="Freeform 254"/>
            <p:cNvSpPr/>
            <p:nvPr/>
          </p:nvSpPr>
          <p:spPr bwMode="auto">
            <a:xfrm>
              <a:off x="4630897" y="2548053"/>
              <a:ext cx="46228" cy="40064"/>
            </a:xfrm>
            <a:custGeom>
              <a:avLst/>
              <a:gdLst>
                <a:gd name="T0" fmla="*/ 0 w 15"/>
                <a:gd name="T1" fmla="*/ 5 h 13"/>
                <a:gd name="T2" fmla="*/ 5 w 15"/>
                <a:gd name="T3" fmla="*/ 13 h 13"/>
                <a:gd name="T4" fmla="*/ 15 w 15"/>
                <a:gd name="T5" fmla="*/ 0 h 13"/>
                <a:gd name="T6" fmla="*/ 5 w 15"/>
                <a:gd name="T7" fmla="*/ 7 h 13"/>
                <a:gd name="T8" fmla="*/ 0 w 15"/>
                <a:gd name="T9" fmla="*/ 5 h 13"/>
              </a:gdLst>
              <a:ahLst/>
              <a:cxnLst>
                <a:cxn ang="0">
                  <a:pos x="T0" y="T1"/>
                </a:cxn>
                <a:cxn ang="0">
                  <a:pos x="T2" y="T3"/>
                </a:cxn>
                <a:cxn ang="0">
                  <a:pos x="T4" y="T5"/>
                </a:cxn>
                <a:cxn ang="0">
                  <a:pos x="T6" y="T7"/>
                </a:cxn>
                <a:cxn ang="0">
                  <a:pos x="T8" y="T9"/>
                </a:cxn>
              </a:cxnLst>
              <a:rect l="0" t="0" r="r" b="b"/>
              <a:pathLst>
                <a:path w="15" h="13">
                  <a:moveTo>
                    <a:pt x="0" y="5"/>
                  </a:moveTo>
                  <a:lnTo>
                    <a:pt x="5" y="13"/>
                  </a:lnTo>
                  <a:lnTo>
                    <a:pt x="15" y="0"/>
                  </a:lnTo>
                  <a:lnTo>
                    <a:pt x="5" y="7"/>
                  </a:lnTo>
                  <a:lnTo>
                    <a:pt x="0" y="5"/>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800" dirty="0">
                <a:latin typeface="方正银联黑简体" panose="02000000000000000000" pitchFamily="2" charset="-122"/>
                <a:ea typeface="方正银联黑简体" panose="02000000000000000000" pitchFamily="2" charset="-122"/>
                <a:cs typeface="FZYLHJW" charset="-122"/>
              </a:endParaRPr>
            </a:p>
          </p:txBody>
        </p:sp>
        <p:sp>
          <p:nvSpPr>
            <p:cNvPr id="46" name="Freeform 255"/>
            <p:cNvSpPr/>
            <p:nvPr/>
          </p:nvSpPr>
          <p:spPr bwMode="auto">
            <a:xfrm>
              <a:off x="4236418" y="2295340"/>
              <a:ext cx="428379" cy="326678"/>
            </a:xfrm>
            <a:custGeom>
              <a:avLst/>
              <a:gdLst>
                <a:gd name="T0" fmla="*/ 123 w 123"/>
                <a:gd name="T1" fmla="*/ 15 h 94"/>
                <a:gd name="T2" fmla="*/ 88 w 123"/>
                <a:gd name="T3" fmla="*/ 0 h 94"/>
                <a:gd name="T4" fmla="*/ 88 w 123"/>
                <a:gd name="T5" fmla="*/ 0 h 94"/>
                <a:gd name="T6" fmla="*/ 69 w 123"/>
                <a:gd name="T7" fmla="*/ 16 h 94"/>
                <a:gd name="T8" fmla="*/ 50 w 123"/>
                <a:gd name="T9" fmla="*/ 0 h 94"/>
                <a:gd name="T10" fmla="*/ 50 w 123"/>
                <a:gd name="T11" fmla="*/ 0 h 94"/>
                <a:gd name="T12" fmla="*/ 3 w 123"/>
                <a:gd name="T13" fmla="*/ 43 h 94"/>
                <a:gd name="T14" fmla="*/ 4 w 123"/>
                <a:gd name="T15" fmla="*/ 77 h 94"/>
                <a:gd name="T16" fmla="*/ 67 w 123"/>
                <a:gd name="T17" fmla="*/ 94 h 94"/>
                <a:gd name="T18" fmla="*/ 72 w 123"/>
                <a:gd name="T19" fmla="*/ 94 h 94"/>
                <a:gd name="T20" fmla="*/ 93 w 123"/>
                <a:gd name="T21" fmla="*/ 93 h 94"/>
                <a:gd name="T22" fmla="*/ 93 w 123"/>
                <a:gd name="T23" fmla="*/ 93 h 94"/>
                <a:gd name="T24" fmla="*/ 92 w 123"/>
                <a:gd name="T25" fmla="*/ 15 h 94"/>
                <a:gd name="T26" fmla="*/ 123 w 123"/>
                <a:gd name="T27" fmla="*/ 15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3" h="94">
                  <a:moveTo>
                    <a:pt x="123" y="15"/>
                  </a:moveTo>
                  <a:cubicBezTo>
                    <a:pt x="113" y="6"/>
                    <a:pt x="99" y="2"/>
                    <a:pt x="88" y="0"/>
                  </a:cubicBezTo>
                  <a:cubicBezTo>
                    <a:pt x="88" y="0"/>
                    <a:pt x="88" y="0"/>
                    <a:pt x="88" y="0"/>
                  </a:cubicBezTo>
                  <a:cubicBezTo>
                    <a:pt x="69" y="16"/>
                    <a:pt x="69" y="16"/>
                    <a:pt x="69" y="16"/>
                  </a:cubicBezTo>
                  <a:cubicBezTo>
                    <a:pt x="50" y="0"/>
                    <a:pt x="50" y="0"/>
                    <a:pt x="50" y="0"/>
                  </a:cubicBezTo>
                  <a:cubicBezTo>
                    <a:pt x="50" y="0"/>
                    <a:pt x="50" y="0"/>
                    <a:pt x="50" y="0"/>
                  </a:cubicBezTo>
                  <a:cubicBezTo>
                    <a:pt x="32" y="4"/>
                    <a:pt x="3" y="14"/>
                    <a:pt x="3" y="43"/>
                  </a:cubicBezTo>
                  <a:cubicBezTo>
                    <a:pt x="4" y="77"/>
                    <a:pt x="4" y="77"/>
                    <a:pt x="4" y="77"/>
                  </a:cubicBezTo>
                  <a:cubicBezTo>
                    <a:pt x="4" y="77"/>
                    <a:pt x="0" y="94"/>
                    <a:pt x="67" y="94"/>
                  </a:cubicBezTo>
                  <a:cubicBezTo>
                    <a:pt x="72" y="94"/>
                    <a:pt x="72" y="94"/>
                    <a:pt x="72" y="94"/>
                  </a:cubicBezTo>
                  <a:cubicBezTo>
                    <a:pt x="80" y="94"/>
                    <a:pt x="87" y="94"/>
                    <a:pt x="93" y="93"/>
                  </a:cubicBezTo>
                  <a:cubicBezTo>
                    <a:pt x="93" y="93"/>
                    <a:pt x="93" y="93"/>
                    <a:pt x="93" y="93"/>
                  </a:cubicBezTo>
                  <a:cubicBezTo>
                    <a:pt x="92" y="15"/>
                    <a:pt x="92" y="15"/>
                    <a:pt x="92" y="15"/>
                  </a:cubicBezTo>
                  <a:lnTo>
                    <a:pt x="123" y="15"/>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800" dirty="0">
                <a:latin typeface="方正银联黑简体" panose="02000000000000000000" pitchFamily="2" charset="-122"/>
                <a:ea typeface="方正银联黑简体" panose="02000000000000000000" pitchFamily="2" charset="-122"/>
                <a:cs typeface="FZYLHJW" charset="-122"/>
              </a:endParaRPr>
            </a:p>
          </p:txBody>
        </p:sp>
        <p:sp>
          <p:nvSpPr>
            <p:cNvPr id="47" name="Freeform 256"/>
            <p:cNvSpPr>
              <a:spLocks noEditPoints="1"/>
            </p:cNvSpPr>
            <p:nvPr/>
          </p:nvSpPr>
          <p:spPr bwMode="auto">
            <a:xfrm>
              <a:off x="4606242" y="2406288"/>
              <a:ext cx="95538" cy="98620"/>
            </a:xfrm>
            <a:custGeom>
              <a:avLst/>
              <a:gdLst>
                <a:gd name="T0" fmla="*/ 14 w 28"/>
                <a:gd name="T1" fmla="*/ 1 h 28"/>
                <a:gd name="T2" fmla="*/ 0 w 28"/>
                <a:gd name="T3" fmla="*/ 14 h 28"/>
                <a:gd name="T4" fmla="*/ 14 w 28"/>
                <a:gd name="T5" fmla="*/ 28 h 28"/>
                <a:gd name="T6" fmla="*/ 28 w 28"/>
                <a:gd name="T7" fmla="*/ 14 h 28"/>
                <a:gd name="T8" fmla="*/ 14 w 28"/>
                <a:gd name="T9" fmla="*/ 1 h 28"/>
                <a:gd name="T10" fmla="*/ 14 w 28"/>
                <a:gd name="T11" fmla="*/ 25 h 28"/>
                <a:gd name="T12" fmla="*/ 3 w 28"/>
                <a:gd name="T13" fmla="*/ 14 h 28"/>
                <a:gd name="T14" fmla="*/ 14 w 28"/>
                <a:gd name="T15" fmla="*/ 3 h 28"/>
                <a:gd name="T16" fmla="*/ 25 w 28"/>
                <a:gd name="T17" fmla="*/ 14 h 28"/>
                <a:gd name="T18" fmla="*/ 14 w 28"/>
                <a:gd name="T19" fmla="*/ 25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 h="28">
                  <a:moveTo>
                    <a:pt x="14" y="1"/>
                  </a:moveTo>
                  <a:cubicBezTo>
                    <a:pt x="7" y="1"/>
                    <a:pt x="0" y="7"/>
                    <a:pt x="0" y="14"/>
                  </a:cubicBezTo>
                  <a:cubicBezTo>
                    <a:pt x="0" y="22"/>
                    <a:pt x="7" y="28"/>
                    <a:pt x="14" y="28"/>
                  </a:cubicBezTo>
                  <a:cubicBezTo>
                    <a:pt x="22" y="28"/>
                    <a:pt x="28" y="22"/>
                    <a:pt x="28" y="14"/>
                  </a:cubicBezTo>
                  <a:cubicBezTo>
                    <a:pt x="28" y="7"/>
                    <a:pt x="22" y="0"/>
                    <a:pt x="14" y="1"/>
                  </a:cubicBezTo>
                  <a:close/>
                  <a:moveTo>
                    <a:pt x="14" y="25"/>
                  </a:moveTo>
                  <a:cubicBezTo>
                    <a:pt x="8" y="25"/>
                    <a:pt x="3" y="20"/>
                    <a:pt x="3" y="14"/>
                  </a:cubicBezTo>
                  <a:cubicBezTo>
                    <a:pt x="3" y="8"/>
                    <a:pt x="8" y="3"/>
                    <a:pt x="14" y="3"/>
                  </a:cubicBezTo>
                  <a:cubicBezTo>
                    <a:pt x="20" y="3"/>
                    <a:pt x="25" y="8"/>
                    <a:pt x="25" y="14"/>
                  </a:cubicBezTo>
                  <a:cubicBezTo>
                    <a:pt x="25" y="20"/>
                    <a:pt x="20" y="25"/>
                    <a:pt x="14" y="2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800" dirty="0">
                <a:latin typeface="方正银联黑简体" panose="02000000000000000000" pitchFamily="2" charset="-122"/>
                <a:ea typeface="方正银联黑简体" panose="02000000000000000000" pitchFamily="2" charset="-122"/>
                <a:cs typeface="FZYLHJW" charset="-122"/>
              </a:endParaRPr>
            </a:p>
          </p:txBody>
        </p:sp>
        <p:sp>
          <p:nvSpPr>
            <p:cNvPr id="48" name="Freeform 257"/>
            <p:cNvSpPr/>
            <p:nvPr/>
          </p:nvSpPr>
          <p:spPr bwMode="auto">
            <a:xfrm>
              <a:off x="4378184" y="2048791"/>
              <a:ext cx="203403" cy="95538"/>
            </a:xfrm>
            <a:custGeom>
              <a:avLst/>
              <a:gdLst>
                <a:gd name="T0" fmla="*/ 55 w 58"/>
                <a:gd name="T1" fmla="*/ 28 h 28"/>
                <a:gd name="T2" fmla="*/ 58 w 58"/>
                <a:gd name="T3" fmla="*/ 28 h 28"/>
                <a:gd name="T4" fmla="*/ 29 w 58"/>
                <a:gd name="T5" fmla="*/ 0 h 28"/>
                <a:gd name="T6" fmla="*/ 0 w 58"/>
                <a:gd name="T7" fmla="*/ 28 h 28"/>
                <a:gd name="T8" fmla="*/ 3 w 58"/>
                <a:gd name="T9" fmla="*/ 28 h 28"/>
                <a:gd name="T10" fmla="*/ 55 w 58"/>
                <a:gd name="T11" fmla="*/ 28 h 28"/>
              </a:gdLst>
              <a:ahLst/>
              <a:cxnLst>
                <a:cxn ang="0">
                  <a:pos x="T0" y="T1"/>
                </a:cxn>
                <a:cxn ang="0">
                  <a:pos x="T2" y="T3"/>
                </a:cxn>
                <a:cxn ang="0">
                  <a:pos x="T4" y="T5"/>
                </a:cxn>
                <a:cxn ang="0">
                  <a:pos x="T6" y="T7"/>
                </a:cxn>
                <a:cxn ang="0">
                  <a:pos x="T8" y="T9"/>
                </a:cxn>
                <a:cxn ang="0">
                  <a:pos x="T10" y="T11"/>
                </a:cxn>
              </a:cxnLst>
              <a:rect l="0" t="0" r="r" b="b"/>
              <a:pathLst>
                <a:path w="58" h="28">
                  <a:moveTo>
                    <a:pt x="55" y="28"/>
                  </a:moveTo>
                  <a:cubicBezTo>
                    <a:pt x="58" y="28"/>
                    <a:pt x="58" y="28"/>
                    <a:pt x="58" y="28"/>
                  </a:cubicBezTo>
                  <a:cubicBezTo>
                    <a:pt x="56" y="11"/>
                    <a:pt x="50" y="0"/>
                    <a:pt x="29" y="0"/>
                  </a:cubicBezTo>
                  <a:cubicBezTo>
                    <a:pt x="7" y="0"/>
                    <a:pt x="1" y="12"/>
                    <a:pt x="0" y="28"/>
                  </a:cubicBezTo>
                  <a:cubicBezTo>
                    <a:pt x="3" y="28"/>
                    <a:pt x="3" y="28"/>
                    <a:pt x="3" y="28"/>
                  </a:cubicBezTo>
                  <a:lnTo>
                    <a:pt x="55" y="2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800" dirty="0">
                <a:latin typeface="方正银联黑简体" panose="02000000000000000000" pitchFamily="2" charset="-122"/>
                <a:ea typeface="方正银联黑简体" panose="02000000000000000000" pitchFamily="2" charset="-122"/>
                <a:cs typeface="FZYLHJW" charset="-122"/>
              </a:endParaRPr>
            </a:p>
          </p:txBody>
        </p:sp>
        <p:sp>
          <p:nvSpPr>
            <p:cNvPr id="49" name="Freeform 258"/>
            <p:cNvSpPr>
              <a:spLocks noEditPoints="1"/>
            </p:cNvSpPr>
            <p:nvPr/>
          </p:nvSpPr>
          <p:spPr bwMode="auto">
            <a:xfrm>
              <a:off x="4378184" y="2153575"/>
              <a:ext cx="203403" cy="154093"/>
            </a:xfrm>
            <a:custGeom>
              <a:avLst/>
              <a:gdLst>
                <a:gd name="T0" fmla="*/ 16 w 58"/>
                <a:gd name="T1" fmla="*/ 40 h 45"/>
                <a:gd name="T2" fmla="*/ 29 w 58"/>
                <a:gd name="T3" fmla="*/ 45 h 45"/>
                <a:gd name="T4" fmla="*/ 42 w 58"/>
                <a:gd name="T5" fmla="*/ 40 h 45"/>
                <a:gd name="T6" fmla="*/ 58 w 58"/>
                <a:gd name="T7" fmla="*/ 7 h 45"/>
                <a:gd name="T8" fmla="*/ 58 w 58"/>
                <a:gd name="T9" fmla="*/ 0 h 45"/>
                <a:gd name="T10" fmla="*/ 55 w 58"/>
                <a:gd name="T11" fmla="*/ 0 h 45"/>
                <a:gd name="T12" fmla="*/ 3 w 58"/>
                <a:gd name="T13" fmla="*/ 0 h 45"/>
                <a:gd name="T14" fmla="*/ 3 w 58"/>
                <a:gd name="T15" fmla="*/ 0 h 45"/>
                <a:gd name="T16" fmla="*/ 3 w 58"/>
                <a:gd name="T17" fmla="*/ 1 h 45"/>
                <a:gd name="T18" fmla="*/ 3 w 58"/>
                <a:gd name="T19" fmla="*/ 0 h 45"/>
                <a:gd name="T20" fmla="*/ 3 w 58"/>
                <a:gd name="T21" fmla="*/ 0 h 45"/>
                <a:gd name="T22" fmla="*/ 0 w 58"/>
                <a:gd name="T23" fmla="*/ 0 h 45"/>
                <a:gd name="T24" fmla="*/ 0 w 58"/>
                <a:gd name="T25" fmla="*/ 8 h 45"/>
                <a:gd name="T26" fmla="*/ 16 w 58"/>
                <a:gd name="T27" fmla="*/ 40 h 45"/>
                <a:gd name="T28" fmla="*/ 3 w 58"/>
                <a:gd name="T29" fmla="*/ 1 h 45"/>
                <a:gd name="T30" fmla="*/ 29 w 58"/>
                <a:gd name="T31" fmla="*/ 13 h 45"/>
                <a:gd name="T32" fmla="*/ 55 w 58"/>
                <a:gd name="T33" fmla="*/ 1 h 45"/>
                <a:gd name="T34" fmla="*/ 55 w 58"/>
                <a:gd name="T35" fmla="*/ 0 h 45"/>
                <a:gd name="T36" fmla="*/ 55 w 58"/>
                <a:gd name="T37" fmla="*/ 1 h 45"/>
                <a:gd name="T38" fmla="*/ 55 w 58"/>
                <a:gd name="T39" fmla="*/ 7 h 45"/>
                <a:gd name="T40" fmla="*/ 36 w 58"/>
                <a:gd name="T41" fmla="*/ 40 h 45"/>
                <a:gd name="T42" fmla="*/ 36 w 58"/>
                <a:gd name="T43" fmla="*/ 40 h 45"/>
                <a:gd name="T44" fmla="*/ 29 w 58"/>
                <a:gd name="T45" fmla="*/ 42 h 45"/>
                <a:gd name="T46" fmla="*/ 22 w 58"/>
                <a:gd name="T47" fmla="*/ 40 h 45"/>
                <a:gd name="T48" fmla="*/ 2 w 58"/>
                <a:gd name="T49" fmla="*/ 8 h 45"/>
                <a:gd name="T50" fmla="*/ 3 w 58"/>
                <a:gd name="T51" fmla="*/ 1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8" h="45">
                  <a:moveTo>
                    <a:pt x="16" y="40"/>
                  </a:moveTo>
                  <a:cubicBezTo>
                    <a:pt x="20" y="44"/>
                    <a:pt x="25" y="45"/>
                    <a:pt x="29" y="45"/>
                  </a:cubicBezTo>
                  <a:cubicBezTo>
                    <a:pt x="33" y="45"/>
                    <a:pt x="37" y="44"/>
                    <a:pt x="42" y="40"/>
                  </a:cubicBezTo>
                  <a:cubicBezTo>
                    <a:pt x="50" y="34"/>
                    <a:pt x="58" y="22"/>
                    <a:pt x="58" y="7"/>
                  </a:cubicBezTo>
                  <a:cubicBezTo>
                    <a:pt x="58" y="5"/>
                    <a:pt x="58" y="2"/>
                    <a:pt x="58" y="0"/>
                  </a:cubicBezTo>
                  <a:cubicBezTo>
                    <a:pt x="55" y="0"/>
                    <a:pt x="55" y="0"/>
                    <a:pt x="55" y="0"/>
                  </a:cubicBezTo>
                  <a:cubicBezTo>
                    <a:pt x="3" y="0"/>
                    <a:pt x="3" y="0"/>
                    <a:pt x="3" y="0"/>
                  </a:cubicBezTo>
                  <a:cubicBezTo>
                    <a:pt x="3" y="0"/>
                    <a:pt x="3" y="0"/>
                    <a:pt x="3" y="0"/>
                  </a:cubicBezTo>
                  <a:cubicBezTo>
                    <a:pt x="3" y="0"/>
                    <a:pt x="3" y="1"/>
                    <a:pt x="3" y="1"/>
                  </a:cubicBezTo>
                  <a:cubicBezTo>
                    <a:pt x="3" y="1"/>
                    <a:pt x="3" y="0"/>
                    <a:pt x="3" y="0"/>
                  </a:cubicBezTo>
                  <a:cubicBezTo>
                    <a:pt x="3" y="0"/>
                    <a:pt x="3" y="0"/>
                    <a:pt x="3" y="0"/>
                  </a:cubicBezTo>
                  <a:cubicBezTo>
                    <a:pt x="0" y="0"/>
                    <a:pt x="0" y="0"/>
                    <a:pt x="0" y="0"/>
                  </a:cubicBezTo>
                  <a:cubicBezTo>
                    <a:pt x="0" y="2"/>
                    <a:pt x="0" y="5"/>
                    <a:pt x="0" y="8"/>
                  </a:cubicBezTo>
                  <a:cubicBezTo>
                    <a:pt x="0" y="22"/>
                    <a:pt x="7" y="34"/>
                    <a:pt x="16" y="40"/>
                  </a:cubicBezTo>
                  <a:close/>
                  <a:moveTo>
                    <a:pt x="3" y="1"/>
                  </a:moveTo>
                  <a:cubicBezTo>
                    <a:pt x="3" y="5"/>
                    <a:pt x="5" y="13"/>
                    <a:pt x="29" y="13"/>
                  </a:cubicBezTo>
                  <a:cubicBezTo>
                    <a:pt x="52" y="13"/>
                    <a:pt x="55" y="5"/>
                    <a:pt x="55" y="1"/>
                  </a:cubicBezTo>
                  <a:cubicBezTo>
                    <a:pt x="55" y="1"/>
                    <a:pt x="55" y="0"/>
                    <a:pt x="55" y="0"/>
                  </a:cubicBezTo>
                  <a:cubicBezTo>
                    <a:pt x="55" y="0"/>
                    <a:pt x="55" y="1"/>
                    <a:pt x="55" y="1"/>
                  </a:cubicBezTo>
                  <a:cubicBezTo>
                    <a:pt x="55" y="3"/>
                    <a:pt x="55" y="5"/>
                    <a:pt x="55" y="7"/>
                  </a:cubicBezTo>
                  <a:cubicBezTo>
                    <a:pt x="55" y="22"/>
                    <a:pt x="46" y="35"/>
                    <a:pt x="36" y="40"/>
                  </a:cubicBezTo>
                  <a:cubicBezTo>
                    <a:pt x="36" y="40"/>
                    <a:pt x="36" y="40"/>
                    <a:pt x="36" y="40"/>
                  </a:cubicBezTo>
                  <a:cubicBezTo>
                    <a:pt x="34" y="41"/>
                    <a:pt x="31" y="42"/>
                    <a:pt x="29" y="42"/>
                  </a:cubicBezTo>
                  <a:cubicBezTo>
                    <a:pt x="27" y="42"/>
                    <a:pt x="24" y="41"/>
                    <a:pt x="22" y="40"/>
                  </a:cubicBezTo>
                  <a:cubicBezTo>
                    <a:pt x="12" y="35"/>
                    <a:pt x="2" y="22"/>
                    <a:pt x="2" y="8"/>
                  </a:cubicBezTo>
                  <a:cubicBezTo>
                    <a:pt x="2" y="5"/>
                    <a:pt x="2" y="3"/>
                    <a:pt x="3" y="1"/>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800" dirty="0">
                <a:latin typeface="方正银联黑简体" panose="02000000000000000000" pitchFamily="2" charset="-122"/>
                <a:ea typeface="方正银联黑简体" panose="02000000000000000000" pitchFamily="2" charset="-122"/>
                <a:cs typeface="FZYLHJW" charset="-122"/>
              </a:endParaRPr>
            </a:p>
          </p:txBody>
        </p:sp>
      </p:grpSp>
      <p:grpSp>
        <p:nvGrpSpPr>
          <p:cNvPr id="50" name="组合 13"/>
          <p:cNvGrpSpPr/>
          <p:nvPr/>
        </p:nvGrpSpPr>
        <p:grpSpPr>
          <a:xfrm>
            <a:off x="3394512" y="3381350"/>
            <a:ext cx="325351" cy="190341"/>
            <a:chOff x="2849028" y="3182521"/>
            <a:chExt cx="453034" cy="265040"/>
          </a:xfrm>
        </p:grpSpPr>
        <p:sp>
          <p:nvSpPr>
            <p:cNvPr id="51" name="Freeform 878"/>
            <p:cNvSpPr>
              <a:spLocks noEditPoints="1"/>
            </p:cNvSpPr>
            <p:nvPr/>
          </p:nvSpPr>
          <p:spPr bwMode="auto">
            <a:xfrm>
              <a:off x="2849028" y="3182521"/>
              <a:ext cx="453034" cy="265040"/>
            </a:xfrm>
            <a:custGeom>
              <a:avLst/>
              <a:gdLst>
                <a:gd name="T0" fmla="*/ 0 w 130"/>
                <a:gd name="T1" fmla="*/ 9 h 76"/>
                <a:gd name="T2" fmla="*/ 0 w 130"/>
                <a:gd name="T3" fmla="*/ 76 h 76"/>
                <a:gd name="T4" fmla="*/ 130 w 130"/>
                <a:gd name="T5" fmla="*/ 76 h 76"/>
                <a:gd name="T6" fmla="*/ 130 w 130"/>
                <a:gd name="T7" fmla="*/ 9 h 76"/>
                <a:gd name="T8" fmla="*/ 130 w 130"/>
                <a:gd name="T9" fmla="*/ 0 h 76"/>
                <a:gd name="T10" fmla="*/ 0 w 130"/>
                <a:gd name="T11" fmla="*/ 0 h 76"/>
                <a:gd name="T12" fmla="*/ 0 w 130"/>
                <a:gd name="T13" fmla="*/ 9 h 76"/>
                <a:gd name="T14" fmla="*/ 65 w 130"/>
                <a:gd name="T15" fmla="*/ 10 h 76"/>
                <a:gd name="T16" fmla="*/ 89 w 130"/>
                <a:gd name="T17" fmla="*/ 39 h 76"/>
                <a:gd name="T18" fmla="*/ 65 w 130"/>
                <a:gd name="T19" fmla="*/ 68 h 76"/>
                <a:gd name="T20" fmla="*/ 41 w 130"/>
                <a:gd name="T21" fmla="*/ 39 h 76"/>
                <a:gd name="T22" fmla="*/ 65 w 130"/>
                <a:gd name="T23" fmla="*/ 10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0" h="76">
                  <a:moveTo>
                    <a:pt x="0" y="9"/>
                  </a:moveTo>
                  <a:cubicBezTo>
                    <a:pt x="0" y="76"/>
                    <a:pt x="0" y="76"/>
                    <a:pt x="0" y="76"/>
                  </a:cubicBezTo>
                  <a:cubicBezTo>
                    <a:pt x="130" y="76"/>
                    <a:pt x="130" y="76"/>
                    <a:pt x="130" y="76"/>
                  </a:cubicBezTo>
                  <a:cubicBezTo>
                    <a:pt x="130" y="9"/>
                    <a:pt x="130" y="9"/>
                    <a:pt x="130" y="9"/>
                  </a:cubicBezTo>
                  <a:cubicBezTo>
                    <a:pt x="130" y="0"/>
                    <a:pt x="130" y="0"/>
                    <a:pt x="130" y="0"/>
                  </a:cubicBezTo>
                  <a:cubicBezTo>
                    <a:pt x="0" y="0"/>
                    <a:pt x="0" y="0"/>
                    <a:pt x="0" y="0"/>
                  </a:cubicBezTo>
                  <a:lnTo>
                    <a:pt x="0" y="9"/>
                  </a:lnTo>
                  <a:close/>
                  <a:moveTo>
                    <a:pt x="65" y="10"/>
                  </a:moveTo>
                  <a:cubicBezTo>
                    <a:pt x="78" y="10"/>
                    <a:pt x="89" y="23"/>
                    <a:pt x="89" y="39"/>
                  </a:cubicBezTo>
                  <a:cubicBezTo>
                    <a:pt x="89" y="55"/>
                    <a:pt x="78" y="68"/>
                    <a:pt x="65" y="68"/>
                  </a:cubicBezTo>
                  <a:cubicBezTo>
                    <a:pt x="52" y="68"/>
                    <a:pt x="41" y="55"/>
                    <a:pt x="41" y="39"/>
                  </a:cubicBezTo>
                  <a:cubicBezTo>
                    <a:pt x="41" y="23"/>
                    <a:pt x="52" y="10"/>
                    <a:pt x="65" y="1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800" dirty="0">
                <a:latin typeface="方正银联黑简体" panose="02000000000000000000" pitchFamily="2" charset="-122"/>
                <a:ea typeface="方正银联黑简体" panose="02000000000000000000" pitchFamily="2" charset="-122"/>
                <a:cs typeface="FZYLHJW" charset="-122"/>
              </a:endParaRPr>
            </a:p>
          </p:txBody>
        </p:sp>
        <p:sp>
          <p:nvSpPr>
            <p:cNvPr id="52" name="Freeform 881"/>
            <p:cNvSpPr/>
            <p:nvPr/>
          </p:nvSpPr>
          <p:spPr bwMode="auto">
            <a:xfrm>
              <a:off x="3083250" y="3330451"/>
              <a:ext cx="12327" cy="15409"/>
            </a:xfrm>
            <a:custGeom>
              <a:avLst/>
              <a:gdLst>
                <a:gd name="T0" fmla="*/ 4 w 4"/>
                <a:gd name="T1" fmla="*/ 3 h 5"/>
                <a:gd name="T2" fmla="*/ 3 w 4"/>
                <a:gd name="T3" fmla="*/ 1 h 5"/>
                <a:gd name="T4" fmla="*/ 0 w 4"/>
                <a:gd name="T5" fmla="*/ 0 h 5"/>
                <a:gd name="T6" fmla="*/ 0 w 4"/>
                <a:gd name="T7" fmla="*/ 5 h 5"/>
                <a:gd name="T8" fmla="*/ 3 w 4"/>
                <a:gd name="T9" fmla="*/ 4 h 5"/>
                <a:gd name="T10" fmla="*/ 4 w 4"/>
                <a:gd name="T11" fmla="*/ 3 h 5"/>
              </a:gdLst>
              <a:ahLst/>
              <a:cxnLst>
                <a:cxn ang="0">
                  <a:pos x="T0" y="T1"/>
                </a:cxn>
                <a:cxn ang="0">
                  <a:pos x="T2" y="T3"/>
                </a:cxn>
                <a:cxn ang="0">
                  <a:pos x="T4" y="T5"/>
                </a:cxn>
                <a:cxn ang="0">
                  <a:pos x="T6" y="T7"/>
                </a:cxn>
                <a:cxn ang="0">
                  <a:pos x="T8" y="T9"/>
                </a:cxn>
                <a:cxn ang="0">
                  <a:pos x="T10" y="T11"/>
                </a:cxn>
              </a:cxnLst>
              <a:rect l="0" t="0" r="r" b="b"/>
              <a:pathLst>
                <a:path w="4" h="5">
                  <a:moveTo>
                    <a:pt x="4" y="3"/>
                  </a:moveTo>
                  <a:cubicBezTo>
                    <a:pt x="4" y="2"/>
                    <a:pt x="4" y="2"/>
                    <a:pt x="3" y="1"/>
                  </a:cubicBezTo>
                  <a:cubicBezTo>
                    <a:pt x="3" y="1"/>
                    <a:pt x="2" y="0"/>
                    <a:pt x="0" y="0"/>
                  </a:cubicBezTo>
                  <a:cubicBezTo>
                    <a:pt x="0" y="5"/>
                    <a:pt x="0" y="5"/>
                    <a:pt x="0" y="5"/>
                  </a:cubicBezTo>
                  <a:cubicBezTo>
                    <a:pt x="1" y="5"/>
                    <a:pt x="2" y="5"/>
                    <a:pt x="3" y="4"/>
                  </a:cubicBezTo>
                  <a:cubicBezTo>
                    <a:pt x="4" y="4"/>
                    <a:pt x="4" y="3"/>
                    <a:pt x="4" y="3"/>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800" dirty="0">
                <a:latin typeface="方正银联黑简体" panose="02000000000000000000" pitchFamily="2" charset="-122"/>
                <a:ea typeface="方正银联黑简体" panose="02000000000000000000" pitchFamily="2" charset="-122"/>
                <a:cs typeface="FZYLHJW" charset="-122"/>
              </a:endParaRPr>
            </a:p>
          </p:txBody>
        </p:sp>
        <p:sp>
          <p:nvSpPr>
            <p:cNvPr id="53" name="Freeform 882"/>
            <p:cNvSpPr>
              <a:spLocks noEditPoints="1"/>
            </p:cNvSpPr>
            <p:nvPr/>
          </p:nvSpPr>
          <p:spPr bwMode="auto">
            <a:xfrm>
              <a:off x="3009285" y="3241077"/>
              <a:ext cx="132520" cy="157175"/>
            </a:xfrm>
            <a:custGeom>
              <a:avLst/>
              <a:gdLst>
                <a:gd name="T0" fmla="*/ 19 w 38"/>
                <a:gd name="T1" fmla="*/ 46 h 46"/>
                <a:gd name="T2" fmla="*/ 38 w 38"/>
                <a:gd name="T3" fmla="*/ 23 h 46"/>
                <a:gd name="T4" fmla="*/ 19 w 38"/>
                <a:gd name="T5" fmla="*/ 0 h 46"/>
                <a:gd name="T6" fmla="*/ 0 w 38"/>
                <a:gd name="T7" fmla="*/ 23 h 46"/>
                <a:gd name="T8" fmla="*/ 19 w 38"/>
                <a:gd name="T9" fmla="*/ 46 h 46"/>
                <a:gd name="T10" fmla="*/ 5 w 38"/>
                <a:gd name="T11" fmla="*/ 31 h 46"/>
                <a:gd name="T12" fmla="*/ 3 w 38"/>
                <a:gd name="T13" fmla="*/ 28 h 46"/>
                <a:gd name="T14" fmla="*/ 14 w 38"/>
                <a:gd name="T15" fmla="*/ 27 h 46"/>
                <a:gd name="T16" fmla="*/ 15 w 38"/>
                <a:gd name="T17" fmla="*/ 30 h 46"/>
                <a:gd name="T18" fmla="*/ 17 w 38"/>
                <a:gd name="T19" fmla="*/ 31 h 46"/>
                <a:gd name="T20" fmla="*/ 17 w 38"/>
                <a:gd name="T21" fmla="*/ 25 h 46"/>
                <a:gd name="T22" fmla="*/ 10 w 38"/>
                <a:gd name="T23" fmla="*/ 23 h 46"/>
                <a:gd name="T24" fmla="*/ 6 w 38"/>
                <a:gd name="T25" fmla="*/ 21 h 46"/>
                <a:gd name="T26" fmla="*/ 5 w 38"/>
                <a:gd name="T27" fmla="*/ 18 h 46"/>
                <a:gd name="T28" fmla="*/ 8 w 38"/>
                <a:gd name="T29" fmla="*/ 13 h 46"/>
                <a:gd name="T30" fmla="*/ 17 w 38"/>
                <a:gd name="T31" fmla="*/ 10 h 46"/>
                <a:gd name="T32" fmla="*/ 17 w 38"/>
                <a:gd name="T33" fmla="*/ 9 h 46"/>
                <a:gd name="T34" fmla="*/ 21 w 38"/>
                <a:gd name="T35" fmla="*/ 9 h 46"/>
                <a:gd name="T36" fmla="*/ 21 w 38"/>
                <a:gd name="T37" fmla="*/ 10 h 46"/>
                <a:gd name="T38" fmla="*/ 30 w 38"/>
                <a:gd name="T39" fmla="*/ 12 h 46"/>
                <a:gd name="T40" fmla="*/ 34 w 38"/>
                <a:gd name="T41" fmla="*/ 16 h 46"/>
                <a:gd name="T42" fmla="*/ 24 w 38"/>
                <a:gd name="T43" fmla="*/ 17 h 46"/>
                <a:gd name="T44" fmla="*/ 23 w 38"/>
                <a:gd name="T45" fmla="*/ 16 h 46"/>
                <a:gd name="T46" fmla="*/ 21 w 38"/>
                <a:gd name="T47" fmla="*/ 15 h 46"/>
                <a:gd name="T48" fmla="*/ 21 w 38"/>
                <a:gd name="T49" fmla="*/ 20 h 46"/>
                <a:gd name="T50" fmla="*/ 31 w 38"/>
                <a:gd name="T51" fmla="*/ 22 h 46"/>
                <a:gd name="T52" fmla="*/ 35 w 38"/>
                <a:gd name="T53" fmla="*/ 28 h 46"/>
                <a:gd name="T54" fmla="*/ 33 w 38"/>
                <a:gd name="T55" fmla="*/ 31 h 46"/>
                <a:gd name="T56" fmla="*/ 30 w 38"/>
                <a:gd name="T57" fmla="*/ 34 h 46"/>
                <a:gd name="T58" fmla="*/ 26 w 38"/>
                <a:gd name="T59" fmla="*/ 35 h 46"/>
                <a:gd name="T60" fmla="*/ 21 w 38"/>
                <a:gd name="T61" fmla="*/ 36 h 46"/>
                <a:gd name="T62" fmla="*/ 21 w 38"/>
                <a:gd name="T63" fmla="*/ 39 h 46"/>
                <a:gd name="T64" fmla="*/ 17 w 38"/>
                <a:gd name="T65" fmla="*/ 39 h 46"/>
                <a:gd name="T66" fmla="*/ 17 w 38"/>
                <a:gd name="T67" fmla="*/ 36 h 46"/>
                <a:gd name="T68" fmla="*/ 11 w 38"/>
                <a:gd name="T69" fmla="*/ 35 h 46"/>
                <a:gd name="T70" fmla="*/ 7 w 38"/>
                <a:gd name="T71" fmla="*/ 33 h 46"/>
                <a:gd name="T72" fmla="*/ 5 w 38"/>
                <a:gd name="T73" fmla="*/ 31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8" h="46">
                  <a:moveTo>
                    <a:pt x="19" y="46"/>
                  </a:moveTo>
                  <a:cubicBezTo>
                    <a:pt x="30" y="46"/>
                    <a:pt x="38" y="36"/>
                    <a:pt x="38" y="23"/>
                  </a:cubicBezTo>
                  <a:cubicBezTo>
                    <a:pt x="38" y="10"/>
                    <a:pt x="30" y="0"/>
                    <a:pt x="19" y="0"/>
                  </a:cubicBezTo>
                  <a:cubicBezTo>
                    <a:pt x="8" y="0"/>
                    <a:pt x="0" y="10"/>
                    <a:pt x="0" y="23"/>
                  </a:cubicBezTo>
                  <a:cubicBezTo>
                    <a:pt x="0" y="36"/>
                    <a:pt x="8" y="46"/>
                    <a:pt x="19" y="46"/>
                  </a:cubicBezTo>
                  <a:close/>
                  <a:moveTo>
                    <a:pt x="5" y="31"/>
                  </a:moveTo>
                  <a:cubicBezTo>
                    <a:pt x="4" y="30"/>
                    <a:pt x="4" y="29"/>
                    <a:pt x="3" y="28"/>
                  </a:cubicBezTo>
                  <a:cubicBezTo>
                    <a:pt x="14" y="27"/>
                    <a:pt x="14" y="27"/>
                    <a:pt x="14" y="27"/>
                  </a:cubicBezTo>
                  <a:cubicBezTo>
                    <a:pt x="14" y="28"/>
                    <a:pt x="14" y="29"/>
                    <a:pt x="15" y="30"/>
                  </a:cubicBezTo>
                  <a:cubicBezTo>
                    <a:pt x="15" y="30"/>
                    <a:pt x="16" y="31"/>
                    <a:pt x="17" y="31"/>
                  </a:cubicBezTo>
                  <a:cubicBezTo>
                    <a:pt x="17" y="25"/>
                    <a:pt x="17" y="25"/>
                    <a:pt x="17" y="25"/>
                  </a:cubicBezTo>
                  <a:cubicBezTo>
                    <a:pt x="14" y="24"/>
                    <a:pt x="12" y="24"/>
                    <a:pt x="10" y="23"/>
                  </a:cubicBezTo>
                  <a:cubicBezTo>
                    <a:pt x="9" y="23"/>
                    <a:pt x="7" y="22"/>
                    <a:pt x="6" y="21"/>
                  </a:cubicBezTo>
                  <a:cubicBezTo>
                    <a:pt x="5" y="20"/>
                    <a:pt x="5" y="19"/>
                    <a:pt x="5" y="18"/>
                  </a:cubicBezTo>
                  <a:cubicBezTo>
                    <a:pt x="5" y="16"/>
                    <a:pt x="6" y="14"/>
                    <a:pt x="8" y="13"/>
                  </a:cubicBezTo>
                  <a:cubicBezTo>
                    <a:pt x="10" y="11"/>
                    <a:pt x="13" y="10"/>
                    <a:pt x="17" y="10"/>
                  </a:cubicBezTo>
                  <a:cubicBezTo>
                    <a:pt x="17" y="9"/>
                    <a:pt x="17" y="9"/>
                    <a:pt x="17" y="9"/>
                  </a:cubicBezTo>
                  <a:cubicBezTo>
                    <a:pt x="21" y="9"/>
                    <a:pt x="21" y="9"/>
                    <a:pt x="21" y="9"/>
                  </a:cubicBezTo>
                  <a:cubicBezTo>
                    <a:pt x="21" y="10"/>
                    <a:pt x="21" y="10"/>
                    <a:pt x="21" y="10"/>
                  </a:cubicBezTo>
                  <a:cubicBezTo>
                    <a:pt x="25" y="10"/>
                    <a:pt x="28" y="11"/>
                    <a:pt x="30" y="12"/>
                  </a:cubicBezTo>
                  <a:cubicBezTo>
                    <a:pt x="32" y="13"/>
                    <a:pt x="33" y="15"/>
                    <a:pt x="34" y="16"/>
                  </a:cubicBezTo>
                  <a:cubicBezTo>
                    <a:pt x="24" y="17"/>
                    <a:pt x="24" y="17"/>
                    <a:pt x="24" y="17"/>
                  </a:cubicBezTo>
                  <a:cubicBezTo>
                    <a:pt x="24" y="17"/>
                    <a:pt x="23" y="16"/>
                    <a:pt x="23" y="16"/>
                  </a:cubicBezTo>
                  <a:cubicBezTo>
                    <a:pt x="23" y="15"/>
                    <a:pt x="22" y="15"/>
                    <a:pt x="21" y="15"/>
                  </a:cubicBezTo>
                  <a:cubicBezTo>
                    <a:pt x="21" y="20"/>
                    <a:pt x="21" y="20"/>
                    <a:pt x="21" y="20"/>
                  </a:cubicBezTo>
                  <a:cubicBezTo>
                    <a:pt x="26" y="21"/>
                    <a:pt x="30" y="21"/>
                    <a:pt x="31" y="22"/>
                  </a:cubicBezTo>
                  <a:cubicBezTo>
                    <a:pt x="34" y="24"/>
                    <a:pt x="35" y="26"/>
                    <a:pt x="35" y="28"/>
                  </a:cubicBezTo>
                  <a:cubicBezTo>
                    <a:pt x="35" y="29"/>
                    <a:pt x="34" y="30"/>
                    <a:pt x="33" y="31"/>
                  </a:cubicBezTo>
                  <a:cubicBezTo>
                    <a:pt x="33" y="32"/>
                    <a:pt x="32" y="33"/>
                    <a:pt x="30" y="34"/>
                  </a:cubicBezTo>
                  <a:cubicBezTo>
                    <a:pt x="29" y="34"/>
                    <a:pt x="28" y="35"/>
                    <a:pt x="26" y="35"/>
                  </a:cubicBezTo>
                  <a:cubicBezTo>
                    <a:pt x="25" y="35"/>
                    <a:pt x="23" y="36"/>
                    <a:pt x="21" y="36"/>
                  </a:cubicBezTo>
                  <a:cubicBezTo>
                    <a:pt x="21" y="39"/>
                    <a:pt x="21" y="39"/>
                    <a:pt x="21" y="39"/>
                  </a:cubicBezTo>
                  <a:cubicBezTo>
                    <a:pt x="17" y="39"/>
                    <a:pt x="17" y="39"/>
                    <a:pt x="17" y="39"/>
                  </a:cubicBezTo>
                  <a:cubicBezTo>
                    <a:pt x="17" y="36"/>
                    <a:pt x="17" y="36"/>
                    <a:pt x="17" y="36"/>
                  </a:cubicBezTo>
                  <a:cubicBezTo>
                    <a:pt x="15" y="35"/>
                    <a:pt x="13" y="35"/>
                    <a:pt x="11" y="35"/>
                  </a:cubicBezTo>
                  <a:cubicBezTo>
                    <a:pt x="10" y="34"/>
                    <a:pt x="8" y="34"/>
                    <a:pt x="7" y="33"/>
                  </a:cubicBezTo>
                  <a:cubicBezTo>
                    <a:pt x="6" y="33"/>
                    <a:pt x="5" y="32"/>
                    <a:pt x="5" y="31"/>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800" dirty="0">
                <a:latin typeface="方正银联黑简体" panose="02000000000000000000" pitchFamily="2" charset="-122"/>
                <a:ea typeface="方正银联黑简体" panose="02000000000000000000" pitchFamily="2" charset="-122"/>
                <a:cs typeface="FZYLHJW" charset="-122"/>
              </a:endParaRPr>
            </a:p>
          </p:txBody>
        </p:sp>
        <p:sp>
          <p:nvSpPr>
            <p:cNvPr id="54" name="Freeform 883"/>
            <p:cNvSpPr/>
            <p:nvPr/>
          </p:nvSpPr>
          <p:spPr bwMode="auto">
            <a:xfrm>
              <a:off x="3058595" y="3290387"/>
              <a:ext cx="9246" cy="15409"/>
            </a:xfrm>
            <a:custGeom>
              <a:avLst/>
              <a:gdLst>
                <a:gd name="T0" fmla="*/ 3 w 3"/>
                <a:gd name="T1" fmla="*/ 0 h 4"/>
                <a:gd name="T2" fmla="*/ 1 w 3"/>
                <a:gd name="T3" fmla="*/ 1 h 4"/>
                <a:gd name="T4" fmla="*/ 0 w 3"/>
                <a:gd name="T5" fmla="*/ 2 h 4"/>
                <a:gd name="T6" fmla="*/ 1 w 3"/>
                <a:gd name="T7" fmla="*/ 3 h 4"/>
                <a:gd name="T8" fmla="*/ 3 w 3"/>
                <a:gd name="T9" fmla="*/ 4 h 4"/>
                <a:gd name="T10" fmla="*/ 3 w 3"/>
                <a:gd name="T11" fmla="*/ 0 h 4"/>
              </a:gdLst>
              <a:ahLst/>
              <a:cxnLst>
                <a:cxn ang="0">
                  <a:pos x="T0" y="T1"/>
                </a:cxn>
                <a:cxn ang="0">
                  <a:pos x="T2" y="T3"/>
                </a:cxn>
                <a:cxn ang="0">
                  <a:pos x="T4" y="T5"/>
                </a:cxn>
                <a:cxn ang="0">
                  <a:pos x="T6" y="T7"/>
                </a:cxn>
                <a:cxn ang="0">
                  <a:pos x="T8" y="T9"/>
                </a:cxn>
                <a:cxn ang="0">
                  <a:pos x="T10" y="T11"/>
                </a:cxn>
              </a:cxnLst>
              <a:rect l="0" t="0" r="r" b="b"/>
              <a:pathLst>
                <a:path w="3" h="4">
                  <a:moveTo>
                    <a:pt x="3" y="0"/>
                  </a:moveTo>
                  <a:cubicBezTo>
                    <a:pt x="2" y="0"/>
                    <a:pt x="2" y="0"/>
                    <a:pt x="1" y="1"/>
                  </a:cubicBezTo>
                  <a:cubicBezTo>
                    <a:pt x="1" y="1"/>
                    <a:pt x="0" y="1"/>
                    <a:pt x="0" y="2"/>
                  </a:cubicBezTo>
                  <a:cubicBezTo>
                    <a:pt x="0" y="2"/>
                    <a:pt x="1" y="3"/>
                    <a:pt x="1" y="3"/>
                  </a:cubicBezTo>
                  <a:cubicBezTo>
                    <a:pt x="2" y="3"/>
                    <a:pt x="2" y="4"/>
                    <a:pt x="3" y="4"/>
                  </a:cubicBezTo>
                  <a:lnTo>
                    <a:pt x="3"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800" dirty="0">
                <a:latin typeface="方正银联黑简体" panose="02000000000000000000" pitchFamily="2" charset="-122"/>
                <a:ea typeface="方正银联黑简体" panose="02000000000000000000" pitchFamily="2" charset="-122"/>
                <a:cs typeface="FZYLHJW" charset="-122"/>
              </a:endParaRPr>
            </a:p>
          </p:txBody>
        </p:sp>
      </p:grpSp>
      <p:sp>
        <p:nvSpPr>
          <p:cNvPr id="60" name="圆角矩形 59"/>
          <p:cNvSpPr/>
          <p:nvPr/>
        </p:nvSpPr>
        <p:spPr>
          <a:xfrm>
            <a:off x="1522808" y="2651413"/>
            <a:ext cx="1152941" cy="248477"/>
          </a:xfrm>
          <a:prstGeom prst="roundRect">
            <a:avLst>
              <a:gd name="adj" fmla="val 50000"/>
            </a:avLst>
          </a:prstGeom>
          <a:noFill/>
          <a:ln>
            <a:solidFill>
              <a:srgbClr val="F6826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a:p>
        </p:txBody>
      </p:sp>
      <p:sp>
        <p:nvSpPr>
          <p:cNvPr id="61" name="圆角矩形 60"/>
          <p:cNvSpPr/>
          <p:nvPr/>
        </p:nvSpPr>
        <p:spPr>
          <a:xfrm>
            <a:off x="5343492" y="2651413"/>
            <a:ext cx="1152941" cy="248477"/>
          </a:xfrm>
          <a:prstGeom prst="roundRect">
            <a:avLst>
              <a:gd name="adj" fmla="val 50000"/>
            </a:avLst>
          </a:prstGeom>
          <a:noFill/>
          <a:ln>
            <a:solidFill>
              <a:srgbClr val="5698D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a:p>
        </p:txBody>
      </p:sp>
      <p:sp>
        <p:nvSpPr>
          <p:cNvPr id="62" name="圆角矩形 61"/>
          <p:cNvSpPr/>
          <p:nvPr/>
        </p:nvSpPr>
        <p:spPr>
          <a:xfrm>
            <a:off x="2021590" y="3383743"/>
            <a:ext cx="1152941" cy="248477"/>
          </a:xfrm>
          <a:prstGeom prst="roundRect">
            <a:avLst>
              <a:gd name="adj" fmla="val 50000"/>
            </a:avLst>
          </a:prstGeom>
          <a:noFill/>
          <a:ln>
            <a:solidFill>
              <a:srgbClr val="5698D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a:p>
        </p:txBody>
      </p:sp>
      <p:sp>
        <p:nvSpPr>
          <p:cNvPr id="63" name="圆角矩形 62"/>
          <p:cNvSpPr/>
          <p:nvPr/>
        </p:nvSpPr>
        <p:spPr>
          <a:xfrm>
            <a:off x="4749426" y="3383743"/>
            <a:ext cx="1152941" cy="248477"/>
          </a:xfrm>
          <a:prstGeom prst="roundRect">
            <a:avLst>
              <a:gd name="adj" fmla="val 50000"/>
            </a:avLst>
          </a:prstGeom>
          <a:noFill/>
          <a:ln>
            <a:solidFill>
              <a:srgbClr val="5EC3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a:p>
        </p:txBody>
      </p:sp>
      <p:sp>
        <p:nvSpPr>
          <p:cNvPr id="64" name="圆角矩形 63"/>
          <p:cNvSpPr/>
          <p:nvPr/>
        </p:nvSpPr>
        <p:spPr>
          <a:xfrm>
            <a:off x="3976042" y="2057508"/>
            <a:ext cx="1205372" cy="248477"/>
          </a:xfrm>
          <a:prstGeom prst="roundRect">
            <a:avLst>
              <a:gd name="adj" fmla="val 50000"/>
            </a:avLst>
          </a:prstGeom>
          <a:no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a:p>
        </p:txBody>
      </p:sp>
      <p:sp>
        <p:nvSpPr>
          <p:cNvPr id="70" name="TextBox 64"/>
          <p:cNvSpPr txBox="1"/>
          <p:nvPr/>
        </p:nvSpPr>
        <p:spPr bwMode="auto">
          <a:xfrm>
            <a:off x="1835540" y="3764692"/>
            <a:ext cx="1349295" cy="312851"/>
          </a:xfrm>
          <a:prstGeom prst="rect">
            <a:avLst/>
          </a:prstGeom>
          <a:noFill/>
        </p:spPr>
        <p:txBody>
          <a:bodyPr wrap="square" lIns="270000" tIns="0" rIns="0" bIns="0" anchor="ctr" anchorCtr="0">
            <a:noAutofit/>
          </a:bodyPr>
          <a:lstStyle/>
          <a:p>
            <a:pPr algn="ctr">
              <a:lnSpc>
                <a:spcPct val="120000"/>
              </a:lnSpc>
            </a:pPr>
            <a:r>
              <a:rPr lang="zh-CN" altLang="en-US" sz="1050" dirty="0">
                <a:solidFill>
                  <a:schemeClr val="tx1">
                    <a:lumMod val="75000"/>
                    <a:lumOff val="25000"/>
                  </a:schemeClr>
                </a:solidFill>
                <a:latin typeface="方正银联黑简体" panose="02000000000000000000" pitchFamily="2" charset="-122"/>
                <a:ea typeface="方正银联黑简体" panose="02000000000000000000" pitchFamily="2" charset="-122"/>
                <a:cs typeface="FZYLHJW" charset="-122"/>
              </a:rPr>
              <a:t>输入文字内容输入文字内容</a:t>
            </a:r>
            <a:endParaRPr lang="zh-CN" altLang="en-US" sz="1050" dirty="0">
              <a:solidFill>
                <a:schemeClr val="tx1">
                  <a:lumMod val="75000"/>
                  <a:lumOff val="25000"/>
                </a:schemeClr>
              </a:solidFill>
              <a:latin typeface="方正银联黑简体" panose="02000000000000000000" pitchFamily="2" charset="-122"/>
              <a:ea typeface="方正银联黑简体" panose="02000000000000000000" pitchFamily="2" charset="-122"/>
              <a:cs typeface="FZYLHJW" charset="-122"/>
            </a:endParaRPr>
          </a:p>
        </p:txBody>
      </p:sp>
      <p:sp>
        <p:nvSpPr>
          <p:cNvPr id="71" name="TextBox 64"/>
          <p:cNvSpPr txBox="1"/>
          <p:nvPr/>
        </p:nvSpPr>
        <p:spPr bwMode="auto">
          <a:xfrm>
            <a:off x="4538225" y="3754606"/>
            <a:ext cx="1349295" cy="312851"/>
          </a:xfrm>
          <a:prstGeom prst="rect">
            <a:avLst/>
          </a:prstGeom>
          <a:noFill/>
        </p:spPr>
        <p:txBody>
          <a:bodyPr wrap="square" lIns="270000" tIns="0" rIns="0" bIns="0" anchor="ctr" anchorCtr="0">
            <a:noAutofit/>
          </a:bodyPr>
          <a:lstStyle/>
          <a:p>
            <a:pPr algn="ctr">
              <a:lnSpc>
                <a:spcPct val="120000"/>
              </a:lnSpc>
            </a:pPr>
            <a:r>
              <a:rPr lang="zh-CN" altLang="en-US" sz="1050" dirty="0">
                <a:solidFill>
                  <a:schemeClr val="tx1">
                    <a:lumMod val="75000"/>
                    <a:lumOff val="25000"/>
                  </a:schemeClr>
                </a:solidFill>
                <a:latin typeface="方正银联黑简体" panose="02000000000000000000" pitchFamily="2" charset="-122"/>
                <a:ea typeface="方正银联黑简体" panose="02000000000000000000" pitchFamily="2" charset="-122"/>
                <a:cs typeface="FZYLHJW" charset="-122"/>
              </a:rPr>
              <a:t>输入文字内容输入文字内容</a:t>
            </a:r>
            <a:endParaRPr lang="zh-CN" altLang="en-US" sz="1050" dirty="0">
              <a:solidFill>
                <a:schemeClr val="tx1">
                  <a:lumMod val="75000"/>
                  <a:lumOff val="25000"/>
                </a:schemeClr>
              </a:solidFill>
              <a:latin typeface="方正银联黑简体" panose="02000000000000000000" pitchFamily="2" charset="-122"/>
              <a:ea typeface="方正银联黑简体" panose="02000000000000000000" pitchFamily="2" charset="-122"/>
              <a:cs typeface="FZYLHJW" charset="-122"/>
            </a:endParaRPr>
          </a:p>
        </p:txBody>
      </p:sp>
      <p:sp>
        <p:nvSpPr>
          <p:cNvPr id="72" name="TextBox 64"/>
          <p:cNvSpPr txBox="1"/>
          <p:nvPr/>
        </p:nvSpPr>
        <p:spPr bwMode="auto">
          <a:xfrm>
            <a:off x="5123171" y="3017098"/>
            <a:ext cx="1349295" cy="312851"/>
          </a:xfrm>
          <a:prstGeom prst="rect">
            <a:avLst/>
          </a:prstGeom>
          <a:noFill/>
        </p:spPr>
        <p:txBody>
          <a:bodyPr wrap="square" lIns="270000" tIns="0" rIns="0" bIns="0" anchor="ctr" anchorCtr="0">
            <a:noAutofit/>
          </a:bodyPr>
          <a:lstStyle/>
          <a:p>
            <a:pPr algn="ctr">
              <a:lnSpc>
                <a:spcPct val="120000"/>
              </a:lnSpc>
            </a:pPr>
            <a:r>
              <a:rPr lang="zh-CN" altLang="en-US" sz="1050" dirty="0">
                <a:solidFill>
                  <a:schemeClr val="tx1">
                    <a:lumMod val="75000"/>
                    <a:lumOff val="25000"/>
                  </a:schemeClr>
                </a:solidFill>
                <a:latin typeface="方正银联黑简体" panose="02000000000000000000" pitchFamily="2" charset="-122"/>
                <a:ea typeface="方正银联黑简体" panose="02000000000000000000" pitchFamily="2" charset="-122"/>
                <a:cs typeface="FZYLHJW" charset="-122"/>
              </a:rPr>
              <a:t>输入文字内容输入文字内容</a:t>
            </a:r>
            <a:endParaRPr lang="zh-CN" altLang="en-US" sz="1050" dirty="0">
              <a:solidFill>
                <a:schemeClr val="tx1">
                  <a:lumMod val="75000"/>
                  <a:lumOff val="25000"/>
                </a:schemeClr>
              </a:solidFill>
              <a:latin typeface="方正银联黑简体" panose="02000000000000000000" pitchFamily="2" charset="-122"/>
              <a:ea typeface="方正银联黑简体" panose="02000000000000000000" pitchFamily="2" charset="-122"/>
              <a:cs typeface="FZYLHJW" charset="-122"/>
            </a:endParaRPr>
          </a:p>
        </p:txBody>
      </p:sp>
      <p:grpSp>
        <p:nvGrpSpPr>
          <p:cNvPr id="65" name="组 64"/>
          <p:cNvGrpSpPr/>
          <p:nvPr/>
        </p:nvGrpSpPr>
        <p:grpSpPr>
          <a:xfrm>
            <a:off x="4968479" y="2410386"/>
            <a:ext cx="2378581" cy="461404"/>
            <a:chOff x="5972175" y="170608"/>
            <a:chExt cx="3171441" cy="615205"/>
          </a:xfrm>
        </p:grpSpPr>
        <p:cxnSp>
          <p:nvCxnSpPr>
            <p:cNvPr id="73" name="直线连接符 72"/>
            <p:cNvCxnSpPr>
              <a:endCxn id="74" idx="1"/>
            </p:cNvCxnSpPr>
            <p:nvPr/>
          </p:nvCxnSpPr>
          <p:spPr>
            <a:xfrm flipV="1">
              <a:off x="5972175" y="339885"/>
              <a:ext cx="1916397" cy="445928"/>
            </a:xfrm>
            <a:prstGeom prst="line">
              <a:avLst/>
            </a:prstGeom>
            <a:ln w="31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4" name="文本框 73"/>
            <p:cNvSpPr txBox="1"/>
            <p:nvPr/>
          </p:nvSpPr>
          <p:spPr>
            <a:xfrm>
              <a:off x="7888572" y="170608"/>
              <a:ext cx="1255044" cy="369332"/>
            </a:xfrm>
            <a:prstGeom prst="rect">
              <a:avLst/>
            </a:prstGeom>
            <a:noFill/>
          </p:spPr>
          <p:txBody>
            <a:bodyPr vert="horz" wrap="none" rtlCol="0">
              <a:spAutoFit/>
            </a:bodyPr>
            <a:lstStyle/>
            <a:p>
              <a:r>
                <a:rPr kumimoji="1" lang="en-US" altLang="zh-CN" sz="1200" dirty="0">
                  <a:solidFill>
                    <a:schemeClr val="tx1">
                      <a:lumMod val="75000"/>
                      <a:lumOff val="25000"/>
                    </a:schemeClr>
                  </a:solidFill>
                  <a:latin typeface="方正银联黑简体" panose="02000000000000000000" pitchFamily="2" charset="-122"/>
                  <a:ea typeface="方正银联黑简体" panose="02000000000000000000" pitchFamily="2" charset="-122"/>
                  <a:cs typeface="FZYLHJW" charset="-122"/>
                </a:rPr>
                <a:t>Icon</a:t>
              </a:r>
              <a:r>
                <a:rPr kumimoji="1" lang="zh-CN" altLang="en-US" sz="1200" dirty="0">
                  <a:solidFill>
                    <a:schemeClr val="tx1">
                      <a:lumMod val="75000"/>
                      <a:lumOff val="25000"/>
                    </a:schemeClr>
                  </a:solidFill>
                  <a:latin typeface="方正银联黑简体" panose="02000000000000000000" pitchFamily="2" charset="-122"/>
                  <a:ea typeface="方正银联黑简体" panose="02000000000000000000" pitchFamily="2" charset="-122"/>
                  <a:cs typeface="FZYLHJW" charset="-122"/>
                </a:rPr>
                <a:t>可替换</a:t>
              </a:r>
              <a:endParaRPr kumimoji="1" lang="zh-CN" altLang="en-US" sz="1200" dirty="0">
                <a:solidFill>
                  <a:schemeClr val="tx1">
                    <a:lumMod val="75000"/>
                    <a:lumOff val="25000"/>
                  </a:schemeClr>
                </a:solidFill>
                <a:latin typeface="方正银联黑简体" panose="02000000000000000000" pitchFamily="2" charset="-122"/>
                <a:ea typeface="方正银联黑简体" panose="02000000000000000000" pitchFamily="2" charset="-122"/>
                <a:cs typeface="FZYLHJW" charset="-122"/>
              </a:endParaRPr>
            </a:p>
          </p:txBody>
        </p:sp>
      </p:grpSp>
      <p:sp>
        <p:nvSpPr>
          <p:cNvPr id="76" name="Text Placeholder 1"/>
          <p:cNvSpPr txBox="1"/>
          <p:nvPr/>
        </p:nvSpPr>
        <p:spPr>
          <a:xfrm>
            <a:off x="647700" y="512445"/>
            <a:ext cx="7200000" cy="315595"/>
          </a:xfrm>
          <a:prstGeom prst="rect">
            <a:avLst/>
          </a:prstGeom>
        </p:spPr>
        <p:txBody>
          <a:bodyPr vert="horz" lIns="51435" tIns="25718" rIns="51435" bIns="25718" rtlCol="0" anchor="ctr"/>
          <a:lstStyle>
            <a:defPPr>
              <a:defRPr lang="zh-CN"/>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700" spc="150" dirty="0">
                <a:solidFill>
                  <a:schemeClr val="tx1">
                    <a:lumMod val="75000"/>
                    <a:lumOff val="25000"/>
                  </a:schemeClr>
                </a:solidFill>
                <a:latin typeface="方正银联黑简体" panose="02000000000000000000" pitchFamily="2" charset="-122"/>
                <a:ea typeface="方正银联黑简体" panose="02000000000000000000" pitchFamily="2" charset="-122"/>
                <a:cs typeface="FZYLHJW" charset="-122"/>
              </a:rPr>
              <a:t>图表示例</a:t>
            </a:r>
            <a:endParaRPr lang="zh-CN" altLang="en-US" sz="2700" spc="150" dirty="0">
              <a:solidFill>
                <a:schemeClr val="tx1">
                  <a:lumMod val="75000"/>
                  <a:lumOff val="25000"/>
                </a:schemeClr>
              </a:solidFill>
              <a:latin typeface="方正银联黑简体" panose="02000000000000000000" pitchFamily="2" charset="-122"/>
              <a:ea typeface="方正银联黑简体" panose="02000000000000000000" pitchFamily="2" charset="-122"/>
              <a:cs typeface="FZYLHJW" charset="-122"/>
            </a:endParaRPr>
          </a:p>
        </p:txBody>
      </p:sp>
      <p:sp>
        <p:nvSpPr>
          <p:cNvPr id="18" name="灯片编号占位符 17"/>
          <p:cNvSpPr>
            <a:spLocks noGrp="1"/>
          </p:cNvSpPr>
          <p:nvPr>
            <p:ph type="sldNum" sz="quarter" idx="12"/>
          </p:nvPr>
        </p:nvSpPr>
        <p:spPr/>
        <p:txBody>
          <a:bodyPr/>
          <a:lstStyle/>
          <a:p>
            <a:fld id="{39EEDE4D-C237-4DCB-971B-7273E93752F0}" type="slidenum">
              <a:rPr lang="zh-CN" altLang="en-US" smtClean="0"/>
            </a:fld>
            <a:endParaRPr lang="zh-CN" alt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 name="Group 48"/>
          <p:cNvGrpSpPr/>
          <p:nvPr/>
        </p:nvGrpSpPr>
        <p:grpSpPr bwMode="auto">
          <a:xfrm>
            <a:off x="5851561" y="2567870"/>
            <a:ext cx="1365647" cy="872728"/>
            <a:chOff x="6250794" y="1357304"/>
            <a:chExt cx="1821669" cy="1163187"/>
          </a:xfrm>
          <a:solidFill>
            <a:srgbClr val="F6836D"/>
          </a:solidFill>
        </p:grpSpPr>
        <p:sp>
          <p:nvSpPr>
            <p:cNvPr id="44" name="Bent Arrow 21"/>
            <p:cNvSpPr/>
            <p:nvPr/>
          </p:nvSpPr>
          <p:spPr>
            <a:xfrm>
              <a:off x="6250794" y="1357304"/>
              <a:ext cx="1821669" cy="1163187"/>
            </a:xfrm>
            <a:prstGeom prst="bentArrow">
              <a:avLst/>
            </a:prstGeom>
            <a:grpFill/>
            <a:ln>
              <a:noFill/>
            </a:ln>
            <a:effectLst/>
          </p:spPr>
          <p:style>
            <a:lnRef idx="1">
              <a:schemeClr val="accent2"/>
            </a:lnRef>
            <a:fillRef idx="3">
              <a:schemeClr val="accent2"/>
            </a:fillRef>
            <a:effectRef idx="2">
              <a:schemeClr val="accent2"/>
            </a:effectRef>
            <a:fontRef idx="minor">
              <a:schemeClr val="lt1"/>
            </a:fontRef>
          </p:style>
          <p:txBody>
            <a:bodyPr anchor="ctr"/>
            <a:lstStyle/>
            <a:p>
              <a:pPr algn="ctr">
                <a:defRPr/>
              </a:pPr>
              <a:endParaRPr lang="id-ID" sz="1800" dirty="0">
                <a:solidFill>
                  <a:prstClr val="black"/>
                </a:solidFill>
                <a:latin typeface="方正银联黑简体" panose="02000000000000000000" pitchFamily="2" charset="-122"/>
                <a:ea typeface="方正银联黑简体" panose="02000000000000000000" pitchFamily="2" charset="-122"/>
                <a:cs typeface="FZYLHJW" charset="-122"/>
              </a:endParaRPr>
            </a:p>
          </p:txBody>
        </p:sp>
        <p:grpSp>
          <p:nvGrpSpPr>
            <p:cNvPr id="46" name="Group 30"/>
            <p:cNvGrpSpPr/>
            <p:nvPr/>
          </p:nvGrpSpPr>
          <p:grpSpPr>
            <a:xfrm>
              <a:off x="7000892" y="1857370"/>
              <a:ext cx="366676" cy="320373"/>
              <a:chOff x="4800505" y="2786674"/>
              <a:chExt cx="366676" cy="320373"/>
            </a:xfrm>
            <a:grpFill/>
          </p:grpSpPr>
          <p:sp>
            <p:nvSpPr>
              <p:cNvPr id="47" name="AutoShape 43"/>
              <p:cNvSpPr/>
              <p:nvPr/>
            </p:nvSpPr>
            <p:spPr bwMode="auto">
              <a:xfrm>
                <a:off x="4800505" y="2786674"/>
                <a:ext cx="366676" cy="26343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951" y="9367"/>
                    </a:moveTo>
                    <a:cubicBezTo>
                      <a:pt x="10901" y="9383"/>
                      <a:pt x="10851" y="9391"/>
                      <a:pt x="10800" y="9391"/>
                    </a:cubicBezTo>
                    <a:cubicBezTo>
                      <a:pt x="10748" y="9391"/>
                      <a:pt x="10698" y="9383"/>
                      <a:pt x="10648" y="9367"/>
                    </a:cubicBezTo>
                    <a:lnTo>
                      <a:pt x="1873" y="6550"/>
                    </a:lnTo>
                    <a:cubicBezTo>
                      <a:pt x="1566" y="6452"/>
                      <a:pt x="1349" y="6072"/>
                      <a:pt x="1349" y="5634"/>
                    </a:cubicBezTo>
                    <a:cubicBezTo>
                      <a:pt x="1349" y="5197"/>
                      <a:pt x="1566" y="4817"/>
                      <a:pt x="1873" y="4719"/>
                    </a:cubicBezTo>
                    <a:lnTo>
                      <a:pt x="10648" y="1902"/>
                    </a:lnTo>
                    <a:cubicBezTo>
                      <a:pt x="10698" y="1886"/>
                      <a:pt x="10748" y="1878"/>
                      <a:pt x="10800" y="1878"/>
                    </a:cubicBezTo>
                    <a:cubicBezTo>
                      <a:pt x="10851" y="1878"/>
                      <a:pt x="10901" y="1886"/>
                      <a:pt x="10951" y="1902"/>
                    </a:cubicBezTo>
                    <a:lnTo>
                      <a:pt x="19726" y="4719"/>
                    </a:lnTo>
                    <a:cubicBezTo>
                      <a:pt x="20033" y="4817"/>
                      <a:pt x="20249" y="5197"/>
                      <a:pt x="20249" y="5634"/>
                    </a:cubicBezTo>
                    <a:cubicBezTo>
                      <a:pt x="20249" y="6072"/>
                      <a:pt x="20033" y="6452"/>
                      <a:pt x="19726" y="6550"/>
                    </a:cubicBezTo>
                    <a:cubicBezTo>
                      <a:pt x="19726" y="6550"/>
                      <a:pt x="10951" y="9367"/>
                      <a:pt x="10951" y="9367"/>
                    </a:cubicBezTo>
                    <a:close/>
                    <a:moveTo>
                      <a:pt x="16874" y="16904"/>
                    </a:moveTo>
                    <a:cubicBezTo>
                      <a:pt x="16874" y="17942"/>
                      <a:pt x="14849" y="19721"/>
                      <a:pt x="10800" y="19721"/>
                    </a:cubicBezTo>
                    <a:cubicBezTo>
                      <a:pt x="6749" y="19721"/>
                      <a:pt x="4724" y="17942"/>
                      <a:pt x="4724" y="16904"/>
                    </a:cubicBezTo>
                    <a:lnTo>
                      <a:pt x="4724" y="9394"/>
                    </a:lnTo>
                    <a:lnTo>
                      <a:pt x="10353" y="11200"/>
                    </a:lnTo>
                    <a:cubicBezTo>
                      <a:pt x="10501" y="11246"/>
                      <a:pt x="10651" y="11269"/>
                      <a:pt x="10800" y="11269"/>
                    </a:cubicBezTo>
                    <a:cubicBezTo>
                      <a:pt x="10949" y="11269"/>
                      <a:pt x="11098" y="11246"/>
                      <a:pt x="11255" y="11198"/>
                    </a:cubicBezTo>
                    <a:lnTo>
                      <a:pt x="16874" y="9394"/>
                    </a:lnTo>
                    <a:cubicBezTo>
                      <a:pt x="16874" y="9394"/>
                      <a:pt x="16874" y="16904"/>
                      <a:pt x="16874" y="16904"/>
                    </a:cubicBezTo>
                    <a:close/>
                    <a:moveTo>
                      <a:pt x="21600" y="5634"/>
                    </a:moveTo>
                    <a:cubicBezTo>
                      <a:pt x="21600" y="4314"/>
                      <a:pt x="20954" y="3185"/>
                      <a:pt x="20030" y="2888"/>
                    </a:cubicBezTo>
                    <a:lnTo>
                      <a:pt x="11246" y="68"/>
                    </a:lnTo>
                    <a:cubicBezTo>
                      <a:pt x="11098" y="22"/>
                      <a:pt x="10949" y="0"/>
                      <a:pt x="10800" y="0"/>
                    </a:cubicBezTo>
                    <a:cubicBezTo>
                      <a:pt x="10651" y="0"/>
                      <a:pt x="10501" y="22"/>
                      <a:pt x="10344" y="71"/>
                    </a:cubicBezTo>
                    <a:lnTo>
                      <a:pt x="1570" y="2888"/>
                    </a:lnTo>
                    <a:cubicBezTo>
                      <a:pt x="645" y="3185"/>
                      <a:pt x="0" y="4314"/>
                      <a:pt x="0" y="5634"/>
                    </a:cubicBezTo>
                    <a:cubicBezTo>
                      <a:pt x="0" y="6955"/>
                      <a:pt x="645" y="8084"/>
                      <a:pt x="1569" y="8380"/>
                    </a:cubicBezTo>
                    <a:lnTo>
                      <a:pt x="3374" y="8960"/>
                    </a:lnTo>
                    <a:lnTo>
                      <a:pt x="3374" y="16904"/>
                    </a:lnTo>
                    <a:cubicBezTo>
                      <a:pt x="3374" y="19397"/>
                      <a:pt x="5425" y="21600"/>
                      <a:pt x="10800" y="21600"/>
                    </a:cubicBezTo>
                    <a:cubicBezTo>
                      <a:pt x="16174" y="21600"/>
                      <a:pt x="18224" y="19397"/>
                      <a:pt x="18224" y="16904"/>
                    </a:cubicBezTo>
                    <a:lnTo>
                      <a:pt x="18224" y="8960"/>
                    </a:lnTo>
                    <a:lnTo>
                      <a:pt x="20030" y="8380"/>
                    </a:lnTo>
                    <a:cubicBezTo>
                      <a:pt x="20954" y="8084"/>
                      <a:pt x="21600" y="6955"/>
                      <a:pt x="21600" y="5634"/>
                    </a:cubicBezTo>
                  </a:path>
                </a:pathLst>
              </a:custGeom>
              <a:grpFill/>
              <a:ln>
                <a:noFill/>
              </a:ln>
              <a:effectLst/>
            </p:spPr>
            <p:txBody>
              <a:bodyPr lIns="28575" tIns="28575" rIns="28575" bIns="28575" anchor="ctr"/>
              <a:lstStyle/>
              <a:p>
                <a:pPr defTabSz="342900">
                  <a:defRPr/>
                </a:pPr>
                <a:endParaRPr lang="en-US" sz="2250" dirty="0">
                  <a:solidFill>
                    <a:srgbClr val="FFFFFF"/>
                  </a:solidFill>
                  <a:effectLst>
                    <a:outerShdw blurRad="38100" dist="38100" dir="2700000" algn="tl">
                      <a:srgbClr val="000000"/>
                    </a:outerShdw>
                  </a:effectLst>
                  <a:latin typeface="方正银联黑简体" panose="02000000000000000000" pitchFamily="2" charset="-122"/>
                  <a:ea typeface="方正银联黑简体" panose="02000000000000000000" pitchFamily="2" charset="-122"/>
                  <a:cs typeface="FZYLHJW" charset="-122"/>
                </a:endParaRPr>
              </a:p>
            </p:txBody>
          </p:sp>
          <p:sp>
            <p:nvSpPr>
              <p:cNvPr id="48" name="AutoShape 44"/>
              <p:cNvSpPr/>
              <p:nvPr/>
            </p:nvSpPr>
            <p:spPr bwMode="auto">
              <a:xfrm>
                <a:off x="5132766" y="2901184"/>
                <a:ext cx="22526" cy="12577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1963"/>
                    </a:moveTo>
                    <a:lnTo>
                      <a:pt x="0" y="19636"/>
                    </a:lnTo>
                    <a:cubicBezTo>
                      <a:pt x="0" y="20721"/>
                      <a:pt x="4841" y="21599"/>
                      <a:pt x="10800" y="21599"/>
                    </a:cubicBezTo>
                    <a:cubicBezTo>
                      <a:pt x="16758" y="21599"/>
                      <a:pt x="21600" y="20721"/>
                      <a:pt x="21600" y="19636"/>
                    </a:cubicBezTo>
                    <a:lnTo>
                      <a:pt x="21600" y="1963"/>
                    </a:lnTo>
                    <a:cubicBezTo>
                      <a:pt x="21600" y="878"/>
                      <a:pt x="16758" y="0"/>
                      <a:pt x="10800" y="0"/>
                    </a:cubicBezTo>
                    <a:cubicBezTo>
                      <a:pt x="4841" y="0"/>
                      <a:pt x="0" y="878"/>
                      <a:pt x="0" y="1963"/>
                    </a:cubicBezTo>
                  </a:path>
                </a:pathLst>
              </a:custGeom>
              <a:grpFill/>
              <a:ln>
                <a:noFill/>
              </a:ln>
              <a:effectLst/>
            </p:spPr>
            <p:txBody>
              <a:bodyPr lIns="28575" tIns="28575" rIns="28575" bIns="28575" anchor="ctr"/>
              <a:lstStyle/>
              <a:p>
                <a:pPr defTabSz="342900">
                  <a:defRPr/>
                </a:pPr>
                <a:endParaRPr lang="en-US" sz="2250" dirty="0">
                  <a:solidFill>
                    <a:srgbClr val="FFFFFF"/>
                  </a:solidFill>
                  <a:effectLst>
                    <a:outerShdw blurRad="38100" dist="38100" dir="2700000" algn="tl">
                      <a:srgbClr val="000000"/>
                    </a:outerShdw>
                  </a:effectLst>
                  <a:latin typeface="方正银联黑简体" panose="02000000000000000000" pitchFamily="2" charset="-122"/>
                  <a:ea typeface="方正银联黑简体" panose="02000000000000000000" pitchFamily="2" charset="-122"/>
                  <a:cs typeface="FZYLHJW" charset="-122"/>
                </a:endParaRPr>
              </a:p>
            </p:txBody>
          </p:sp>
          <p:sp>
            <p:nvSpPr>
              <p:cNvPr id="49" name="AutoShape 45"/>
              <p:cNvSpPr/>
              <p:nvPr/>
            </p:nvSpPr>
            <p:spPr bwMode="auto">
              <a:xfrm>
                <a:off x="5120877" y="3038217"/>
                <a:ext cx="46304" cy="6883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0"/>
                    </a:moveTo>
                    <a:cubicBezTo>
                      <a:pt x="4838" y="0"/>
                      <a:pt x="0" y="10427"/>
                      <a:pt x="0" y="14400"/>
                    </a:cubicBezTo>
                    <a:cubicBezTo>
                      <a:pt x="0" y="18372"/>
                      <a:pt x="4838" y="21599"/>
                      <a:pt x="10800" y="21599"/>
                    </a:cubicBezTo>
                    <a:cubicBezTo>
                      <a:pt x="16761" y="21599"/>
                      <a:pt x="21600" y="18372"/>
                      <a:pt x="21600" y="14400"/>
                    </a:cubicBezTo>
                    <a:cubicBezTo>
                      <a:pt x="21600" y="10427"/>
                      <a:pt x="16761" y="0"/>
                      <a:pt x="10800" y="0"/>
                    </a:cubicBezTo>
                  </a:path>
                </a:pathLst>
              </a:custGeom>
              <a:grpFill/>
              <a:ln>
                <a:noFill/>
              </a:ln>
              <a:effectLst/>
            </p:spPr>
            <p:txBody>
              <a:bodyPr lIns="28575" tIns="28575" rIns="28575" bIns="28575" anchor="ctr"/>
              <a:lstStyle/>
              <a:p>
                <a:pPr defTabSz="342900">
                  <a:defRPr/>
                </a:pPr>
                <a:endParaRPr lang="en-US" sz="2250" dirty="0">
                  <a:solidFill>
                    <a:srgbClr val="FFFFFF"/>
                  </a:solidFill>
                  <a:effectLst>
                    <a:outerShdw blurRad="38100" dist="38100" dir="2700000" algn="tl">
                      <a:srgbClr val="000000"/>
                    </a:outerShdw>
                  </a:effectLst>
                  <a:latin typeface="方正银联黑简体" panose="02000000000000000000" pitchFamily="2" charset="-122"/>
                  <a:ea typeface="方正银联黑简体" panose="02000000000000000000" pitchFamily="2" charset="-122"/>
                  <a:cs typeface="FZYLHJW" charset="-122"/>
                </a:endParaRPr>
              </a:p>
            </p:txBody>
          </p:sp>
        </p:grpSp>
      </p:grpSp>
      <p:grpSp>
        <p:nvGrpSpPr>
          <p:cNvPr id="50" name="Group 36"/>
          <p:cNvGrpSpPr/>
          <p:nvPr/>
        </p:nvGrpSpPr>
        <p:grpSpPr bwMode="auto">
          <a:xfrm>
            <a:off x="1752238" y="3440596"/>
            <a:ext cx="1365647" cy="871538"/>
            <a:chOff x="785787" y="2520491"/>
            <a:chExt cx="1821669" cy="1163197"/>
          </a:xfrm>
          <a:solidFill>
            <a:schemeClr val="bg1">
              <a:lumMod val="75000"/>
            </a:schemeClr>
          </a:solidFill>
        </p:grpSpPr>
        <p:sp>
          <p:nvSpPr>
            <p:cNvPr id="51" name="Bent Arrow 18"/>
            <p:cNvSpPr/>
            <p:nvPr/>
          </p:nvSpPr>
          <p:spPr>
            <a:xfrm>
              <a:off x="785787" y="2520491"/>
              <a:ext cx="1821669" cy="1163197"/>
            </a:xfrm>
            <a:prstGeom prst="bentArrow">
              <a:avLst/>
            </a:prstGeom>
            <a:grpFill/>
            <a:ln>
              <a:noFill/>
            </a:ln>
            <a:effectLst/>
          </p:spPr>
          <p:style>
            <a:lnRef idx="1">
              <a:schemeClr val="accent5"/>
            </a:lnRef>
            <a:fillRef idx="3">
              <a:schemeClr val="accent5"/>
            </a:fillRef>
            <a:effectRef idx="2">
              <a:schemeClr val="accent5"/>
            </a:effectRef>
            <a:fontRef idx="minor">
              <a:schemeClr val="lt1"/>
            </a:fontRef>
          </p:style>
          <p:txBody>
            <a:bodyPr anchor="ctr"/>
            <a:lstStyle/>
            <a:p>
              <a:pPr algn="ctr">
                <a:defRPr/>
              </a:pPr>
              <a:endParaRPr lang="id-ID" sz="1800" dirty="0">
                <a:solidFill>
                  <a:prstClr val="black"/>
                </a:solidFill>
                <a:latin typeface="方正银联黑简体" panose="02000000000000000000" pitchFamily="2" charset="-122"/>
                <a:ea typeface="方正银联黑简体" panose="02000000000000000000" pitchFamily="2" charset="-122"/>
                <a:cs typeface="FZYLHJW" charset="-122"/>
              </a:endParaRPr>
            </a:p>
          </p:txBody>
        </p:sp>
        <p:sp>
          <p:nvSpPr>
            <p:cNvPr id="53" name="AutoShape 112"/>
            <p:cNvSpPr/>
            <p:nvPr/>
          </p:nvSpPr>
          <p:spPr bwMode="auto">
            <a:xfrm>
              <a:off x="1500479" y="3071898"/>
              <a:ext cx="365287" cy="367074"/>
            </a:xfrm>
            <a:custGeom>
              <a:avLst/>
              <a:gdLst>
                <a:gd name="T0" fmla="*/ 10510 w 21020"/>
                <a:gd name="T1" fmla="*/ 10800 h 21600"/>
                <a:gd name="T2" fmla="*/ 10510 w 21020"/>
                <a:gd name="T3" fmla="*/ 10800 h 21600"/>
                <a:gd name="T4" fmla="*/ 10510 w 21020"/>
                <a:gd name="T5" fmla="*/ 10800 h 21600"/>
                <a:gd name="T6" fmla="*/ 10510 w 21020"/>
                <a:gd name="T7" fmla="*/ 10800 h 21600"/>
              </a:gdLst>
              <a:ahLst/>
              <a:cxnLst>
                <a:cxn ang="0">
                  <a:pos x="T0" y="T1"/>
                </a:cxn>
                <a:cxn ang="0">
                  <a:pos x="T2" y="T3"/>
                </a:cxn>
                <a:cxn ang="0">
                  <a:pos x="T4" y="T5"/>
                </a:cxn>
                <a:cxn ang="0">
                  <a:pos x="T6" y="T7"/>
                </a:cxn>
              </a:cxnLst>
              <a:rect l="0" t="0" r="r" b="b"/>
              <a:pathLst>
                <a:path w="21020" h="21600">
                  <a:moveTo>
                    <a:pt x="18846" y="7946"/>
                  </a:moveTo>
                  <a:lnTo>
                    <a:pt x="17740" y="9091"/>
                  </a:lnTo>
                  <a:cubicBezTo>
                    <a:pt x="17740" y="8939"/>
                    <a:pt x="17758" y="8792"/>
                    <a:pt x="17744" y="8636"/>
                  </a:cubicBezTo>
                  <a:cubicBezTo>
                    <a:pt x="17629" y="7331"/>
                    <a:pt x="17036" y="6068"/>
                    <a:pt x="16074" y="5080"/>
                  </a:cubicBezTo>
                  <a:cubicBezTo>
                    <a:pt x="15004" y="3980"/>
                    <a:pt x="13585" y="3348"/>
                    <a:pt x="12180" y="3345"/>
                  </a:cubicBezTo>
                  <a:lnTo>
                    <a:pt x="13268" y="2218"/>
                  </a:lnTo>
                  <a:cubicBezTo>
                    <a:pt x="13812" y="1659"/>
                    <a:pt x="14572" y="1350"/>
                    <a:pt x="15403" y="1350"/>
                  </a:cubicBezTo>
                  <a:cubicBezTo>
                    <a:pt x="16460" y="1350"/>
                    <a:pt x="17546" y="1840"/>
                    <a:pt x="18381" y="2696"/>
                  </a:cubicBezTo>
                  <a:cubicBezTo>
                    <a:pt x="19165" y="3500"/>
                    <a:pt x="19631" y="4499"/>
                    <a:pt x="19698" y="5510"/>
                  </a:cubicBezTo>
                  <a:cubicBezTo>
                    <a:pt x="19760" y="6453"/>
                    <a:pt x="19457" y="7317"/>
                    <a:pt x="18846" y="7946"/>
                  </a:cubicBezTo>
                  <a:moveTo>
                    <a:pt x="5828" y="19329"/>
                  </a:moveTo>
                  <a:cubicBezTo>
                    <a:pt x="5813" y="18424"/>
                    <a:pt x="5454" y="17481"/>
                    <a:pt x="4730" y="16739"/>
                  </a:cubicBezTo>
                  <a:cubicBezTo>
                    <a:pt x="4046" y="16034"/>
                    <a:pt x="3150" y="15628"/>
                    <a:pt x="2257" y="15592"/>
                  </a:cubicBezTo>
                  <a:lnTo>
                    <a:pt x="2911" y="13157"/>
                  </a:lnTo>
                  <a:cubicBezTo>
                    <a:pt x="2959" y="12995"/>
                    <a:pt x="3052" y="12835"/>
                    <a:pt x="3168" y="12695"/>
                  </a:cubicBezTo>
                  <a:cubicBezTo>
                    <a:pt x="4485" y="11726"/>
                    <a:pt x="6512" y="12012"/>
                    <a:pt x="7920" y="13460"/>
                  </a:cubicBezTo>
                  <a:cubicBezTo>
                    <a:pt x="9409" y="14990"/>
                    <a:pt x="9639" y="17230"/>
                    <a:pt x="8492" y="18568"/>
                  </a:cubicBezTo>
                  <a:cubicBezTo>
                    <a:pt x="8416" y="18609"/>
                    <a:pt x="8339" y="18648"/>
                    <a:pt x="8256" y="18675"/>
                  </a:cubicBezTo>
                  <a:cubicBezTo>
                    <a:pt x="8256" y="18675"/>
                    <a:pt x="5828" y="19329"/>
                    <a:pt x="5828" y="19329"/>
                  </a:cubicBezTo>
                  <a:close/>
                  <a:moveTo>
                    <a:pt x="2737" y="20164"/>
                  </a:moveTo>
                  <a:cubicBezTo>
                    <a:pt x="2665" y="20181"/>
                    <a:pt x="2443" y="20239"/>
                    <a:pt x="2291" y="20249"/>
                  </a:cubicBezTo>
                  <a:cubicBezTo>
                    <a:pt x="1751" y="20244"/>
                    <a:pt x="1313" y="19792"/>
                    <a:pt x="1313" y="19237"/>
                  </a:cubicBezTo>
                  <a:cubicBezTo>
                    <a:pt x="1321" y="19124"/>
                    <a:pt x="1365" y="18929"/>
                    <a:pt x="1380" y="18857"/>
                  </a:cubicBezTo>
                  <a:lnTo>
                    <a:pt x="2071" y="16283"/>
                  </a:lnTo>
                  <a:cubicBezTo>
                    <a:pt x="2822" y="16261"/>
                    <a:pt x="3630" y="16562"/>
                    <a:pt x="4265" y="17215"/>
                  </a:cubicBezTo>
                  <a:cubicBezTo>
                    <a:pt x="4911" y="17878"/>
                    <a:pt x="5214" y="18725"/>
                    <a:pt x="5181" y="19504"/>
                  </a:cubicBezTo>
                  <a:cubicBezTo>
                    <a:pt x="5181" y="19504"/>
                    <a:pt x="2737" y="20164"/>
                    <a:pt x="2737" y="20164"/>
                  </a:cubicBezTo>
                  <a:close/>
                  <a:moveTo>
                    <a:pt x="6888" y="11179"/>
                  </a:moveTo>
                  <a:cubicBezTo>
                    <a:pt x="6280" y="10927"/>
                    <a:pt x="5642" y="10783"/>
                    <a:pt x="5004" y="10774"/>
                  </a:cubicBezTo>
                  <a:lnTo>
                    <a:pt x="10063" y="5536"/>
                  </a:lnTo>
                  <a:cubicBezTo>
                    <a:pt x="10838" y="4759"/>
                    <a:pt x="11966" y="4536"/>
                    <a:pt x="13077" y="4819"/>
                  </a:cubicBezTo>
                  <a:cubicBezTo>
                    <a:pt x="13077" y="4819"/>
                    <a:pt x="6888" y="11179"/>
                    <a:pt x="6888" y="11179"/>
                  </a:cubicBezTo>
                  <a:close/>
                  <a:moveTo>
                    <a:pt x="9717" y="13672"/>
                  </a:moveTo>
                  <a:cubicBezTo>
                    <a:pt x="9473" y="13258"/>
                    <a:pt x="9194" y="12859"/>
                    <a:pt x="8848" y="12505"/>
                  </a:cubicBezTo>
                  <a:cubicBezTo>
                    <a:pt x="8447" y="12093"/>
                    <a:pt x="7986" y="11770"/>
                    <a:pt x="7507" y="11498"/>
                  </a:cubicBezTo>
                  <a:lnTo>
                    <a:pt x="13767" y="5064"/>
                  </a:lnTo>
                  <a:cubicBezTo>
                    <a:pt x="14259" y="5288"/>
                    <a:pt x="14729" y="5607"/>
                    <a:pt x="15145" y="6035"/>
                  </a:cubicBezTo>
                  <a:cubicBezTo>
                    <a:pt x="15500" y="6398"/>
                    <a:pt x="15775" y="6806"/>
                    <a:pt x="15987" y="7229"/>
                  </a:cubicBezTo>
                  <a:cubicBezTo>
                    <a:pt x="15987" y="7229"/>
                    <a:pt x="9717" y="13672"/>
                    <a:pt x="9717" y="13672"/>
                  </a:cubicBezTo>
                  <a:close/>
                  <a:moveTo>
                    <a:pt x="10519" y="16061"/>
                  </a:moveTo>
                  <a:cubicBezTo>
                    <a:pt x="10465" y="15452"/>
                    <a:pt x="10298" y="14854"/>
                    <a:pt x="10047" y="14288"/>
                  </a:cubicBezTo>
                  <a:lnTo>
                    <a:pt x="16257" y="7906"/>
                  </a:lnTo>
                  <a:cubicBezTo>
                    <a:pt x="16637" y="9140"/>
                    <a:pt x="16442" y="10429"/>
                    <a:pt x="15610" y="11284"/>
                  </a:cubicBezTo>
                  <a:cubicBezTo>
                    <a:pt x="15604" y="11290"/>
                    <a:pt x="15598" y="11293"/>
                    <a:pt x="15593" y="11298"/>
                  </a:cubicBezTo>
                  <a:lnTo>
                    <a:pt x="15602" y="11306"/>
                  </a:lnTo>
                  <a:lnTo>
                    <a:pt x="10525" y="16565"/>
                  </a:lnTo>
                  <a:cubicBezTo>
                    <a:pt x="10527" y="16397"/>
                    <a:pt x="10534" y="16232"/>
                    <a:pt x="10519" y="16061"/>
                  </a:cubicBezTo>
                  <a:moveTo>
                    <a:pt x="19308" y="1741"/>
                  </a:moveTo>
                  <a:cubicBezTo>
                    <a:pt x="18228" y="632"/>
                    <a:pt x="16805" y="0"/>
                    <a:pt x="15403" y="0"/>
                  </a:cubicBezTo>
                  <a:cubicBezTo>
                    <a:pt x="14220" y="0"/>
                    <a:pt x="13131" y="450"/>
                    <a:pt x="12335" y="1266"/>
                  </a:cubicBezTo>
                  <a:lnTo>
                    <a:pt x="9138" y="4577"/>
                  </a:lnTo>
                  <a:cubicBezTo>
                    <a:pt x="9129" y="4585"/>
                    <a:pt x="9118" y="4592"/>
                    <a:pt x="9108" y="4602"/>
                  </a:cubicBezTo>
                  <a:cubicBezTo>
                    <a:pt x="9103" y="4608"/>
                    <a:pt x="9100" y="4614"/>
                    <a:pt x="9095" y="4620"/>
                  </a:cubicBezTo>
                  <a:lnTo>
                    <a:pt x="9096" y="4621"/>
                  </a:lnTo>
                  <a:lnTo>
                    <a:pt x="2310" y="11647"/>
                  </a:lnTo>
                  <a:cubicBezTo>
                    <a:pt x="1998" y="11966"/>
                    <a:pt x="1771" y="12364"/>
                    <a:pt x="1645" y="12797"/>
                  </a:cubicBezTo>
                  <a:lnTo>
                    <a:pt x="102" y="18541"/>
                  </a:lnTo>
                  <a:cubicBezTo>
                    <a:pt x="100" y="18557"/>
                    <a:pt x="0" y="19008"/>
                    <a:pt x="0" y="19237"/>
                  </a:cubicBezTo>
                  <a:cubicBezTo>
                    <a:pt x="0" y="20541"/>
                    <a:pt x="1030" y="21599"/>
                    <a:pt x="2302" y="21599"/>
                  </a:cubicBezTo>
                  <a:cubicBezTo>
                    <a:pt x="2554" y="21599"/>
                    <a:pt x="3044" y="21475"/>
                    <a:pt x="3062" y="21473"/>
                  </a:cubicBezTo>
                  <a:lnTo>
                    <a:pt x="8630" y="19969"/>
                  </a:lnTo>
                  <a:cubicBezTo>
                    <a:pt x="9054" y="19839"/>
                    <a:pt x="9439" y="19604"/>
                    <a:pt x="9750" y="19283"/>
                  </a:cubicBezTo>
                  <a:lnTo>
                    <a:pt x="19776" y="8899"/>
                  </a:lnTo>
                  <a:cubicBezTo>
                    <a:pt x="21600" y="7023"/>
                    <a:pt x="21394" y="3881"/>
                    <a:pt x="19308" y="1741"/>
                  </a:cubicBezTo>
                </a:path>
              </a:pathLst>
            </a:custGeom>
            <a:grpFill/>
            <a:ln>
              <a:noFill/>
            </a:ln>
            <a:effectLst/>
          </p:spPr>
          <p:txBody>
            <a:bodyPr lIns="28575" tIns="28575" rIns="28575" bIns="28575" anchor="ctr"/>
            <a:lstStyle/>
            <a:p>
              <a:pPr defTabSz="342900">
                <a:defRPr/>
              </a:pPr>
              <a:endParaRPr lang="en-US" sz="2250" dirty="0">
                <a:solidFill>
                  <a:srgbClr val="FFFFFF"/>
                </a:solidFill>
                <a:effectLst>
                  <a:outerShdw blurRad="38100" dist="38100" dir="2700000" algn="tl">
                    <a:srgbClr val="000000"/>
                  </a:outerShdw>
                </a:effectLst>
                <a:latin typeface="方正银联黑简体" panose="02000000000000000000" pitchFamily="2" charset="-122"/>
                <a:ea typeface="方正银联黑简体" panose="02000000000000000000" pitchFamily="2" charset="-122"/>
                <a:cs typeface="FZYLHJW" charset="-122"/>
              </a:endParaRPr>
            </a:p>
          </p:txBody>
        </p:sp>
      </p:grpSp>
      <p:grpSp>
        <p:nvGrpSpPr>
          <p:cNvPr id="54" name="Group 47"/>
          <p:cNvGrpSpPr/>
          <p:nvPr/>
        </p:nvGrpSpPr>
        <p:grpSpPr bwMode="auto">
          <a:xfrm>
            <a:off x="4484722" y="2907196"/>
            <a:ext cx="1366838" cy="871538"/>
            <a:chOff x="4429124" y="1809654"/>
            <a:chExt cx="1821669" cy="1162907"/>
          </a:xfrm>
          <a:solidFill>
            <a:srgbClr val="5EC3AD"/>
          </a:solidFill>
        </p:grpSpPr>
        <p:sp>
          <p:nvSpPr>
            <p:cNvPr id="55" name="Bent Arrow 20"/>
            <p:cNvSpPr/>
            <p:nvPr/>
          </p:nvSpPr>
          <p:spPr>
            <a:xfrm>
              <a:off x="4429124" y="1809654"/>
              <a:ext cx="1821669" cy="1162907"/>
            </a:xfrm>
            <a:prstGeom prst="bentArrow">
              <a:avLst/>
            </a:prstGeom>
            <a:grpFill/>
            <a:ln>
              <a:noFill/>
            </a:ln>
            <a:effectLst/>
          </p:spPr>
          <p:style>
            <a:lnRef idx="1">
              <a:schemeClr val="accent3"/>
            </a:lnRef>
            <a:fillRef idx="3">
              <a:schemeClr val="accent3"/>
            </a:fillRef>
            <a:effectRef idx="2">
              <a:schemeClr val="accent3"/>
            </a:effectRef>
            <a:fontRef idx="minor">
              <a:schemeClr val="lt1"/>
            </a:fontRef>
          </p:style>
          <p:txBody>
            <a:bodyPr anchor="ctr"/>
            <a:lstStyle/>
            <a:p>
              <a:pPr algn="ctr">
                <a:defRPr/>
              </a:pPr>
              <a:endParaRPr lang="id-ID" sz="1800" dirty="0">
                <a:solidFill>
                  <a:prstClr val="black"/>
                </a:solidFill>
                <a:latin typeface="方正银联黑简体" panose="02000000000000000000" pitchFamily="2" charset="-122"/>
                <a:ea typeface="方正银联黑简体" panose="02000000000000000000" pitchFamily="2" charset="-122"/>
                <a:cs typeface="FZYLHJW" charset="-122"/>
              </a:endParaRPr>
            </a:p>
          </p:txBody>
        </p:sp>
        <p:grpSp>
          <p:nvGrpSpPr>
            <p:cNvPr id="57" name="Group 29"/>
            <p:cNvGrpSpPr/>
            <p:nvPr/>
          </p:nvGrpSpPr>
          <p:grpSpPr>
            <a:xfrm>
              <a:off x="5214942" y="2285998"/>
              <a:ext cx="251543" cy="366676"/>
              <a:chOff x="2612963" y="2767277"/>
              <a:chExt cx="251543" cy="366676"/>
            </a:xfrm>
            <a:grpFill/>
          </p:grpSpPr>
          <p:sp>
            <p:nvSpPr>
              <p:cNvPr id="58" name="AutoShape 113"/>
              <p:cNvSpPr/>
              <p:nvPr/>
            </p:nvSpPr>
            <p:spPr bwMode="auto">
              <a:xfrm>
                <a:off x="2612963" y="2767277"/>
                <a:ext cx="251543" cy="36667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5386" y="14175"/>
                    </a:moveTo>
                    <a:lnTo>
                      <a:pt x="6223" y="14175"/>
                    </a:lnTo>
                    <a:cubicBezTo>
                      <a:pt x="5734" y="13446"/>
                      <a:pt x="5147" y="12716"/>
                      <a:pt x="4568" y="12003"/>
                    </a:cubicBezTo>
                    <a:cubicBezTo>
                      <a:pt x="3287" y="10427"/>
                      <a:pt x="1963" y="8797"/>
                      <a:pt x="1963" y="7425"/>
                    </a:cubicBezTo>
                    <a:cubicBezTo>
                      <a:pt x="1963" y="4075"/>
                      <a:pt x="5927" y="1350"/>
                      <a:pt x="10800" y="1350"/>
                    </a:cubicBezTo>
                    <a:cubicBezTo>
                      <a:pt x="15672" y="1350"/>
                      <a:pt x="19636" y="4075"/>
                      <a:pt x="19636" y="7425"/>
                    </a:cubicBezTo>
                    <a:cubicBezTo>
                      <a:pt x="19636" y="8787"/>
                      <a:pt x="18312" y="10425"/>
                      <a:pt x="17029" y="12011"/>
                    </a:cubicBezTo>
                    <a:cubicBezTo>
                      <a:pt x="16455" y="12723"/>
                      <a:pt x="15873" y="13449"/>
                      <a:pt x="15386" y="14175"/>
                    </a:cubicBezTo>
                    <a:moveTo>
                      <a:pt x="10800" y="20249"/>
                    </a:moveTo>
                    <a:cubicBezTo>
                      <a:pt x="9805" y="20249"/>
                      <a:pt x="9347" y="20171"/>
                      <a:pt x="8839" y="19406"/>
                    </a:cubicBezTo>
                    <a:lnTo>
                      <a:pt x="13000" y="19048"/>
                    </a:lnTo>
                    <a:cubicBezTo>
                      <a:pt x="12398" y="20164"/>
                      <a:pt x="11959" y="20249"/>
                      <a:pt x="10800" y="20249"/>
                    </a:cubicBezTo>
                    <a:moveTo>
                      <a:pt x="7595" y="16813"/>
                    </a:moveTo>
                    <a:cubicBezTo>
                      <a:pt x="7417" y="16407"/>
                      <a:pt x="7215" y="15978"/>
                      <a:pt x="6991" y="15525"/>
                    </a:cubicBezTo>
                    <a:lnTo>
                      <a:pt x="14616" y="15525"/>
                    </a:lnTo>
                    <a:cubicBezTo>
                      <a:pt x="14496" y="15767"/>
                      <a:pt x="14375" y="16010"/>
                      <a:pt x="14270" y="16239"/>
                    </a:cubicBezTo>
                    <a:cubicBezTo>
                      <a:pt x="14270" y="16239"/>
                      <a:pt x="7595" y="16813"/>
                      <a:pt x="7595" y="16813"/>
                    </a:cubicBezTo>
                    <a:close/>
                    <a:moveTo>
                      <a:pt x="13345" y="18343"/>
                    </a:moveTo>
                    <a:lnTo>
                      <a:pt x="8476" y="18762"/>
                    </a:lnTo>
                    <a:cubicBezTo>
                      <a:pt x="8303" y="18416"/>
                      <a:pt x="8116" y="18011"/>
                      <a:pt x="7890" y="17483"/>
                    </a:cubicBezTo>
                    <a:cubicBezTo>
                      <a:pt x="7887" y="17477"/>
                      <a:pt x="7883" y="17469"/>
                      <a:pt x="7881" y="17462"/>
                    </a:cubicBezTo>
                    <a:lnTo>
                      <a:pt x="13957" y="16941"/>
                    </a:lnTo>
                    <a:cubicBezTo>
                      <a:pt x="13871" y="17140"/>
                      <a:pt x="13778" y="17350"/>
                      <a:pt x="13698" y="17537"/>
                    </a:cubicBezTo>
                    <a:cubicBezTo>
                      <a:pt x="13569" y="17841"/>
                      <a:pt x="13453" y="18104"/>
                      <a:pt x="13345" y="18343"/>
                    </a:cubicBezTo>
                    <a:moveTo>
                      <a:pt x="10800" y="0"/>
                    </a:moveTo>
                    <a:cubicBezTo>
                      <a:pt x="4835" y="0"/>
                      <a:pt x="0" y="3324"/>
                      <a:pt x="0" y="7425"/>
                    </a:cubicBezTo>
                    <a:cubicBezTo>
                      <a:pt x="0" y="10146"/>
                      <a:pt x="3621" y="13029"/>
                      <a:pt x="4939" y="15562"/>
                    </a:cubicBezTo>
                    <a:cubicBezTo>
                      <a:pt x="6906" y="19339"/>
                      <a:pt x="6688" y="21599"/>
                      <a:pt x="10800" y="21599"/>
                    </a:cubicBezTo>
                    <a:cubicBezTo>
                      <a:pt x="14972" y="21599"/>
                      <a:pt x="14692" y="19349"/>
                      <a:pt x="16660" y="15577"/>
                    </a:cubicBezTo>
                    <a:cubicBezTo>
                      <a:pt x="17983" y="13039"/>
                      <a:pt x="21600" y="10124"/>
                      <a:pt x="21600" y="7425"/>
                    </a:cubicBezTo>
                    <a:cubicBezTo>
                      <a:pt x="21600" y="3324"/>
                      <a:pt x="16764" y="0"/>
                      <a:pt x="10800" y="0"/>
                    </a:cubicBezTo>
                  </a:path>
                </a:pathLst>
              </a:custGeom>
              <a:grpFill/>
              <a:ln>
                <a:noFill/>
              </a:ln>
              <a:effectLst/>
            </p:spPr>
            <p:txBody>
              <a:bodyPr lIns="28575" tIns="28575" rIns="28575" bIns="28575" anchor="ctr"/>
              <a:lstStyle/>
              <a:p>
                <a:pPr defTabSz="342900">
                  <a:defRPr/>
                </a:pPr>
                <a:endParaRPr lang="en-US" sz="2250" dirty="0">
                  <a:solidFill>
                    <a:srgbClr val="FFFFFF"/>
                  </a:solidFill>
                  <a:effectLst>
                    <a:outerShdw blurRad="38100" dist="38100" dir="2700000" algn="tl">
                      <a:srgbClr val="000000"/>
                    </a:outerShdw>
                  </a:effectLst>
                  <a:latin typeface="方正银联黑简体" panose="02000000000000000000" pitchFamily="2" charset="-122"/>
                  <a:ea typeface="方正银联黑简体" panose="02000000000000000000" pitchFamily="2" charset="-122"/>
                  <a:cs typeface="FZYLHJW" charset="-122"/>
                </a:endParaRPr>
              </a:p>
            </p:txBody>
          </p:sp>
          <p:sp>
            <p:nvSpPr>
              <p:cNvPr id="59" name="AutoShape 114"/>
              <p:cNvSpPr/>
              <p:nvPr/>
            </p:nvSpPr>
            <p:spPr bwMode="auto">
              <a:xfrm>
                <a:off x="2669904" y="2824844"/>
                <a:ext cx="74461" cy="7446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938" y="0"/>
                    </a:moveTo>
                    <a:cubicBezTo>
                      <a:pt x="8943" y="0"/>
                      <a:pt x="0" y="8942"/>
                      <a:pt x="0" y="19938"/>
                    </a:cubicBezTo>
                    <a:cubicBezTo>
                      <a:pt x="0" y="20855"/>
                      <a:pt x="743" y="21600"/>
                      <a:pt x="1661" y="21600"/>
                    </a:cubicBezTo>
                    <a:cubicBezTo>
                      <a:pt x="2579" y="21600"/>
                      <a:pt x="3323" y="20855"/>
                      <a:pt x="3323" y="19938"/>
                    </a:cubicBezTo>
                    <a:cubicBezTo>
                      <a:pt x="3323" y="10777"/>
                      <a:pt x="10777" y="3323"/>
                      <a:pt x="19938" y="3323"/>
                    </a:cubicBezTo>
                    <a:cubicBezTo>
                      <a:pt x="20856" y="3323"/>
                      <a:pt x="21600" y="2578"/>
                      <a:pt x="21600" y="1661"/>
                    </a:cubicBezTo>
                    <a:cubicBezTo>
                      <a:pt x="21600" y="744"/>
                      <a:pt x="20856" y="0"/>
                      <a:pt x="19938" y="0"/>
                    </a:cubicBezTo>
                  </a:path>
                </a:pathLst>
              </a:custGeom>
              <a:grpFill/>
              <a:ln>
                <a:noFill/>
              </a:ln>
              <a:effectLst/>
            </p:spPr>
            <p:txBody>
              <a:bodyPr lIns="28575" tIns="28575" rIns="28575" bIns="28575" anchor="ctr"/>
              <a:lstStyle/>
              <a:p>
                <a:pPr defTabSz="342900">
                  <a:defRPr/>
                </a:pPr>
                <a:endParaRPr lang="en-US" sz="2250" dirty="0">
                  <a:solidFill>
                    <a:srgbClr val="FFFFFF"/>
                  </a:solidFill>
                  <a:effectLst>
                    <a:outerShdw blurRad="38100" dist="38100" dir="2700000" algn="tl">
                      <a:srgbClr val="000000"/>
                    </a:outerShdw>
                  </a:effectLst>
                  <a:latin typeface="方正银联黑简体" panose="02000000000000000000" pitchFamily="2" charset="-122"/>
                  <a:ea typeface="方正银联黑简体" panose="02000000000000000000" pitchFamily="2" charset="-122"/>
                  <a:cs typeface="FZYLHJW" charset="-122"/>
                </a:endParaRPr>
              </a:p>
            </p:txBody>
          </p:sp>
        </p:grpSp>
      </p:grpSp>
      <p:grpSp>
        <p:nvGrpSpPr>
          <p:cNvPr id="60" name="Group 46"/>
          <p:cNvGrpSpPr/>
          <p:nvPr/>
        </p:nvGrpSpPr>
        <p:grpSpPr bwMode="auto">
          <a:xfrm>
            <a:off x="3117884" y="2621447"/>
            <a:ext cx="1366838" cy="1400174"/>
            <a:chOff x="2607455" y="1428743"/>
            <a:chExt cx="1821669" cy="1867663"/>
          </a:xfrm>
        </p:grpSpPr>
        <p:sp>
          <p:nvSpPr>
            <p:cNvPr id="61" name="Bent Arrow 19"/>
            <p:cNvSpPr/>
            <p:nvPr/>
          </p:nvSpPr>
          <p:spPr>
            <a:xfrm>
              <a:off x="2607455" y="2132293"/>
              <a:ext cx="1821669" cy="1164113"/>
            </a:xfrm>
            <a:prstGeom prst="bentArrow">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anchor="ctr"/>
            <a:lstStyle/>
            <a:p>
              <a:pPr algn="ctr">
                <a:defRPr/>
              </a:pPr>
              <a:endParaRPr lang="id-ID" sz="1800" dirty="0">
                <a:solidFill>
                  <a:schemeClr val="accent4"/>
                </a:solidFill>
                <a:latin typeface="方正银联黑简体" panose="02000000000000000000" pitchFamily="2" charset="-122"/>
                <a:ea typeface="方正银联黑简体" panose="02000000000000000000" pitchFamily="2" charset="-122"/>
                <a:cs typeface="FZYLHJW" charset="-122"/>
              </a:endParaRPr>
            </a:p>
          </p:txBody>
        </p:sp>
        <p:sp>
          <p:nvSpPr>
            <p:cNvPr id="63" name="AutoShape 29"/>
            <p:cNvSpPr/>
            <p:nvPr/>
          </p:nvSpPr>
          <p:spPr bwMode="auto">
            <a:xfrm>
              <a:off x="3286614" y="2643677"/>
              <a:ext cx="364969" cy="331923"/>
            </a:xfrm>
            <a:custGeom>
              <a:avLst/>
              <a:gdLst>
                <a:gd name="T0" fmla="+- 0 10736 439"/>
                <a:gd name="T1" fmla="*/ T0 w 20595"/>
                <a:gd name="T2" fmla="+- 0 10869 621"/>
                <a:gd name="T3" fmla="*/ 10869 h 20497"/>
                <a:gd name="T4" fmla="+- 0 10736 439"/>
                <a:gd name="T5" fmla="*/ T4 w 20595"/>
                <a:gd name="T6" fmla="+- 0 10869 621"/>
                <a:gd name="T7" fmla="*/ 10869 h 20497"/>
                <a:gd name="T8" fmla="+- 0 10736 439"/>
                <a:gd name="T9" fmla="*/ T8 w 20595"/>
                <a:gd name="T10" fmla="+- 0 10869 621"/>
                <a:gd name="T11" fmla="*/ 10869 h 20497"/>
                <a:gd name="T12" fmla="+- 0 10736 439"/>
                <a:gd name="T13" fmla="*/ T12 w 20595"/>
                <a:gd name="T14" fmla="+- 0 10869 621"/>
                <a:gd name="T15" fmla="*/ 10869 h 20497"/>
              </a:gdLst>
              <a:ahLst/>
              <a:cxnLst>
                <a:cxn ang="0">
                  <a:pos x="T1" y="T3"/>
                </a:cxn>
                <a:cxn ang="0">
                  <a:pos x="T5" y="T7"/>
                </a:cxn>
                <a:cxn ang="0">
                  <a:pos x="T9" y="T11"/>
                </a:cxn>
                <a:cxn ang="0">
                  <a:pos x="T13" y="T15"/>
                </a:cxn>
              </a:cxnLst>
              <a:rect l="0" t="0" r="r" b="b"/>
              <a:pathLst>
                <a:path w="20595" h="20497">
                  <a:moveTo>
                    <a:pt x="18898" y="1863"/>
                  </a:moveTo>
                  <a:cubicBezTo>
                    <a:pt x="16636" y="-621"/>
                    <a:pt x="12968" y="-621"/>
                    <a:pt x="10707" y="1863"/>
                  </a:cubicBezTo>
                  <a:lnTo>
                    <a:pt x="1317" y="12053"/>
                  </a:lnTo>
                  <a:cubicBezTo>
                    <a:pt x="-439" y="13982"/>
                    <a:pt x="-439" y="17121"/>
                    <a:pt x="1317" y="19050"/>
                  </a:cubicBezTo>
                  <a:cubicBezTo>
                    <a:pt x="3073" y="20979"/>
                    <a:pt x="5931" y="20979"/>
                    <a:pt x="7687" y="19050"/>
                  </a:cubicBezTo>
                  <a:lnTo>
                    <a:pt x="17078" y="8860"/>
                  </a:lnTo>
                  <a:cubicBezTo>
                    <a:pt x="18335" y="7479"/>
                    <a:pt x="18335" y="5242"/>
                    <a:pt x="17078" y="3862"/>
                  </a:cubicBezTo>
                  <a:cubicBezTo>
                    <a:pt x="15821" y="2482"/>
                    <a:pt x="13783" y="2482"/>
                    <a:pt x="12527" y="3862"/>
                  </a:cubicBezTo>
                  <a:lnTo>
                    <a:pt x="5467" y="11614"/>
                  </a:lnTo>
                  <a:cubicBezTo>
                    <a:pt x="5216" y="11891"/>
                    <a:pt x="5216" y="12337"/>
                    <a:pt x="5467" y="12614"/>
                  </a:cubicBezTo>
                  <a:cubicBezTo>
                    <a:pt x="5719" y="12890"/>
                    <a:pt x="6126" y="12890"/>
                    <a:pt x="6378" y="12614"/>
                  </a:cubicBezTo>
                  <a:lnTo>
                    <a:pt x="13437" y="4861"/>
                  </a:lnTo>
                  <a:cubicBezTo>
                    <a:pt x="14190" y="4035"/>
                    <a:pt x="15414" y="4035"/>
                    <a:pt x="16167" y="4861"/>
                  </a:cubicBezTo>
                  <a:cubicBezTo>
                    <a:pt x="16920" y="5688"/>
                    <a:pt x="16920" y="7034"/>
                    <a:pt x="16167" y="7860"/>
                  </a:cubicBezTo>
                  <a:lnTo>
                    <a:pt x="6777" y="18050"/>
                  </a:lnTo>
                  <a:cubicBezTo>
                    <a:pt x="5520" y="19430"/>
                    <a:pt x="3484" y="19430"/>
                    <a:pt x="2227" y="18050"/>
                  </a:cubicBezTo>
                  <a:cubicBezTo>
                    <a:pt x="970" y="16670"/>
                    <a:pt x="970" y="14433"/>
                    <a:pt x="2227" y="13053"/>
                  </a:cubicBezTo>
                  <a:lnTo>
                    <a:pt x="11525" y="2963"/>
                  </a:lnTo>
                  <a:cubicBezTo>
                    <a:pt x="13285" y="1030"/>
                    <a:pt x="16139" y="1030"/>
                    <a:pt x="17896" y="2963"/>
                  </a:cubicBezTo>
                  <a:cubicBezTo>
                    <a:pt x="19657" y="4896"/>
                    <a:pt x="19657" y="8027"/>
                    <a:pt x="17897" y="9959"/>
                  </a:cubicBezTo>
                  <a:lnTo>
                    <a:pt x="10929" y="17611"/>
                  </a:lnTo>
                  <a:cubicBezTo>
                    <a:pt x="10677" y="17888"/>
                    <a:pt x="10677" y="18334"/>
                    <a:pt x="10929" y="18610"/>
                  </a:cubicBezTo>
                  <a:cubicBezTo>
                    <a:pt x="11181" y="18887"/>
                    <a:pt x="11588" y="18887"/>
                    <a:pt x="11839" y="18610"/>
                  </a:cubicBezTo>
                  <a:lnTo>
                    <a:pt x="18898" y="10859"/>
                  </a:lnTo>
                  <a:cubicBezTo>
                    <a:pt x="21160" y="8375"/>
                    <a:pt x="21160" y="4347"/>
                    <a:pt x="18898" y="1863"/>
                  </a:cubicBezTo>
                </a:path>
              </a:pathLst>
            </a:custGeom>
            <a:solidFill>
              <a:schemeClr val="accent4"/>
            </a:solidFill>
            <a:ln>
              <a:solidFill>
                <a:schemeClr val="accent4"/>
              </a:solidFill>
            </a:ln>
            <a:effectLst/>
          </p:spPr>
          <p:txBody>
            <a:bodyPr lIns="28575" tIns="28575" rIns="28575" bIns="28575" anchor="ctr"/>
            <a:lstStyle/>
            <a:p>
              <a:pPr defTabSz="342900">
                <a:defRPr/>
              </a:pPr>
              <a:endParaRPr lang="en-US" sz="2250" dirty="0">
                <a:solidFill>
                  <a:schemeClr val="accent4"/>
                </a:solidFill>
                <a:effectLst>
                  <a:outerShdw blurRad="38100" dist="38100" dir="2700000" algn="tl">
                    <a:srgbClr val="000000"/>
                  </a:outerShdw>
                </a:effectLst>
                <a:latin typeface="方正银联黑简体" panose="02000000000000000000" pitchFamily="2" charset="-122"/>
                <a:ea typeface="方正银联黑简体" panose="02000000000000000000" pitchFamily="2" charset="-122"/>
                <a:cs typeface="FZYLHJW" charset="-122"/>
              </a:endParaRPr>
            </a:p>
          </p:txBody>
        </p:sp>
        <p:grpSp>
          <p:nvGrpSpPr>
            <p:cNvPr id="64" name="Group 39"/>
            <p:cNvGrpSpPr/>
            <p:nvPr/>
          </p:nvGrpSpPr>
          <p:grpSpPr>
            <a:xfrm>
              <a:off x="3301541" y="1428743"/>
              <a:ext cx="423296" cy="781533"/>
              <a:chOff x="3390691" y="802411"/>
              <a:chExt cx="172336" cy="318185"/>
            </a:xfrm>
            <a:solidFill>
              <a:schemeClr val="accent1"/>
            </a:solidFill>
          </p:grpSpPr>
          <p:sp>
            <p:nvSpPr>
              <p:cNvPr id="65" name="Freeform 71"/>
              <p:cNvSpPr/>
              <p:nvPr/>
            </p:nvSpPr>
            <p:spPr bwMode="auto">
              <a:xfrm>
                <a:off x="3459319" y="802411"/>
                <a:ext cx="51909" cy="51909"/>
              </a:xfrm>
              <a:custGeom>
                <a:avLst/>
                <a:gdLst/>
                <a:ahLst/>
                <a:cxnLst>
                  <a:cxn ang="0">
                    <a:pos x="25" y="0"/>
                  </a:cxn>
                  <a:cxn ang="0">
                    <a:pos x="25" y="0"/>
                  </a:cxn>
                  <a:cxn ang="0">
                    <a:pos x="34" y="2"/>
                  </a:cxn>
                  <a:cxn ang="0">
                    <a:pos x="43" y="7"/>
                  </a:cxn>
                  <a:cxn ang="0">
                    <a:pos x="49" y="16"/>
                  </a:cxn>
                  <a:cxn ang="0">
                    <a:pos x="50" y="25"/>
                  </a:cxn>
                  <a:cxn ang="0">
                    <a:pos x="50" y="25"/>
                  </a:cxn>
                  <a:cxn ang="0">
                    <a:pos x="49" y="36"/>
                  </a:cxn>
                  <a:cxn ang="0">
                    <a:pos x="43" y="43"/>
                  </a:cxn>
                  <a:cxn ang="0">
                    <a:pos x="34" y="49"/>
                  </a:cxn>
                  <a:cxn ang="0">
                    <a:pos x="25" y="51"/>
                  </a:cxn>
                  <a:cxn ang="0">
                    <a:pos x="25" y="51"/>
                  </a:cxn>
                  <a:cxn ang="0">
                    <a:pos x="16" y="49"/>
                  </a:cxn>
                  <a:cxn ang="0">
                    <a:pos x="7" y="43"/>
                  </a:cxn>
                  <a:cxn ang="0">
                    <a:pos x="1" y="36"/>
                  </a:cxn>
                  <a:cxn ang="0">
                    <a:pos x="0" y="25"/>
                  </a:cxn>
                  <a:cxn ang="0">
                    <a:pos x="0" y="25"/>
                  </a:cxn>
                  <a:cxn ang="0">
                    <a:pos x="1" y="16"/>
                  </a:cxn>
                  <a:cxn ang="0">
                    <a:pos x="7" y="7"/>
                  </a:cxn>
                  <a:cxn ang="0">
                    <a:pos x="16" y="2"/>
                  </a:cxn>
                  <a:cxn ang="0">
                    <a:pos x="25" y="0"/>
                  </a:cxn>
                  <a:cxn ang="0">
                    <a:pos x="25" y="0"/>
                  </a:cxn>
                </a:cxnLst>
                <a:rect l="0" t="0" r="r" b="b"/>
                <a:pathLst>
                  <a:path w="50" h="51">
                    <a:moveTo>
                      <a:pt x="25" y="0"/>
                    </a:moveTo>
                    <a:lnTo>
                      <a:pt x="25" y="0"/>
                    </a:lnTo>
                    <a:lnTo>
                      <a:pt x="34" y="2"/>
                    </a:lnTo>
                    <a:lnTo>
                      <a:pt x="43" y="7"/>
                    </a:lnTo>
                    <a:lnTo>
                      <a:pt x="49" y="16"/>
                    </a:lnTo>
                    <a:lnTo>
                      <a:pt x="50" y="25"/>
                    </a:lnTo>
                    <a:lnTo>
                      <a:pt x="50" y="25"/>
                    </a:lnTo>
                    <a:lnTo>
                      <a:pt x="49" y="36"/>
                    </a:lnTo>
                    <a:lnTo>
                      <a:pt x="43" y="43"/>
                    </a:lnTo>
                    <a:lnTo>
                      <a:pt x="34" y="49"/>
                    </a:lnTo>
                    <a:lnTo>
                      <a:pt x="25" y="51"/>
                    </a:lnTo>
                    <a:lnTo>
                      <a:pt x="25" y="51"/>
                    </a:lnTo>
                    <a:lnTo>
                      <a:pt x="16" y="49"/>
                    </a:lnTo>
                    <a:lnTo>
                      <a:pt x="7" y="43"/>
                    </a:lnTo>
                    <a:lnTo>
                      <a:pt x="1" y="36"/>
                    </a:lnTo>
                    <a:lnTo>
                      <a:pt x="0" y="25"/>
                    </a:lnTo>
                    <a:lnTo>
                      <a:pt x="0" y="25"/>
                    </a:lnTo>
                    <a:lnTo>
                      <a:pt x="1" y="16"/>
                    </a:lnTo>
                    <a:lnTo>
                      <a:pt x="7" y="7"/>
                    </a:lnTo>
                    <a:lnTo>
                      <a:pt x="16" y="2"/>
                    </a:lnTo>
                    <a:lnTo>
                      <a:pt x="25" y="0"/>
                    </a:lnTo>
                    <a:lnTo>
                      <a:pt x="25" y="0"/>
                    </a:lnTo>
                    <a:close/>
                  </a:path>
                </a:pathLst>
              </a:custGeom>
            </p:spPr>
            <p:style>
              <a:lnRef idx="3">
                <a:schemeClr val="lt1"/>
              </a:lnRef>
              <a:fillRef idx="1">
                <a:schemeClr val="accent4"/>
              </a:fillRef>
              <a:effectRef idx="1">
                <a:schemeClr val="accent4"/>
              </a:effectRef>
              <a:fontRef idx="minor">
                <a:schemeClr val="lt1"/>
              </a:fontRef>
            </p:style>
            <p:txBody>
              <a:bodyPr/>
              <a:lstStyle/>
              <a:p>
                <a:pPr>
                  <a:defRPr/>
                </a:pPr>
                <a:endParaRPr lang="en-US" sz="1800" dirty="0">
                  <a:solidFill>
                    <a:schemeClr val="accent4"/>
                  </a:solidFill>
                  <a:latin typeface="方正银联黑简体" panose="02000000000000000000" pitchFamily="2" charset="-122"/>
                  <a:ea typeface="方正银联黑简体" panose="02000000000000000000" pitchFamily="2" charset="-122"/>
                  <a:cs typeface="FZYLHJW" charset="-122"/>
                </a:endParaRPr>
              </a:p>
            </p:txBody>
          </p:sp>
          <p:sp>
            <p:nvSpPr>
              <p:cNvPr id="66" name="Freeform 72"/>
              <p:cNvSpPr>
                <a:spLocks noEditPoints="1"/>
              </p:cNvSpPr>
              <p:nvPr/>
            </p:nvSpPr>
            <p:spPr bwMode="auto">
              <a:xfrm>
                <a:off x="3390691" y="809146"/>
                <a:ext cx="172336" cy="311450"/>
              </a:xfrm>
              <a:custGeom>
                <a:avLst/>
                <a:gdLst/>
                <a:ahLst/>
                <a:cxnLst>
                  <a:cxn ang="0">
                    <a:pos x="158" y="94"/>
                  </a:cxn>
                  <a:cxn ang="0">
                    <a:pos x="141" y="69"/>
                  </a:cxn>
                  <a:cxn ang="0">
                    <a:pos x="134" y="63"/>
                  </a:cxn>
                  <a:cxn ang="0">
                    <a:pos x="130" y="60"/>
                  </a:cxn>
                  <a:cxn ang="0">
                    <a:pos x="123" y="58"/>
                  </a:cxn>
                  <a:cxn ang="0">
                    <a:pos x="100" y="54"/>
                  </a:cxn>
                  <a:cxn ang="0">
                    <a:pos x="67" y="58"/>
                  </a:cxn>
                  <a:cxn ang="0">
                    <a:pos x="63" y="58"/>
                  </a:cxn>
                  <a:cxn ang="0">
                    <a:pos x="61" y="58"/>
                  </a:cxn>
                  <a:cxn ang="0">
                    <a:pos x="61" y="58"/>
                  </a:cxn>
                  <a:cxn ang="0">
                    <a:pos x="34" y="56"/>
                  </a:cxn>
                  <a:cxn ang="0">
                    <a:pos x="27" y="40"/>
                  </a:cxn>
                  <a:cxn ang="0">
                    <a:pos x="23" y="23"/>
                  </a:cxn>
                  <a:cxn ang="0">
                    <a:pos x="20" y="2"/>
                  </a:cxn>
                  <a:cxn ang="0">
                    <a:pos x="14" y="0"/>
                  </a:cxn>
                  <a:cxn ang="0">
                    <a:pos x="12" y="2"/>
                  </a:cxn>
                  <a:cxn ang="0">
                    <a:pos x="14" y="14"/>
                  </a:cxn>
                  <a:cxn ang="0">
                    <a:pos x="9" y="14"/>
                  </a:cxn>
                  <a:cxn ang="0">
                    <a:pos x="2" y="22"/>
                  </a:cxn>
                  <a:cxn ang="0">
                    <a:pos x="0" y="29"/>
                  </a:cxn>
                  <a:cxn ang="0">
                    <a:pos x="11" y="60"/>
                  </a:cxn>
                  <a:cxn ang="0">
                    <a:pos x="14" y="70"/>
                  </a:cxn>
                  <a:cxn ang="0">
                    <a:pos x="22" y="76"/>
                  </a:cxn>
                  <a:cxn ang="0">
                    <a:pos x="40" y="81"/>
                  </a:cxn>
                  <a:cxn ang="0">
                    <a:pos x="60" y="83"/>
                  </a:cxn>
                  <a:cxn ang="0">
                    <a:pos x="60" y="92"/>
                  </a:cxn>
                  <a:cxn ang="0">
                    <a:pos x="60" y="286"/>
                  </a:cxn>
                  <a:cxn ang="0">
                    <a:pos x="61" y="292"/>
                  </a:cxn>
                  <a:cxn ang="0">
                    <a:pos x="69" y="299"/>
                  </a:cxn>
                  <a:cxn ang="0">
                    <a:pos x="74" y="301"/>
                  </a:cxn>
                  <a:cxn ang="0">
                    <a:pos x="85" y="295"/>
                  </a:cxn>
                  <a:cxn ang="0">
                    <a:pos x="89" y="286"/>
                  </a:cxn>
                  <a:cxn ang="0">
                    <a:pos x="89" y="185"/>
                  </a:cxn>
                  <a:cxn ang="0">
                    <a:pos x="90" y="179"/>
                  </a:cxn>
                  <a:cxn ang="0">
                    <a:pos x="94" y="179"/>
                  </a:cxn>
                  <a:cxn ang="0">
                    <a:pos x="100" y="181"/>
                  </a:cxn>
                  <a:cxn ang="0">
                    <a:pos x="100" y="286"/>
                  </a:cxn>
                  <a:cxn ang="0">
                    <a:pos x="101" y="292"/>
                  </a:cxn>
                  <a:cxn ang="0">
                    <a:pos x="109" y="299"/>
                  </a:cxn>
                  <a:cxn ang="0">
                    <a:pos x="114" y="301"/>
                  </a:cxn>
                  <a:cxn ang="0">
                    <a:pos x="125" y="295"/>
                  </a:cxn>
                  <a:cxn ang="0">
                    <a:pos x="129" y="286"/>
                  </a:cxn>
                  <a:cxn ang="0">
                    <a:pos x="129" y="174"/>
                  </a:cxn>
                  <a:cxn ang="0">
                    <a:pos x="136" y="167"/>
                  </a:cxn>
                  <a:cxn ang="0">
                    <a:pos x="150" y="152"/>
                  </a:cxn>
                  <a:cxn ang="0">
                    <a:pos x="156" y="143"/>
                  </a:cxn>
                  <a:cxn ang="0">
                    <a:pos x="163" y="125"/>
                  </a:cxn>
                  <a:cxn ang="0">
                    <a:pos x="165" y="119"/>
                  </a:cxn>
                  <a:cxn ang="0">
                    <a:pos x="161" y="107"/>
                  </a:cxn>
                  <a:cxn ang="0">
                    <a:pos x="158" y="94"/>
                  </a:cxn>
                  <a:cxn ang="0">
                    <a:pos x="139" y="119"/>
                  </a:cxn>
                  <a:cxn ang="0">
                    <a:pos x="134" y="130"/>
                  </a:cxn>
                  <a:cxn ang="0">
                    <a:pos x="129" y="92"/>
                  </a:cxn>
                  <a:cxn ang="0">
                    <a:pos x="136" y="105"/>
                  </a:cxn>
                  <a:cxn ang="0">
                    <a:pos x="141" y="118"/>
                  </a:cxn>
                  <a:cxn ang="0">
                    <a:pos x="139" y="119"/>
                  </a:cxn>
                  <a:cxn ang="0">
                    <a:pos x="141" y="118"/>
                  </a:cxn>
                </a:cxnLst>
                <a:rect l="0" t="0" r="r" b="b"/>
                <a:pathLst>
                  <a:path w="165" h="301">
                    <a:moveTo>
                      <a:pt x="158" y="94"/>
                    </a:moveTo>
                    <a:lnTo>
                      <a:pt x="158" y="94"/>
                    </a:lnTo>
                    <a:lnTo>
                      <a:pt x="147" y="78"/>
                    </a:lnTo>
                    <a:lnTo>
                      <a:pt x="141" y="69"/>
                    </a:lnTo>
                    <a:lnTo>
                      <a:pt x="134" y="63"/>
                    </a:lnTo>
                    <a:lnTo>
                      <a:pt x="134" y="63"/>
                    </a:lnTo>
                    <a:lnTo>
                      <a:pt x="130" y="61"/>
                    </a:lnTo>
                    <a:lnTo>
                      <a:pt x="130" y="60"/>
                    </a:lnTo>
                    <a:lnTo>
                      <a:pt x="130" y="60"/>
                    </a:lnTo>
                    <a:lnTo>
                      <a:pt x="123" y="58"/>
                    </a:lnTo>
                    <a:lnTo>
                      <a:pt x="116" y="56"/>
                    </a:lnTo>
                    <a:lnTo>
                      <a:pt x="100" y="54"/>
                    </a:lnTo>
                    <a:lnTo>
                      <a:pt x="81" y="56"/>
                    </a:lnTo>
                    <a:lnTo>
                      <a:pt x="67" y="58"/>
                    </a:lnTo>
                    <a:lnTo>
                      <a:pt x="67" y="58"/>
                    </a:lnTo>
                    <a:lnTo>
                      <a:pt x="63" y="58"/>
                    </a:lnTo>
                    <a:lnTo>
                      <a:pt x="61" y="58"/>
                    </a:lnTo>
                    <a:lnTo>
                      <a:pt x="61" y="58"/>
                    </a:lnTo>
                    <a:lnTo>
                      <a:pt x="61" y="58"/>
                    </a:lnTo>
                    <a:lnTo>
                      <a:pt x="61" y="58"/>
                    </a:lnTo>
                    <a:lnTo>
                      <a:pt x="47" y="58"/>
                    </a:lnTo>
                    <a:lnTo>
                      <a:pt x="34" y="56"/>
                    </a:lnTo>
                    <a:lnTo>
                      <a:pt x="34" y="56"/>
                    </a:lnTo>
                    <a:lnTo>
                      <a:pt x="27" y="40"/>
                    </a:lnTo>
                    <a:lnTo>
                      <a:pt x="23" y="25"/>
                    </a:lnTo>
                    <a:lnTo>
                      <a:pt x="23" y="23"/>
                    </a:lnTo>
                    <a:lnTo>
                      <a:pt x="20" y="2"/>
                    </a:lnTo>
                    <a:lnTo>
                      <a:pt x="20" y="2"/>
                    </a:lnTo>
                    <a:lnTo>
                      <a:pt x="18" y="0"/>
                    </a:lnTo>
                    <a:lnTo>
                      <a:pt x="14" y="0"/>
                    </a:lnTo>
                    <a:lnTo>
                      <a:pt x="14" y="0"/>
                    </a:lnTo>
                    <a:lnTo>
                      <a:pt x="12" y="2"/>
                    </a:lnTo>
                    <a:lnTo>
                      <a:pt x="12" y="3"/>
                    </a:lnTo>
                    <a:lnTo>
                      <a:pt x="14" y="14"/>
                    </a:lnTo>
                    <a:lnTo>
                      <a:pt x="14" y="14"/>
                    </a:lnTo>
                    <a:lnTo>
                      <a:pt x="9" y="14"/>
                    </a:lnTo>
                    <a:lnTo>
                      <a:pt x="3" y="18"/>
                    </a:lnTo>
                    <a:lnTo>
                      <a:pt x="2" y="22"/>
                    </a:lnTo>
                    <a:lnTo>
                      <a:pt x="0" y="29"/>
                    </a:lnTo>
                    <a:lnTo>
                      <a:pt x="0" y="29"/>
                    </a:lnTo>
                    <a:lnTo>
                      <a:pt x="3" y="45"/>
                    </a:lnTo>
                    <a:lnTo>
                      <a:pt x="11" y="60"/>
                    </a:lnTo>
                    <a:lnTo>
                      <a:pt x="11" y="60"/>
                    </a:lnTo>
                    <a:lnTo>
                      <a:pt x="14" y="70"/>
                    </a:lnTo>
                    <a:lnTo>
                      <a:pt x="16" y="74"/>
                    </a:lnTo>
                    <a:lnTo>
                      <a:pt x="22" y="76"/>
                    </a:lnTo>
                    <a:lnTo>
                      <a:pt x="22" y="76"/>
                    </a:lnTo>
                    <a:lnTo>
                      <a:pt x="40" y="81"/>
                    </a:lnTo>
                    <a:lnTo>
                      <a:pt x="49" y="83"/>
                    </a:lnTo>
                    <a:lnTo>
                      <a:pt x="60" y="83"/>
                    </a:lnTo>
                    <a:lnTo>
                      <a:pt x="60" y="92"/>
                    </a:lnTo>
                    <a:lnTo>
                      <a:pt x="60" y="92"/>
                    </a:lnTo>
                    <a:lnTo>
                      <a:pt x="60" y="181"/>
                    </a:lnTo>
                    <a:lnTo>
                      <a:pt x="60" y="286"/>
                    </a:lnTo>
                    <a:lnTo>
                      <a:pt x="60" y="286"/>
                    </a:lnTo>
                    <a:lnTo>
                      <a:pt x="61" y="292"/>
                    </a:lnTo>
                    <a:lnTo>
                      <a:pt x="63" y="295"/>
                    </a:lnTo>
                    <a:lnTo>
                      <a:pt x="69" y="299"/>
                    </a:lnTo>
                    <a:lnTo>
                      <a:pt x="74" y="301"/>
                    </a:lnTo>
                    <a:lnTo>
                      <a:pt x="74" y="301"/>
                    </a:lnTo>
                    <a:lnTo>
                      <a:pt x="80" y="299"/>
                    </a:lnTo>
                    <a:lnTo>
                      <a:pt x="85" y="295"/>
                    </a:lnTo>
                    <a:lnTo>
                      <a:pt x="89" y="292"/>
                    </a:lnTo>
                    <a:lnTo>
                      <a:pt x="89" y="286"/>
                    </a:lnTo>
                    <a:lnTo>
                      <a:pt x="89" y="185"/>
                    </a:lnTo>
                    <a:lnTo>
                      <a:pt x="89" y="185"/>
                    </a:lnTo>
                    <a:lnTo>
                      <a:pt x="90" y="181"/>
                    </a:lnTo>
                    <a:lnTo>
                      <a:pt x="90" y="179"/>
                    </a:lnTo>
                    <a:lnTo>
                      <a:pt x="94" y="179"/>
                    </a:lnTo>
                    <a:lnTo>
                      <a:pt x="94" y="179"/>
                    </a:lnTo>
                    <a:lnTo>
                      <a:pt x="98" y="179"/>
                    </a:lnTo>
                    <a:lnTo>
                      <a:pt x="100" y="181"/>
                    </a:lnTo>
                    <a:lnTo>
                      <a:pt x="100" y="185"/>
                    </a:lnTo>
                    <a:lnTo>
                      <a:pt x="100" y="286"/>
                    </a:lnTo>
                    <a:lnTo>
                      <a:pt x="100" y="286"/>
                    </a:lnTo>
                    <a:lnTo>
                      <a:pt x="101" y="292"/>
                    </a:lnTo>
                    <a:lnTo>
                      <a:pt x="103" y="295"/>
                    </a:lnTo>
                    <a:lnTo>
                      <a:pt x="109" y="299"/>
                    </a:lnTo>
                    <a:lnTo>
                      <a:pt x="114" y="301"/>
                    </a:lnTo>
                    <a:lnTo>
                      <a:pt x="114" y="301"/>
                    </a:lnTo>
                    <a:lnTo>
                      <a:pt x="119" y="299"/>
                    </a:lnTo>
                    <a:lnTo>
                      <a:pt x="125" y="295"/>
                    </a:lnTo>
                    <a:lnTo>
                      <a:pt x="127" y="292"/>
                    </a:lnTo>
                    <a:lnTo>
                      <a:pt x="129" y="286"/>
                    </a:lnTo>
                    <a:lnTo>
                      <a:pt x="129" y="188"/>
                    </a:lnTo>
                    <a:lnTo>
                      <a:pt x="129" y="174"/>
                    </a:lnTo>
                    <a:lnTo>
                      <a:pt x="129" y="174"/>
                    </a:lnTo>
                    <a:lnTo>
                      <a:pt x="136" y="167"/>
                    </a:lnTo>
                    <a:lnTo>
                      <a:pt x="143" y="159"/>
                    </a:lnTo>
                    <a:lnTo>
                      <a:pt x="150" y="152"/>
                    </a:lnTo>
                    <a:lnTo>
                      <a:pt x="156" y="143"/>
                    </a:lnTo>
                    <a:lnTo>
                      <a:pt x="156" y="143"/>
                    </a:lnTo>
                    <a:lnTo>
                      <a:pt x="161" y="130"/>
                    </a:lnTo>
                    <a:lnTo>
                      <a:pt x="163" y="125"/>
                    </a:lnTo>
                    <a:lnTo>
                      <a:pt x="165" y="119"/>
                    </a:lnTo>
                    <a:lnTo>
                      <a:pt x="165" y="119"/>
                    </a:lnTo>
                    <a:lnTo>
                      <a:pt x="165" y="112"/>
                    </a:lnTo>
                    <a:lnTo>
                      <a:pt x="161" y="107"/>
                    </a:lnTo>
                    <a:lnTo>
                      <a:pt x="158" y="94"/>
                    </a:lnTo>
                    <a:lnTo>
                      <a:pt x="158" y="94"/>
                    </a:lnTo>
                    <a:close/>
                    <a:moveTo>
                      <a:pt x="139" y="119"/>
                    </a:moveTo>
                    <a:lnTo>
                      <a:pt x="139" y="119"/>
                    </a:lnTo>
                    <a:lnTo>
                      <a:pt x="134" y="130"/>
                    </a:lnTo>
                    <a:lnTo>
                      <a:pt x="134" y="130"/>
                    </a:lnTo>
                    <a:lnTo>
                      <a:pt x="129" y="141"/>
                    </a:lnTo>
                    <a:lnTo>
                      <a:pt x="129" y="92"/>
                    </a:lnTo>
                    <a:lnTo>
                      <a:pt x="129" y="92"/>
                    </a:lnTo>
                    <a:lnTo>
                      <a:pt x="136" y="105"/>
                    </a:lnTo>
                    <a:lnTo>
                      <a:pt x="141" y="118"/>
                    </a:lnTo>
                    <a:lnTo>
                      <a:pt x="141" y="118"/>
                    </a:lnTo>
                    <a:lnTo>
                      <a:pt x="139" y="119"/>
                    </a:lnTo>
                    <a:lnTo>
                      <a:pt x="139" y="119"/>
                    </a:lnTo>
                    <a:close/>
                    <a:moveTo>
                      <a:pt x="141" y="118"/>
                    </a:moveTo>
                    <a:lnTo>
                      <a:pt x="141" y="118"/>
                    </a:lnTo>
                    <a:close/>
                  </a:path>
                </a:pathLst>
              </a:custGeom>
            </p:spPr>
            <p:style>
              <a:lnRef idx="3">
                <a:schemeClr val="lt1"/>
              </a:lnRef>
              <a:fillRef idx="1">
                <a:schemeClr val="accent4"/>
              </a:fillRef>
              <a:effectRef idx="1">
                <a:schemeClr val="accent4"/>
              </a:effectRef>
              <a:fontRef idx="minor">
                <a:schemeClr val="lt1"/>
              </a:fontRef>
            </p:style>
            <p:txBody>
              <a:bodyPr/>
              <a:lstStyle/>
              <a:p>
                <a:pPr>
                  <a:defRPr/>
                </a:pPr>
                <a:endParaRPr lang="en-US" sz="1800" dirty="0">
                  <a:solidFill>
                    <a:schemeClr val="accent4"/>
                  </a:solidFill>
                  <a:latin typeface="方正银联黑简体" panose="02000000000000000000" pitchFamily="2" charset="-122"/>
                  <a:ea typeface="方正银联黑简体" panose="02000000000000000000" pitchFamily="2" charset="-122"/>
                  <a:cs typeface="FZYLHJW" charset="-122"/>
                </a:endParaRPr>
              </a:p>
            </p:txBody>
          </p:sp>
          <p:sp>
            <p:nvSpPr>
              <p:cNvPr id="69" name="Line 75"/>
              <p:cNvSpPr>
                <a:spLocks noChangeShapeType="1"/>
              </p:cNvSpPr>
              <p:nvPr/>
            </p:nvSpPr>
            <p:spPr bwMode="auto">
              <a:xfrm>
                <a:off x="3534067" y="924914"/>
                <a:ext cx="2077" cy="2077"/>
              </a:xfrm>
              <a:prstGeom prst="line">
                <a:avLst/>
              </a:prstGeom>
              <a:grpFill/>
              <a:ln w="9525">
                <a:noFill/>
                <a:round/>
              </a:ln>
            </p:spPr>
            <p:txBody>
              <a:bodyPr/>
              <a:lstStyle/>
              <a:p>
                <a:pPr>
                  <a:defRPr/>
                </a:pPr>
                <a:endParaRPr lang="en-US" sz="1800" dirty="0">
                  <a:solidFill>
                    <a:schemeClr val="accent4"/>
                  </a:solidFill>
                  <a:latin typeface="方正银联黑简体" panose="02000000000000000000" pitchFamily="2" charset="-122"/>
                  <a:ea typeface="方正银联黑简体" panose="02000000000000000000" pitchFamily="2" charset="-122"/>
                  <a:cs typeface="FZYLHJW" charset="-122"/>
                </a:endParaRPr>
              </a:p>
            </p:txBody>
          </p:sp>
        </p:grpSp>
      </p:grpSp>
      <p:sp>
        <p:nvSpPr>
          <p:cNvPr id="2" name="灯片编号占位符 1"/>
          <p:cNvSpPr>
            <a:spLocks noGrp="1"/>
          </p:cNvSpPr>
          <p:nvPr>
            <p:ph type="sldNum" sz="quarter" idx="12"/>
          </p:nvPr>
        </p:nvSpPr>
        <p:spPr/>
        <p:txBody>
          <a:bodyPr/>
          <a:lstStyle/>
          <a:p>
            <a:fld id="{39EEDE4D-C237-4DCB-971B-7273E93752F0}" type="slidenum">
              <a:rPr lang="zh-CN" altLang="en-US" smtClean="0"/>
            </a:fld>
            <a:endParaRPr lang="zh-CN" altLang="en-US"/>
          </a:p>
        </p:txBody>
      </p:sp>
      <p:sp>
        <p:nvSpPr>
          <p:cNvPr id="76" name="Text Placeholder 1"/>
          <p:cNvSpPr txBox="1"/>
          <p:nvPr/>
        </p:nvSpPr>
        <p:spPr>
          <a:xfrm>
            <a:off x="647700" y="512445"/>
            <a:ext cx="7200000" cy="315595"/>
          </a:xfrm>
          <a:prstGeom prst="rect">
            <a:avLst/>
          </a:prstGeom>
        </p:spPr>
        <p:txBody>
          <a:bodyPr vert="horz" lIns="51435" tIns="25718" rIns="51435" bIns="25718" rtlCol="0" anchor="ctr"/>
          <a:lstStyle>
            <a:defPPr>
              <a:defRPr lang="zh-CN"/>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700" spc="150" dirty="0">
                <a:solidFill>
                  <a:schemeClr val="tx1">
                    <a:lumMod val="75000"/>
                    <a:lumOff val="25000"/>
                  </a:schemeClr>
                </a:solidFill>
                <a:latin typeface="方正银联黑简体" panose="02000000000000000000" pitchFamily="2" charset="-122"/>
                <a:ea typeface="方正银联黑简体" panose="02000000000000000000" pitchFamily="2" charset="-122"/>
                <a:cs typeface="FZYLHJW" charset="-122"/>
              </a:rPr>
              <a:t>图表示例</a:t>
            </a:r>
            <a:endParaRPr lang="zh-CN" altLang="en-US" sz="2700" spc="150" dirty="0">
              <a:solidFill>
                <a:schemeClr val="tx1">
                  <a:lumMod val="75000"/>
                  <a:lumOff val="25000"/>
                </a:schemeClr>
              </a:solidFill>
              <a:latin typeface="方正银联黑简体" panose="02000000000000000000" pitchFamily="2" charset="-122"/>
              <a:ea typeface="方正银联黑简体" panose="02000000000000000000" pitchFamily="2" charset="-122"/>
              <a:cs typeface="FZYLHJW" charset="-122"/>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 name="组 37"/>
          <p:cNvGrpSpPr/>
          <p:nvPr/>
        </p:nvGrpSpPr>
        <p:grpSpPr>
          <a:xfrm>
            <a:off x="405068" y="2540780"/>
            <a:ext cx="7974354" cy="2613286"/>
            <a:chOff x="-426771" y="2286001"/>
            <a:chExt cx="9353088" cy="3065112"/>
          </a:xfrm>
        </p:grpSpPr>
        <p:cxnSp>
          <p:nvCxnSpPr>
            <p:cNvPr id="4" name="Straight Connector 26"/>
            <p:cNvCxnSpPr>
              <a:stCxn id="18" idx="2"/>
            </p:cNvCxnSpPr>
            <p:nvPr/>
          </p:nvCxnSpPr>
          <p:spPr>
            <a:xfrm rot="10800000" flipV="1">
              <a:off x="1857375" y="3500438"/>
              <a:ext cx="571500" cy="0"/>
            </a:xfrm>
            <a:prstGeom prst="line">
              <a:avLst/>
            </a:prstGeom>
            <a:ln w="12700">
              <a:solidFill>
                <a:schemeClr val="tx1">
                  <a:lumMod val="50000"/>
                  <a:lumOff val="50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5" name="Straight Connector 29"/>
            <p:cNvCxnSpPr/>
            <p:nvPr/>
          </p:nvCxnSpPr>
          <p:spPr>
            <a:xfrm>
              <a:off x="6319838" y="3500438"/>
              <a:ext cx="609600" cy="0"/>
            </a:xfrm>
            <a:prstGeom prst="line">
              <a:avLst/>
            </a:prstGeom>
            <a:ln w="12700">
              <a:solidFill>
                <a:schemeClr val="bg1">
                  <a:lumMod val="75000"/>
                </a:schemeClr>
              </a:solidFill>
              <a:tailEnd type="oval"/>
            </a:ln>
          </p:spPr>
          <p:style>
            <a:lnRef idx="1">
              <a:schemeClr val="accent1"/>
            </a:lnRef>
            <a:fillRef idx="0">
              <a:schemeClr val="accent1"/>
            </a:fillRef>
            <a:effectRef idx="0">
              <a:schemeClr val="accent1"/>
            </a:effectRef>
            <a:fontRef idx="minor">
              <a:schemeClr val="tx1"/>
            </a:fontRef>
          </p:style>
        </p:cxnSp>
        <p:grpSp>
          <p:nvGrpSpPr>
            <p:cNvPr id="6" name="Group 44"/>
            <p:cNvGrpSpPr/>
            <p:nvPr/>
          </p:nvGrpSpPr>
          <p:grpSpPr bwMode="auto">
            <a:xfrm>
              <a:off x="-426771" y="2286001"/>
              <a:ext cx="3960547" cy="1766888"/>
              <a:chOff x="-426757" y="1428701"/>
              <a:chExt cx="3960387" cy="1766562"/>
            </a:xfrm>
          </p:grpSpPr>
          <p:sp>
            <p:nvSpPr>
              <p:cNvPr id="7" name="Arc 30"/>
              <p:cNvSpPr/>
              <p:nvPr/>
            </p:nvSpPr>
            <p:spPr>
              <a:xfrm>
                <a:off x="1785864" y="1428701"/>
                <a:ext cx="1209626" cy="1209452"/>
              </a:xfrm>
              <a:prstGeom prst="arc">
                <a:avLst/>
              </a:prstGeom>
              <a:ln w="12700">
                <a:solidFill>
                  <a:schemeClr val="tx1">
                    <a:lumMod val="50000"/>
                    <a:lumOff val="50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dirty="0">
                  <a:solidFill>
                    <a:prstClr val="black"/>
                  </a:solidFill>
                  <a:latin typeface="方正银联黑简体" panose="02000000000000000000" pitchFamily="2" charset="-122"/>
                  <a:ea typeface="方正银联黑简体" panose="02000000000000000000" pitchFamily="2" charset="-122"/>
                  <a:cs typeface="FZYLHJW" charset="-122"/>
                </a:endParaRPr>
              </a:p>
            </p:txBody>
          </p:sp>
          <p:sp>
            <p:nvSpPr>
              <p:cNvPr id="12" name="Rectangle 40"/>
              <p:cNvSpPr/>
              <p:nvPr/>
            </p:nvSpPr>
            <p:spPr bwMode="auto">
              <a:xfrm>
                <a:off x="-426757" y="1537806"/>
                <a:ext cx="2714516" cy="541385"/>
              </a:xfrm>
              <a:prstGeom prst="rect">
                <a:avLst/>
              </a:prstGeom>
            </p:spPr>
            <p:txBody>
              <a:bodyPr wrap="square">
                <a:spAutoFit/>
              </a:bodyPr>
              <a:lstStyle/>
              <a:p>
                <a:pPr algn="r">
                  <a:defRPr/>
                </a:pPr>
                <a:r>
                  <a:rPr lang="zh-CN" altLang="en-US" sz="1200" dirty="0">
                    <a:latin typeface="方正银联黑简体" panose="02000000000000000000" pitchFamily="2" charset="-122"/>
                    <a:ea typeface="方正银联黑简体" panose="02000000000000000000" pitchFamily="2" charset="-122"/>
                    <a:cs typeface="FZYLHJW" charset="-122"/>
                  </a:rPr>
                  <a:t>点击输入内容点击输入内容</a:t>
                </a:r>
                <a:endParaRPr lang="en-US" altLang="zh-CN" sz="1200" dirty="0">
                  <a:latin typeface="方正银联黑简体" panose="02000000000000000000" pitchFamily="2" charset="-122"/>
                  <a:ea typeface="方正银联黑简体" panose="02000000000000000000" pitchFamily="2" charset="-122"/>
                  <a:cs typeface="FZYLHJW" charset="-122"/>
                </a:endParaRPr>
              </a:p>
              <a:p>
                <a:pPr algn="r">
                  <a:defRPr/>
                </a:pPr>
                <a:r>
                  <a:rPr lang="zh-CN" altLang="en-US" sz="1200" dirty="0">
                    <a:latin typeface="方正银联黑简体" panose="02000000000000000000" pitchFamily="2" charset="-122"/>
                    <a:ea typeface="方正银联黑简体" panose="02000000000000000000" pitchFamily="2" charset="-122"/>
                    <a:cs typeface="FZYLHJW" charset="-122"/>
                  </a:rPr>
                  <a:t>点击输入内容点击输</a:t>
                </a:r>
                <a:endParaRPr lang="en-US" altLang="zh-CN" sz="1200" dirty="0">
                  <a:latin typeface="方正银联黑简体" panose="02000000000000000000" pitchFamily="2" charset="-122"/>
                  <a:ea typeface="方正银联黑简体" panose="02000000000000000000" pitchFamily="2" charset="-122"/>
                  <a:cs typeface="FZYLHJW" charset="-122"/>
                </a:endParaRPr>
              </a:p>
            </p:txBody>
          </p:sp>
          <p:sp>
            <p:nvSpPr>
              <p:cNvPr id="10" name="Oval 15"/>
              <p:cNvSpPr/>
              <p:nvPr/>
            </p:nvSpPr>
            <p:spPr bwMode="auto">
              <a:xfrm>
                <a:off x="2428775" y="2090567"/>
                <a:ext cx="1104855" cy="1104696"/>
              </a:xfrm>
              <a:prstGeom prst="ellipse">
                <a:avLst/>
              </a:prstGeom>
              <a:solidFill>
                <a:srgbClr val="F6836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prstClr val="white"/>
                  </a:solidFill>
                  <a:latin typeface="方正银联黑简体" panose="02000000000000000000" pitchFamily="2" charset="-122"/>
                  <a:ea typeface="方正银联黑简体" panose="02000000000000000000" pitchFamily="2" charset="-122"/>
                  <a:cs typeface="FZYLHJW" charset="-122"/>
                </a:endParaRPr>
              </a:p>
            </p:txBody>
          </p:sp>
        </p:grpSp>
        <p:grpSp>
          <p:nvGrpSpPr>
            <p:cNvPr id="14" name="Group 47"/>
            <p:cNvGrpSpPr/>
            <p:nvPr/>
          </p:nvGrpSpPr>
          <p:grpSpPr bwMode="auto">
            <a:xfrm>
              <a:off x="5214938" y="2286001"/>
              <a:ext cx="3711379" cy="1766888"/>
              <a:chOff x="5214942" y="1428701"/>
              <a:chExt cx="3711406" cy="1766562"/>
            </a:xfrm>
          </p:grpSpPr>
          <p:sp>
            <p:nvSpPr>
              <p:cNvPr id="15" name="Arc 31"/>
              <p:cNvSpPr/>
              <p:nvPr/>
            </p:nvSpPr>
            <p:spPr>
              <a:xfrm flipH="1">
                <a:off x="5786446" y="1428701"/>
                <a:ext cx="1208096" cy="1209452"/>
              </a:xfrm>
              <a:prstGeom prst="arc">
                <a:avLst/>
              </a:prstGeom>
              <a:ln w="12700">
                <a:solidFill>
                  <a:schemeClr val="tx1">
                    <a:lumMod val="50000"/>
                    <a:lumOff val="50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dirty="0">
                  <a:solidFill>
                    <a:prstClr val="black"/>
                  </a:solidFill>
                  <a:latin typeface="方正银联黑简体" panose="02000000000000000000" pitchFamily="2" charset="-122"/>
                  <a:ea typeface="方正银联黑简体" panose="02000000000000000000" pitchFamily="2" charset="-122"/>
                  <a:cs typeface="FZYLHJW" charset="-122"/>
                </a:endParaRPr>
              </a:p>
            </p:txBody>
          </p:sp>
          <p:sp>
            <p:nvSpPr>
              <p:cNvPr id="20" name="Rectangle 34"/>
              <p:cNvSpPr/>
              <p:nvPr/>
            </p:nvSpPr>
            <p:spPr bwMode="auto">
              <a:xfrm>
                <a:off x="6500826" y="1500125"/>
                <a:ext cx="2425522" cy="541385"/>
              </a:xfrm>
              <a:prstGeom prst="rect">
                <a:avLst/>
              </a:prstGeom>
            </p:spPr>
            <p:txBody>
              <a:bodyPr wrap="square">
                <a:spAutoFit/>
              </a:bodyPr>
              <a:lstStyle/>
              <a:p>
                <a:pPr>
                  <a:defRPr/>
                </a:pPr>
                <a:r>
                  <a:rPr lang="zh-CN" altLang="en-US" sz="1200" dirty="0">
                    <a:solidFill>
                      <a:prstClr val="black">
                        <a:lumMod val="85000"/>
                        <a:lumOff val="15000"/>
                      </a:prstClr>
                    </a:solidFill>
                    <a:latin typeface="方正银联黑简体" panose="02000000000000000000" pitchFamily="2" charset="-122"/>
                    <a:ea typeface="方正银联黑简体" panose="02000000000000000000" pitchFamily="2" charset="-122"/>
                    <a:cs typeface="FZYLHJW" charset="-122"/>
                  </a:rPr>
                  <a:t>点击输入内容点击输入内容</a:t>
                </a:r>
                <a:endParaRPr lang="en-US" altLang="zh-CN" sz="1200" dirty="0">
                  <a:solidFill>
                    <a:prstClr val="black">
                      <a:lumMod val="85000"/>
                      <a:lumOff val="15000"/>
                    </a:prstClr>
                  </a:solidFill>
                  <a:latin typeface="方正银联黑简体" panose="02000000000000000000" pitchFamily="2" charset="-122"/>
                  <a:ea typeface="方正银联黑简体" panose="02000000000000000000" pitchFamily="2" charset="-122"/>
                  <a:cs typeface="FZYLHJW" charset="-122"/>
                </a:endParaRPr>
              </a:p>
              <a:p>
                <a:pPr>
                  <a:defRPr/>
                </a:pPr>
                <a:r>
                  <a:rPr lang="zh-CN" altLang="en-US" sz="1200" dirty="0">
                    <a:solidFill>
                      <a:prstClr val="black">
                        <a:lumMod val="85000"/>
                        <a:lumOff val="15000"/>
                      </a:prstClr>
                    </a:solidFill>
                    <a:latin typeface="方正银联黑简体" panose="02000000000000000000" pitchFamily="2" charset="-122"/>
                    <a:ea typeface="方正银联黑简体" panose="02000000000000000000" pitchFamily="2" charset="-122"/>
                    <a:cs typeface="FZYLHJW" charset="-122"/>
                  </a:rPr>
                  <a:t>点击输入内容点击输</a:t>
                </a:r>
                <a:endParaRPr lang="en-US" altLang="zh-CN" sz="1200" dirty="0">
                  <a:solidFill>
                    <a:prstClr val="black">
                      <a:lumMod val="85000"/>
                      <a:lumOff val="15000"/>
                    </a:prstClr>
                  </a:solidFill>
                  <a:latin typeface="方正银联黑简体" panose="02000000000000000000" pitchFamily="2" charset="-122"/>
                  <a:ea typeface="方正银联黑简体" panose="02000000000000000000" pitchFamily="2" charset="-122"/>
                  <a:cs typeface="FZYLHJW" charset="-122"/>
                </a:endParaRPr>
              </a:p>
            </p:txBody>
          </p:sp>
          <p:sp>
            <p:nvSpPr>
              <p:cNvPr id="18" name="Oval 24"/>
              <p:cNvSpPr/>
              <p:nvPr/>
            </p:nvSpPr>
            <p:spPr bwMode="auto">
              <a:xfrm>
                <a:off x="5214942" y="2090567"/>
                <a:ext cx="1104908" cy="1104696"/>
              </a:xfrm>
              <a:prstGeom prst="ellipse">
                <a:avLst/>
              </a:prstGeom>
              <a:solidFill>
                <a:srgbClr val="5FC3A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prstClr val="white"/>
                  </a:solidFill>
                  <a:latin typeface="方正银联黑简体" panose="02000000000000000000" pitchFamily="2" charset="-122"/>
                  <a:ea typeface="方正银联黑简体" panose="02000000000000000000" pitchFamily="2" charset="-122"/>
                  <a:cs typeface="FZYLHJW" charset="-122"/>
                </a:endParaRPr>
              </a:p>
            </p:txBody>
          </p:sp>
        </p:grpSp>
        <p:grpSp>
          <p:nvGrpSpPr>
            <p:cNvPr id="22" name="Group 45"/>
            <p:cNvGrpSpPr/>
            <p:nvPr/>
          </p:nvGrpSpPr>
          <p:grpSpPr bwMode="auto">
            <a:xfrm>
              <a:off x="697168" y="2947988"/>
              <a:ext cx="3765297" cy="2403125"/>
              <a:chOff x="697182" y="2090493"/>
              <a:chExt cx="3765142" cy="2403235"/>
            </a:xfrm>
          </p:grpSpPr>
          <p:sp>
            <p:nvSpPr>
              <p:cNvPr id="23" name="Arc 33"/>
              <p:cNvSpPr/>
              <p:nvPr/>
            </p:nvSpPr>
            <p:spPr>
              <a:xfrm flipV="1">
                <a:off x="2714557" y="2642968"/>
                <a:ext cx="1209626" cy="1209730"/>
              </a:xfrm>
              <a:prstGeom prst="arc">
                <a:avLst/>
              </a:prstGeom>
              <a:ln w="12700">
                <a:solidFill>
                  <a:schemeClr val="tx1">
                    <a:lumMod val="50000"/>
                    <a:lumOff val="50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dirty="0">
                  <a:solidFill>
                    <a:prstClr val="black"/>
                  </a:solidFill>
                  <a:latin typeface="方正银联黑简体" panose="02000000000000000000" pitchFamily="2" charset="-122"/>
                  <a:ea typeface="方正银联黑简体" panose="02000000000000000000" pitchFamily="2" charset="-122"/>
                  <a:cs typeface="FZYLHJW" charset="-122"/>
                </a:endParaRPr>
              </a:p>
            </p:txBody>
          </p:sp>
          <p:sp>
            <p:nvSpPr>
              <p:cNvPr id="28" name="Rectangle 38"/>
              <p:cNvSpPr/>
              <p:nvPr/>
            </p:nvSpPr>
            <p:spPr bwMode="auto">
              <a:xfrm>
                <a:off x="697182" y="3952218"/>
                <a:ext cx="2529076" cy="541510"/>
              </a:xfrm>
              <a:prstGeom prst="rect">
                <a:avLst/>
              </a:prstGeom>
            </p:spPr>
            <p:txBody>
              <a:bodyPr wrap="square">
                <a:spAutoFit/>
              </a:bodyPr>
              <a:lstStyle/>
              <a:p>
                <a:pPr algn="r">
                  <a:defRPr/>
                </a:pPr>
                <a:r>
                  <a:rPr lang="zh-CN" altLang="en-US" sz="1200" dirty="0">
                    <a:latin typeface="方正银联黑简体" panose="02000000000000000000" pitchFamily="2" charset="-122"/>
                    <a:ea typeface="方正银联黑简体" panose="02000000000000000000" pitchFamily="2" charset="-122"/>
                    <a:cs typeface="FZYLHJW" charset="-122"/>
                  </a:rPr>
                  <a:t>点击输入内容点击输入内容</a:t>
                </a:r>
                <a:endParaRPr lang="en-US" altLang="zh-CN" sz="1200" dirty="0">
                  <a:latin typeface="方正银联黑简体" panose="02000000000000000000" pitchFamily="2" charset="-122"/>
                  <a:ea typeface="方正银联黑简体" panose="02000000000000000000" pitchFamily="2" charset="-122"/>
                  <a:cs typeface="FZYLHJW" charset="-122"/>
                </a:endParaRPr>
              </a:p>
              <a:p>
                <a:pPr algn="r">
                  <a:defRPr/>
                </a:pPr>
                <a:r>
                  <a:rPr lang="zh-CN" altLang="en-US" sz="1200" dirty="0">
                    <a:latin typeface="方正银联黑简体" panose="02000000000000000000" pitchFamily="2" charset="-122"/>
                    <a:ea typeface="方正银联黑简体" panose="02000000000000000000" pitchFamily="2" charset="-122"/>
                    <a:cs typeface="FZYLHJW" charset="-122"/>
                  </a:rPr>
                  <a:t>点击输入内容点击输</a:t>
                </a:r>
                <a:endParaRPr lang="en-US" altLang="zh-CN" sz="1200" dirty="0">
                  <a:latin typeface="方正银联黑简体" panose="02000000000000000000" pitchFamily="2" charset="-122"/>
                  <a:ea typeface="方正银联黑简体" panose="02000000000000000000" pitchFamily="2" charset="-122"/>
                  <a:cs typeface="FZYLHJW" charset="-122"/>
                </a:endParaRPr>
              </a:p>
            </p:txBody>
          </p:sp>
          <p:sp>
            <p:nvSpPr>
              <p:cNvPr id="26" name="Oval 22"/>
              <p:cNvSpPr/>
              <p:nvPr/>
            </p:nvSpPr>
            <p:spPr bwMode="auto">
              <a:xfrm>
                <a:off x="3357469" y="2090493"/>
                <a:ext cx="1104855" cy="1104950"/>
              </a:xfrm>
              <a:prstGeom prst="ellipse">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anchor="ctr"/>
              <a:lstStyle/>
              <a:p>
                <a:pPr algn="ctr">
                  <a:defRPr/>
                </a:pPr>
                <a:endParaRPr lang="en-US" dirty="0">
                  <a:solidFill>
                    <a:prstClr val="white"/>
                  </a:solidFill>
                  <a:latin typeface="方正银联黑简体" panose="02000000000000000000" pitchFamily="2" charset="-122"/>
                  <a:ea typeface="方正银联黑简体" panose="02000000000000000000" pitchFamily="2" charset="-122"/>
                  <a:cs typeface="FZYLHJW" charset="-122"/>
                </a:endParaRPr>
              </a:p>
            </p:txBody>
          </p:sp>
        </p:grpSp>
        <p:grpSp>
          <p:nvGrpSpPr>
            <p:cNvPr id="30" name="Group 46"/>
            <p:cNvGrpSpPr/>
            <p:nvPr/>
          </p:nvGrpSpPr>
          <p:grpSpPr bwMode="auto">
            <a:xfrm>
              <a:off x="4286250" y="2947988"/>
              <a:ext cx="4069977" cy="2379810"/>
              <a:chOff x="4286248" y="2090493"/>
              <a:chExt cx="4070005" cy="2379919"/>
            </a:xfrm>
          </p:grpSpPr>
          <p:sp>
            <p:nvSpPr>
              <p:cNvPr id="31" name="Arc 32"/>
              <p:cNvSpPr/>
              <p:nvPr/>
            </p:nvSpPr>
            <p:spPr>
              <a:xfrm flipH="1" flipV="1">
                <a:off x="4857752" y="2642968"/>
                <a:ext cx="1208096" cy="1209730"/>
              </a:xfrm>
              <a:prstGeom prst="arc">
                <a:avLst/>
              </a:prstGeom>
              <a:ln w="12700">
                <a:solidFill>
                  <a:schemeClr val="tx1">
                    <a:lumMod val="50000"/>
                    <a:lumOff val="50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dirty="0">
                  <a:solidFill>
                    <a:prstClr val="black"/>
                  </a:solidFill>
                  <a:latin typeface="方正银联黑简体" panose="02000000000000000000" pitchFamily="2" charset="-122"/>
                  <a:ea typeface="方正银联黑简体" panose="02000000000000000000" pitchFamily="2" charset="-122"/>
                  <a:cs typeface="FZYLHJW" charset="-122"/>
                </a:endParaRPr>
              </a:p>
            </p:txBody>
          </p:sp>
          <p:sp>
            <p:nvSpPr>
              <p:cNvPr id="36" name="Rectangle 36"/>
              <p:cNvSpPr/>
              <p:nvPr/>
            </p:nvSpPr>
            <p:spPr bwMode="auto">
              <a:xfrm>
                <a:off x="5572132" y="3928902"/>
                <a:ext cx="2784121" cy="541510"/>
              </a:xfrm>
              <a:prstGeom prst="rect">
                <a:avLst/>
              </a:prstGeom>
            </p:spPr>
            <p:txBody>
              <a:bodyPr wrap="square">
                <a:spAutoFit/>
              </a:bodyPr>
              <a:lstStyle/>
              <a:p>
                <a:pPr>
                  <a:defRPr/>
                </a:pPr>
                <a:r>
                  <a:rPr lang="zh-CN" altLang="en-US" sz="1200" dirty="0">
                    <a:solidFill>
                      <a:prstClr val="black">
                        <a:lumMod val="85000"/>
                        <a:lumOff val="15000"/>
                      </a:prstClr>
                    </a:solidFill>
                    <a:latin typeface="方正银联黑简体" panose="02000000000000000000" pitchFamily="2" charset="-122"/>
                    <a:ea typeface="方正银联黑简体" panose="02000000000000000000" pitchFamily="2" charset="-122"/>
                    <a:cs typeface="FZYLHJW" charset="-122"/>
                  </a:rPr>
                  <a:t>点击输入内容点击输入内容</a:t>
                </a:r>
                <a:endParaRPr lang="en-US" altLang="zh-CN" sz="1200" dirty="0">
                  <a:solidFill>
                    <a:prstClr val="black">
                      <a:lumMod val="85000"/>
                      <a:lumOff val="15000"/>
                    </a:prstClr>
                  </a:solidFill>
                  <a:latin typeface="方正银联黑简体" panose="02000000000000000000" pitchFamily="2" charset="-122"/>
                  <a:ea typeface="方正银联黑简体" panose="02000000000000000000" pitchFamily="2" charset="-122"/>
                  <a:cs typeface="FZYLHJW" charset="-122"/>
                </a:endParaRPr>
              </a:p>
              <a:p>
                <a:pPr>
                  <a:defRPr/>
                </a:pPr>
                <a:r>
                  <a:rPr lang="zh-CN" altLang="en-US" sz="1200" dirty="0">
                    <a:solidFill>
                      <a:prstClr val="black">
                        <a:lumMod val="85000"/>
                        <a:lumOff val="15000"/>
                      </a:prstClr>
                    </a:solidFill>
                    <a:latin typeface="方正银联黑简体" panose="02000000000000000000" pitchFamily="2" charset="-122"/>
                    <a:ea typeface="方正银联黑简体" panose="02000000000000000000" pitchFamily="2" charset="-122"/>
                    <a:cs typeface="FZYLHJW" charset="-122"/>
                  </a:rPr>
                  <a:t>点击输入内容点击输</a:t>
                </a:r>
                <a:endParaRPr lang="en-US" altLang="zh-CN" sz="1200" dirty="0">
                  <a:solidFill>
                    <a:prstClr val="black">
                      <a:lumMod val="85000"/>
                      <a:lumOff val="15000"/>
                    </a:prstClr>
                  </a:solidFill>
                  <a:latin typeface="方正银联黑简体" panose="02000000000000000000" pitchFamily="2" charset="-122"/>
                  <a:ea typeface="方正银联黑简体" panose="02000000000000000000" pitchFamily="2" charset="-122"/>
                  <a:cs typeface="FZYLHJW" charset="-122"/>
                </a:endParaRPr>
              </a:p>
            </p:txBody>
          </p:sp>
          <p:sp>
            <p:nvSpPr>
              <p:cNvPr id="34" name="Oval 23"/>
              <p:cNvSpPr/>
              <p:nvPr/>
            </p:nvSpPr>
            <p:spPr bwMode="auto">
              <a:xfrm>
                <a:off x="4286248" y="2090493"/>
                <a:ext cx="1104908" cy="1104950"/>
              </a:xfrm>
              <a:prstGeom prst="ellipse">
                <a:avLst/>
              </a:prstGeom>
              <a:solidFill>
                <a:srgbClr val="5698D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prstClr val="white"/>
                  </a:solidFill>
                  <a:latin typeface="方正银联黑简体" panose="02000000000000000000" pitchFamily="2" charset="-122"/>
                  <a:ea typeface="方正银联黑简体" panose="02000000000000000000" pitchFamily="2" charset="-122"/>
                  <a:cs typeface="FZYLHJW" charset="-122"/>
                </a:endParaRPr>
              </a:p>
            </p:txBody>
          </p:sp>
        </p:grpSp>
      </p:grpSp>
      <p:grpSp>
        <p:nvGrpSpPr>
          <p:cNvPr id="39" name="Group 119"/>
          <p:cNvGrpSpPr/>
          <p:nvPr/>
        </p:nvGrpSpPr>
        <p:grpSpPr>
          <a:xfrm>
            <a:off x="5517269" y="3377573"/>
            <a:ext cx="367395" cy="352086"/>
            <a:chOff x="1168380" y="3486162"/>
            <a:chExt cx="381000" cy="365126"/>
          </a:xfrm>
          <a:solidFill>
            <a:schemeClr val="bg1"/>
          </a:solidFill>
        </p:grpSpPr>
        <p:sp>
          <p:nvSpPr>
            <p:cNvPr id="40" name="Freeform 16"/>
            <p:cNvSpPr/>
            <p:nvPr/>
          </p:nvSpPr>
          <p:spPr bwMode="auto">
            <a:xfrm>
              <a:off x="1223942" y="3643325"/>
              <a:ext cx="146050" cy="207963"/>
            </a:xfrm>
            <a:custGeom>
              <a:avLst/>
              <a:gdLst/>
              <a:ahLst/>
              <a:cxnLst>
                <a:cxn ang="0">
                  <a:pos x="125" y="101"/>
                </a:cxn>
                <a:cxn ang="0">
                  <a:pos x="125" y="231"/>
                </a:cxn>
                <a:cxn ang="0">
                  <a:pos x="125" y="231"/>
                </a:cxn>
                <a:cxn ang="0">
                  <a:pos x="124" y="237"/>
                </a:cxn>
                <a:cxn ang="0">
                  <a:pos x="122" y="243"/>
                </a:cxn>
                <a:cxn ang="0">
                  <a:pos x="119" y="248"/>
                </a:cxn>
                <a:cxn ang="0">
                  <a:pos x="115" y="253"/>
                </a:cxn>
                <a:cxn ang="0">
                  <a:pos x="110" y="257"/>
                </a:cxn>
                <a:cxn ang="0">
                  <a:pos x="105" y="260"/>
                </a:cxn>
                <a:cxn ang="0">
                  <a:pos x="99" y="262"/>
                </a:cxn>
                <a:cxn ang="0">
                  <a:pos x="93" y="263"/>
                </a:cxn>
                <a:cxn ang="0">
                  <a:pos x="93" y="263"/>
                </a:cxn>
                <a:cxn ang="0">
                  <a:pos x="93" y="263"/>
                </a:cxn>
                <a:cxn ang="0">
                  <a:pos x="87" y="262"/>
                </a:cxn>
                <a:cxn ang="0">
                  <a:pos x="80" y="260"/>
                </a:cxn>
                <a:cxn ang="0">
                  <a:pos x="74" y="257"/>
                </a:cxn>
                <a:cxn ang="0">
                  <a:pos x="69" y="253"/>
                </a:cxn>
                <a:cxn ang="0">
                  <a:pos x="66" y="248"/>
                </a:cxn>
                <a:cxn ang="0">
                  <a:pos x="63" y="243"/>
                </a:cxn>
                <a:cxn ang="0">
                  <a:pos x="61" y="237"/>
                </a:cxn>
                <a:cxn ang="0">
                  <a:pos x="61" y="231"/>
                </a:cxn>
                <a:cxn ang="0">
                  <a:pos x="61" y="101"/>
                </a:cxn>
                <a:cxn ang="0">
                  <a:pos x="16" y="101"/>
                </a:cxn>
                <a:cxn ang="0">
                  <a:pos x="16" y="101"/>
                </a:cxn>
                <a:cxn ang="0">
                  <a:pos x="10" y="100"/>
                </a:cxn>
                <a:cxn ang="0">
                  <a:pos x="5" y="99"/>
                </a:cxn>
                <a:cxn ang="0">
                  <a:pos x="1" y="95"/>
                </a:cxn>
                <a:cxn ang="0">
                  <a:pos x="0" y="91"/>
                </a:cxn>
                <a:cxn ang="0">
                  <a:pos x="0" y="87"/>
                </a:cxn>
                <a:cxn ang="0">
                  <a:pos x="0" y="82"/>
                </a:cxn>
                <a:cxn ang="0">
                  <a:pos x="3" y="77"/>
                </a:cxn>
                <a:cxn ang="0">
                  <a:pos x="7" y="73"/>
                </a:cxn>
                <a:cxn ang="0">
                  <a:pos x="69" y="11"/>
                </a:cxn>
                <a:cxn ang="0">
                  <a:pos x="69" y="11"/>
                </a:cxn>
                <a:cxn ang="0">
                  <a:pos x="75" y="6"/>
                </a:cxn>
                <a:cxn ang="0">
                  <a:pos x="80" y="2"/>
                </a:cxn>
                <a:cxn ang="0">
                  <a:pos x="87" y="0"/>
                </a:cxn>
                <a:cxn ang="0">
                  <a:pos x="93" y="0"/>
                </a:cxn>
                <a:cxn ang="0">
                  <a:pos x="98" y="0"/>
                </a:cxn>
                <a:cxn ang="0">
                  <a:pos x="104" y="2"/>
                </a:cxn>
                <a:cxn ang="0">
                  <a:pos x="110" y="6"/>
                </a:cxn>
                <a:cxn ang="0">
                  <a:pos x="115" y="11"/>
                </a:cxn>
                <a:cxn ang="0">
                  <a:pos x="178" y="73"/>
                </a:cxn>
                <a:cxn ang="0">
                  <a:pos x="178" y="73"/>
                </a:cxn>
                <a:cxn ang="0">
                  <a:pos x="182" y="77"/>
                </a:cxn>
                <a:cxn ang="0">
                  <a:pos x="184" y="82"/>
                </a:cxn>
                <a:cxn ang="0">
                  <a:pos x="184" y="86"/>
                </a:cxn>
                <a:cxn ang="0">
                  <a:pos x="184" y="91"/>
                </a:cxn>
                <a:cxn ang="0">
                  <a:pos x="182" y="95"/>
                </a:cxn>
                <a:cxn ang="0">
                  <a:pos x="178" y="97"/>
                </a:cxn>
                <a:cxn ang="0">
                  <a:pos x="173" y="100"/>
                </a:cxn>
                <a:cxn ang="0">
                  <a:pos x="166" y="101"/>
                </a:cxn>
                <a:cxn ang="0">
                  <a:pos x="125" y="101"/>
                </a:cxn>
              </a:cxnLst>
              <a:rect l="0" t="0" r="r" b="b"/>
              <a:pathLst>
                <a:path w="184" h="263">
                  <a:moveTo>
                    <a:pt x="125" y="101"/>
                  </a:moveTo>
                  <a:lnTo>
                    <a:pt x="125" y="231"/>
                  </a:lnTo>
                  <a:lnTo>
                    <a:pt x="125" y="231"/>
                  </a:lnTo>
                  <a:lnTo>
                    <a:pt x="124" y="237"/>
                  </a:lnTo>
                  <a:lnTo>
                    <a:pt x="122" y="243"/>
                  </a:lnTo>
                  <a:lnTo>
                    <a:pt x="119" y="248"/>
                  </a:lnTo>
                  <a:lnTo>
                    <a:pt x="115" y="253"/>
                  </a:lnTo>
                  <a:lnTo>
                    <a:pt x="110" y="257"/>
                  </a:lnTo>
                  <a:lnTo>
                    <a:pt x="105" y="260"/>
                  </a:lnTo>
                  <a:lnTo>
                    <a:pt x="99" y="262"/>
                  </a:lnTo>
                  <a:lnTo>
                    <a:pt x="93" y="263"/>
                  </a:lnTo>
                  <a:lnTo>
                    <a:pt x="93" y="263"/>
                  </a:lnTo>
                  <a:lnTo>
                    <a:pt x="93" y="263"/>
                  </a:lnTo>
                  <a:lnTo>
                    <a:pt x="87" y="262"/>
                  </a:lnTo>
                  <a:lnTo>
                    <a:pt x="80" y="260"/>
                  </a:lnTo>
                  <a:lnTo>
                    <a:pt x="74" y="257"/>
                  </a:lnTo>
                  <a:lnTo>
                    <a:pt x="69" y="253"/>
                  </a:lnTo>
                  <a:lnTo>
                    <a:pt x="66" y="248"/>
                  </a:lnTo>
                  <a:lnTo>
                    <a:pt x="63" y="243"/>
                  </a:lnTo>
                  <a:lnTo>
                    <a:pt x="61" y="237"/>
                  </a:lnTo>
                  <a:lnTo>
                    <a:pt x="61" y="231"/>
                  </a:lnTo>
                  <a:lnTo>
                    <a:pt x="61" y="101"/>
                  </a:lnTo>
                  <a:lnTo>
                    <a:pt x="16" y="101"/>
                  </a:lnTo>
                  <a:lnTo>
                    <a:pt x="16" y="101"/>
                  </a:lnTo>
                  <a:lnTo>
                    <a:pt x="10" y="100"/>
                  </a:lnTo>
                  <a:lnTo>
                    <a:pt x="5" y="99"/>
                  </a:lnTo>
                  <a:lnTo>
                    <a:pt x="1" y="95"/>
                  </a:lnTo>
                  <a:lnTo>
                    <a:pt x="0" y="91"/>
                  </a:lnTo>
                  <a:lnTo>
                    <a:pt x="0" y="87"/>
                  </a:lnTo>
                  <a:lnTo>
                    <a:pt x="0" y="82"/>
                  </a:lnTo>
                  <a:lnTo>
                    <a:pt x="3" y="77"/>
                  </a:lnTo>
                  <a:lnTo>
                    <a:pt x="7" y="73"/>
                  </a:lnTo>
                  <a:lnTo>
                    <a:pt x="69" y="11"/>
                  </a:lnTo>
                  <a:lnTo>
                    <a:pt x="69" y="11"/>
                  </a:lnTo>
                  <a:lnTo>
                    <a:pt x="75" y="6"/>
                  </a:lnTo>
                  <a:lnTo>
                    <a:pt x="80" y="2"/>
                  </a:lnTo>
                  <a:lnTo>
                    <a:pt x="87" y="0"/>
                  </a:lnTo>
                  <a:lnTo>
                    <a:pt x="93" y="0"/>
                  </a:lnTo>
                  <a:lnTo>
                    <a:pt x="98" y="0"/>
                  </a:lnTo>
                  <a:lnTo>
                    <a:pt x="104" y="2"/>
                  </a:lnTo>
                  <a:lnTo>
                    <a:pt x="110" y="6"/>
                  </a:lnTo>
                  <a:lnTo>
                    <a:pt x="115" y="11"/>
                  </a:lnTo>
                  <a:lnTo>
                    <a:pt x="178" y="73"/>
                  </a:lnTo>
                  <a:lnTo>
                    <a:pt x="178" y="73"/>
                  </a:lnTo>
                  <a:lnTo>
                    <a:pt x="182" y="77"/>
                  </a:lnTo>
                  <a:lnTo>
                    <a:pt x="184" y="82"/>
                  </a:lnTo>
                  <a:lnTo>
                    <a:pt x="184" y="86"/>
                  </a:lnTo>
                  <a:lnTo>
                    <a:pt x="184" y="91"/>
                  </a:lnTo>
                  <a:lnTo>
                    <a:pt x="182" y="95"/>
                  </a:lnTo>
                  <a:lnTo>
                    <a:pt x="178" y="97"/>
                  </a:lnTo>
                  <a:lnTo>
                    <a:pt x="173" y="100"/>
                  </a:lnTo>
                  <a:lnTo>
                    <a:pt x="166" y="101"/>
                  </a:lnTo>
                  <a:lnTo>
                    <a:pt x="125" y="101"/>
                  </a:lnTo>
                  <a:close/>
                </a:path>
              </a:pathLst>
            </a:custGeom>
            <a:grpFill/>
            <a:ln w="9525">
              <a:noFill/>
              <a:round/>
            </a:ln>
          </p:spPr>
          <p:txBody>
            <a:bodyPr/>
            <a:lstStyle/>
            <a:p>
              <a:pPr>
                <a:defRPr/>
              </a:pPr>
              <a:endParaRPr lang="en-US" dirty="0">
                <a:solidFill>
                  <a:srgbClr val="000000"/>
                </a:solidFill>
                <a:latin typeface="方正银联黑简体" panose="02000000000000000000" pitchFamily="2" charset="-122"/>
                <a:ea typeface="方正银联黑简体" panose="02000000000000000000" pitchFamily="2" charset="-122"/>
                <a:cs typeface="FZYLHJW" charset="-122"/>
              </a:endParaRPr>
            </a:p>
          </p:txBody>
        </p:sp>
        <p:sp>
          <p:nvSpPr>
            <p:cNvPr id="41" name="Freeform 17"/>
            <p:cNvSpPr/>
            <p:nvPr/>
          </p:nvSpPr>
          <p:spPr bwMode="auto">
            <a:xfrm>
              <a:off x="1168380" y="3486162"/>
              <a:ext cx="381000" cy="266700"/>
            </a:xfrm>
            <a:custGeom>
              <a:avLst/>
              <a:gdLst/>
              <a:ahLst/>
              <a:cxnLst>
                <a:cxn ang="0">
                  <a:pos x="392" y="125"/>
                </a:cxn>
                <a:cxn ang="0">
                  <a:pos x="420" y="136"/>
                </a:cxn>
                <a:cxn ang="0">
                  <a:pos x="445" y="153"/>
                </a:cxn>
                <a:cxn ang="0">
                  <a:pos x="463" y="175"/>
                </a:cxn>
                <a:cxn ang="0">
                  <a:pos x="476" y="200"/>
                </a:cxn>
                <a:cxn ang="0">
                  <a:pos x="480" y="227"/>
                </a:cxn>
                <a:cxn ang="0">
                  <a:pos x="480" y="237"/>
                </a:cxn>
                <a:cxn ang="0">
                  <a:pos x="472" y="264"/>
                </a:cxn>
                <a:cxn ang="0">
                  <a:pos x="457" y="289"/>
                </a:cxn>
                <a:cxn ang="0">
                  <a:pos x="435" y="310"/>
                </a:cxn>
                <a:cxn ang="0">
                  <a:pos x="408" y="325"/>
                </a:cxn>
                <a:cxn ang="0">
                  <a:pos x="376" y="334"/>
                </a:cxn>
                <a:cxn ang="0">
                  <a:pos x="376" y="220"/>
                </a:cxn>
                <a:cxn ang="0">
                  <a:pos x="362" y="195"/>
                </a:cxn>
                <a:cxn ang="0">
                  <a:pos x="347" y="185"/>
                </a:cxn>
                <a:cxn ang="0">
                  <a:pos x="329" y="182"/>
                </a:cxn>
                <a:cxn ang="0">
                  <a:pos x="301" y="190"/>
                </a:cxn>
                <a:cxn ang="0">
                  <a:pos x="288" y="203"/>
                </a:cxn>
                <a:cxn ang="0">
                  <a:pos x="280" y="230"/>
                </a:cxn>
                <a:cxn ang="0">
                  <a:pos x="210" y="315"/>
                </a:cxn>
                <a:cxn ang="0">
                  <a:pos x="246" y="313"/>
                </a:cxn>
                <a:cxn ang="0">
                  <a:pos x="259" y="306"/>
                </a:cxn>
                <a:cxn ang="0">
                  <a:pos x="268" y="295"/>
                </a:cxn>
                <a:cxn ang="0">
                  <a:pos x="268" y="277"/>
                </a:cxn>
                <a:cxn ang="0">
                  <a:pos x="258" y="259"/>
                </a:cxn>
                <a:cxn ang="0">
                  <a:pos x="188" y="190"/>
                </a:cxn>
                <a:cxn ang="0">
                  <a:pos x="162" y="182"/>
                </a:cxn>
                <a:cxn ang="0">
                  <a:pos x="143" y="185"/>
                </a:cxn>
                <a:cxn ang="0">
                  <a:pos x="65" y="259"/>
                </a:cxn>
                <a:cxn ang="0">
                  <a:pos x="54" y="278"/>
                </a:cxn>
                <a:cxn ang="0">
                  <a:pos x="54" y="295"/>
                </a:cxn>
                <a:cxn ang="0">
                  <a:pos x="59" y="304"/>
                </a:cxn>
                <a:cxn ang="0">
                  <a:pos x="67" y="310"/>
                </a:cxn>
                <a:cxn ang="0">
                  <a:pos x="114" y="315"/>
                </a:cxn>
                <a:cxn ang="0">
                  <a:pos x="101" y="334"/>
                </a:cxn>
                <a:cxn ang="0">
                  <a:pos x="69" y="324"/>
                </a:cxn>
                <a:cxn ang="0">
                  <a:pos x="41" y="306"/>
                </a:cxn>
                <a:cxn ang="0">
                  <a:pos x="20" y="284"/>
                </a:cxn>
                <a:cxn ang="0">
                  <a:pos x="5" y="257"/>
                </a:cxn>
                <a:cxn ang="0">
                  <a:pos x="0" y="227"/>
                </a:cxn>
                <a:cxn ang="0">
                  <a:pos x="1" y="219"/>
                </a:cxn>
                <a:cxn ang="0">
                  <a:pos x="7" y="191"/>
                </a:cxn>
                <a:cxn ang="0">
                  <a:pos x="22" y="167"/>
                </a:cxn>
                <a:cxn ang="0">
                  <a:pos x="43" y="147"/>
                </a:cxn>
                <a:cxn ang="0">
                  <a:pos x="69" y="132"/>
                </a:cxn>
                <a:cxn ang="0">
                  <a:pos x="99" y="122"/>
                </a:cxn>
                <a:cxn ang="0">
                  <a:pos x="99" y="118"/>
                </a:cxn>
                <a:cxn ang="0">
                  <a:pos x="105" y="84"/>
                </a:cxn>
                <a:cxn ang="0">
                  <a:pos x="123" y="53"/>
                </a:cxn>
                <a:cxn ang="0">
                  <a:pos x="151" y="27"/>
                </a:cxn>
                <a:cxn ang="0">
                  <a:pos x="185" y="10"/>
                </a:cxn>
                <a:cxn ang="0">
                  <a:pos x="226" y="1"/>
                </a:cxn>
                <a:cxn ang="0">
                  <a:pos x="255" y="1"/>
                </a:cxn>
                <a:cxn ang="0">
                  <a:pos x="295" y="10"/>
                </a:cxn>
                <a:cxn ang="0">
                  <a:pos x="330" y="27"/>
                </a:cxn>
                <a:cxn ang="0">
                  <a:pos x="357" y="53"/>
                </a:cxn>
                <a:cxn ang="0">
                  <a:pos x="374" y="84"/>
                </a:cxn>
                <a:cxn ang="0">
                  <a:pos x="381" y="118"/>
                </a:cxn>
                <a:cxn ang="0">
                  <a:pos x="381" y="122"/>
                </a:cxn>
              </a:cxnLst>
              <a:rect l="0" t="0" r="r" b="b"/>
              <a:pathLst>
                <a:path w="480" h="336">
                  <a:moveTo>
                    <a:pt x="381" y="122"/>
                  </a:moveTo>
                  <a:lnTo>
                    <a:pt x="381" y="122"/>
                  </a:lnTo>
                  <a:lnTo>
                    <a:pt x="392" y="125"/>
                  </a:lnTo>
                  <a:lnTo>
                    <a:pt x="402" y="127"/>
                  </a:lnTo>
                  <a:lnTo>
                    <a:pt x="412" y="132"/>
                  </a:lnTo>
                  <a:lnTo>
                    <a:pt x="420" y="136"/>
                  </a:lnTo>
                  <a:lnTo>
                    <a:pt x="429" y="141"/>
                  </a:lnTo>
                  <a:lnTo>
                    <a:pt x="438" y="147"/>
                  </a:lnTo>
                  <a:lnTo>
                    <a:pt x="445" y="153"/>
                  </a:lnTo>
                  <a:lnTo>
                    <a:pt x="451" y="161"/>
                  </a:lnTo>
                  <a:lnTo>
                    <a:pt x="457" y="167"/>
                  </a:lnTo>
                  <a:lnTo>
                    <a:pt x="463" y="175"/>
                  </a:lnTo>
                  <a:lnTo>
                    <a:pt x="468" y="183"/>
                  </a:lnTo>
                  <a:lnTo>
                    <a:pt x="472" y="191"/>
                  </a:lnTo>
                  <a:lnTo>
                    <a:pt x="476" y="200"/>
                  </a:lnTo>
                  <a:lnTo>
                    <a:pt x="478" y="209"/>
                  </a:lnTo>
                  <a:lnTo>
                    <a:pt x="480" y="219"/>
                  </a:lnTo>
                  <a:lnTo>
                    <a:pt x="480" y="227"/>
                  </a:lnTo>
                  <a:lnTo>
                    <a:pt x="480" y="227"/>
                  </a:lnTo>
                  <a:lnTo>
                    <a:pt x="480" y="227"/>
                  </a:lnTo>
                  <a:lnTo>
                    <a:pt x="480" y="237"/>
                  </a:lnTo>
                  <a:lnTo>
                    <a:pt x="478" y="247"/>
                  </a:lnTo>
                  <a:lnTo>
                    <a:pt x="476" y="256"/>
                  </a:lnTo>
                  <a:lnTo>
                    <a:pt x="472" y="264"/>
                  </a:lnTo>
                  <a:lnTo>
                    <a:pt x="467" y="273"/>
                  </a:lnTo>
                  <a:lnTo>
                    <a:pt x="462" y="282"/>
                  </a:lnTo>
                  <a:lnTo>
                    <a:pt x="457" y="289"/>
                  </a:lnTo>
                  <a:lnTo>
                    <a:pt x="450" y="297"/>
                  </a:lnTo>
                  <a:lnTo>
                    <a:pt x="442" y="304"/>
                  </a:lnTo>
                  <a:lnTo>
                    <a:pt x="435" y="310"/>
                  </a:lnTo>
                  <a:lnTo>
                    <a:pt x="426" y="315"/>
                  </a:lnTo>
                  <a:lnTo>
                    <a:pt x="418" y="320"/>
                  </a:lnTo>
                  <a:lnTo>
                    <a:pt x="408" y="325"/>
                  </a:lnTo>
                  <a:lnTo>
                    <a:pt x="398" y="329"/>
                  </a:lnTo>
                  <a:lnTo>
                    <a:pt x="387" y="331"/>
                  </a:lnTo>
                  <a:lnTo>
                    <a:pt x="376" y="334"/>
                  </a:lnTo>
                  <a:lnTo>
                    <a:pt x="376" y="230"/>
                  </a:lnTo>
                  <a:lnTo>
                    <a:pt x="376" y="230"/>
                  </a:lnTo>
                  <a:lnTo>
                    <a:pt x="376" y="220"/>
                  </a:lnTo>
                  <a:lnTo>
                    <a:pt x="372" y="211"/>
                  </a:lnTo>
                  <a:lnTo>
                    <a:pt x="368" y="203"/>
                  </a:lnTo>
                  <a:lnTo>
                    <a:pt x="362" y="195"/>
                  </a:lnTo>
                  <a:lnTo>
                    <a:pt x="362" y="195"/>
                  </a:lnTo>
                  <a:lnTo>
                    <a:pt x="355" y="190"/>
                  </a:lnTo>
                  <a:lnTo>
                    <a:pt x="347" y="185"/>
                  </a:lnTo>
                  <a:lnTo>
                    <a:pt x="337" y="183"/>
                  </a:lnTo>
                  <a:lnTo>
                    <a:pt x="329" y="182"/>
                  </a:lnTo>
                  <a:lnTo>
                    <a:pt x="329" y="182"/>
                  </a:lnTo>
                  <a:lnTo>
                    <a:pt x="319" y="183"/>
                  </a:lnTo>
                  <a:lnTo>
                    <a:pt x="309" y="185"/>
                  </a:lnTo>
                  <a:lnTo>
                    <a:pt x="301" y="190"/>
                  </a:lnTo>
                  <a:lnTo>
                    <a:pt x="294" y="195"/>
                  </a:lnTo>
                  <a:lnTo>
                    <a:pt x="294" y="195"/>
                  </a:lnTo>
                  <a:lnTo>
                    <a:pt x="288" y="203"/>
                  </a:lnTo>
                  <a:lnTo>
                    <a:pt x="284" y="211"/>
                  </a:lnTo>
                  <a:lnTo>
                    <a:pt x="280" y="220"/>
                  </a:lnTo>
                  <a:lnTo>
                    <a:pt x="280" y="230"/>
                  </a:lnTo>
                  <a:lnTo>
                    <a:pt x="280" y="336"/>
                  </a:lnTo>
                  <a:lnTo>
                    <a:pt x="210" y="336"/>
                  </a:lnTo>
                  <a:lnTo>
                    <a:pt x="210" y="315"/>
                  </a:lnTo>
                  <a:lnTo>
                    <a:pt x="235" y="315"/>
                  </a:lnTo>
                  <a:lnTo>
                    <a:pt x="235" y="315"/>
                  </a:lnTo>
                  <a:lnTo>
                    <a:pt x="246" y="313"/>
                  </a:lnTo>
                  <a:lnTo>
                    <a:pt x="255" y="310"/>
                  </a:lnTo>
                  <a:lnTo>
                    <a:pt x="255" y="310"/>
                  </a:lnTo>
                  <a:lnTo>
                    <a:pt x="259" y="306"/>
                  </a:lnTo>
                  <a:lnTo>
                    <a:pt x="263" y="303"/>
                  </a:lnTo>
                  <a:lnTo>
                    <a:pt x="266" y="299"/>
                  </a:lnTo>
                  <a:lnTo>
                    <a:pt x="268" y="295"/>
                  </a:lnTo>
                  <a:lnTo>
                    <a:pt x="268" y="295"/>
                  </a:lnTo>
                  <a:lnTo>
                    <a:pt x="269" y="285"/>
                  </a:lnTo>
                  <a:lnTo>
                    <a:pt x="268" y="277"/>
                  </a:lnTo>
                  <a:lnTo>
                    <a:pt x="268" y="277"/>
                  </a:lnTo>
                  <a:lnTo>
                    <a:pt x="264" y="268"/>
                  </a:lnTo>
                  <a:lnTo>
                    <a:pt x="258" y="259"/>
                  </a:lnTo>
                  <a:lnTo>
                    <a:pt x="195" y="198"/>
                  </a:lnTo>
                  <a:lnTo>
                    <a:pt x="195" y="198"/>
                  </a:lnTo>
                  <a:lnTo>
                    <a:pt x="188" y="190"/>
                  </a:lnTo>
                  <a:lnTo>
                    <a:pt x="179" y="185"/>
                  </a:lnTo>
                  <a:lnTo>
                    <a:pt x="170" y="183"/>
                  </a:lnTo>
                  <a:lnTo>
                    <a:pt x="162" y="182"/>
                  </a:lnTo>
                  <a:lnTo>
                    <a:pt x="162" y="182"/>
                  </a:lnTo>
                  <a:lnTo>
                    <a:pt x="152" y="183"/>
                  </a:lnTo>
                  <a:lnTo>
                    <a:pt x="143" y="185"/>
                  </a:lnTo>
                  <a:lnTo>
                    <a:pt x="136" y="190"/>
                  </a:lnTo>
                  <a:lnTo>
                    <a:pt x="127" y="198"/>
                  </a:lnTo>
                  <a:lnTo>
                    <a:pt x="65" y="259"/>
                  </a:lnTo>
                  <a:lnTo>
                    <a:pt x="65" y="259"/>
                  </a:lnTo>
                  <a:lnTo>
                    <a:pt x="58" y="268"/>
                  </a:lnTo>
                  <a:lnTo>
                    <a:pt x="54" y="278"/>
                  </a:lnTo>
                  <a:lnTo>
                    <a:pt x="54" y="278"/>
                  </a:lnTo>
                  <a:lnTo>
                    <a:pt x="53" y="287"/>
                  </a:lnTo>
                  <a:lnTo>
                    <a:pt x="54" y="295"/>
                  </a:lnTo>
                  <a:lnTo>
                    <a:pt x="54" y="295"/>
                  </a:lnTo>
                  <a:lnTo>
                    <a:pt x="57" y="300"/>
                  </a:lnTo>
                  <a:lnTo>
                    <a:pt x="59" y="304"/>
                  </a:lnTo>
                  <a:lnTo>
                    <a:pt x="63" y="306"/>
                  </a:lnTo>
                  <a:lnTo>
                    <a:pt x="67" y="310"/>
                  </a:lnTo>
                  <a:lnTo>
                    <a:pt x="67" y="310"/>
                  </a:lnTo>
                  <a:lnTo>
                    <a:pt x="75" y="314"/>
                  </a:lnTo>
                  <a:lnTo>
                    <a:pt x="85" y="315"/>
                  </a:lnTo>
                  <a:lnTo>
                    <a:pt x="114" y="315"/>
                  </a:lnTo>
                  <a:lnTo>
                    <a:pt x="114" y="335"/>
                  </a:lnTo>
                  <a:lnTo>
                    <a:pt x="114" y="335"/>
                  </a:lnTo>
                  <a:lnTo>
                    <a:pt x="101" y="334"/>
                  </a:lnTo>
                  <a:lnTo>
                    <a:pt x="90" y="331"/>
                  </a:lnTo>
                  <a:lnTo>
                    <a:pt x="79" y="327"/>
                  </a:lnTo>
                  <a:lnTo>
                    <a:pt x="69" y="324"/>
                  </a:lnTo>
                  <a:lnTo>
                    <a:pt x="59" y="319"/>
                  </a:lnTo>
                  <a:lnTo>
                    <a:pt x="49" y="313"/>
                  </a:lnTo>
                  <a:lnTo>
                    <a:pt x="41" y="306"/>
                  </a:lnTo>
                  <a:lnTo>
                    <a:pt x="33" y="300"/>
                  </a:lnTo>
                  <a:lnTo>
                    <a:pt x="26" y="292"/>
                  </a:lnTo>
                  <a:lnTo>
                    <a:pt x="20" y="284"/>
                  </a:lnTo>
                  <a:lnTo>
                    <a:pt x="13" y="275"/>
                  </a:lnTo>
                  <a:lnTo>
                    <a:pt x="8" y="267"/>
                  </a:lnTo>
                  <a:lnTo>
                    <a:pt x="5" y="257"/>
                  </a:lnTo>
                  <a:lnTo>
                    <a:pt x="2" y="248"/>
                  </a:lnTo>
                  <a:lnTo>
                    <a:pt x="1" y="237"/>
                  </a:lnTo>
                  <a:lnTo>
                    <a:pt x="0" y="227"/>
                  </a:lnTo>
                  <a:lnTo>
                    <a:pt x="0" y="227"/>
                  </a:lnTo>
                  <a:lnTo>
                    <a:pt x="0" y="227"/>
                  </a:lnTo>
                  <a:lnTo>
                    <a:pt x="1" y="219"/>
                  </a:lnTo>
                  <a:lnTo>
                    <a:pt x="2" y="209"/>
                  </a:lnTo>
                  <a:lnTo>
                    <a:pt x="5" y="200"/>
                  </a:lnTo>
                  <a:lnTo>
                    <a:pt x="7" y="191"/>
                  </a:lnTo>
                  <a:lnTo>
                    <a:pt x="12" y="183"/>
                  </a:lnTo>
                  <a:lnTo>
                    <a:pt x="16" y="175"/>
                  </a:lnTo>
                  <a:lnTo>
                    <a:pt x="22" y="167"/>
                  </a:lnTo>
                  <a:lnTo>
                    <a:pt x="28" y="161"/>
                  </a:lnTo>
                  <a:lnTo>
                    <a:pt x="36" y="153"/>
                  </a:lnTo>
                  <a:lnTo>
                    <a:pt x="43" y="147"/>
                  </a:lnTo>
                  <a:lnTo>
                    <a:pt x="50" y="141"/>
                  </a:lnTo>
                  <a:lnTo>
                    <a:pt x="59" y="136"/>
                  </a:lnTo>
                  <a:lnTo>
                    <a:pt x="69" y="132"/>
                  </a:lnTo>
                  <a:lnTo>
                    <a:pt x="79" y="127"/>
                  </a:lnTo>
                  <a:lnTo>
                    <a:pt x="89" y="125"/>
                  </a:lnTo>
                  <a:lnTo>
                    <a:pt x="99" y="122"/>
                  </a:lnTo>
                  <a:lnTo>
                    <a:pt x="99" y="122"/>
                  </a:lnTo>
                  <a:lnTo>
                    <a:pt x="99" y="118"/>
                  </a:lnTo>
                  <a:lnTo>
                    <a:pt x="99" y="118"/>
                  </a:lnTo>
                  <a:lnTo>
                    <a:pt x="100" y="107"/>
                  </a:lnTo>
                  <a:lnTo>
                    <a:pt x="101" y="95"/>
                  </a:lnTo>
                  <a:lnTo>
                    <a:pt x="105" y="84"/>
                  </a:lnTo>
                  <a:lnTo>
                    <a:pt x="110" y="73"/>
                  </a:lnTo>
                  <a:lnTo>
                    <a:pt x="116" y="63"/>
                  </a:lnTo>
                  <a:lnTo>
                    <a:pt x="123" y="53"/>
                  </a:lnTo>
                  <a:lnTo>
                    <a:pt x="131" y="43"/>
                  </a:lnTo>
                  <a:lnTo>
                    <a:pt x="141" y="36"/>
                  </a:lnTo>
                  <a:lnTo>
                    <a:pt x="151" y="27"/>
                  </a:lnTo>
                  <a:lnTo>
                    <a:pt x="161" y="21"/>
                  </a:lnTo>
                  <a:lnTo>
                    <a:pt x="173" y="15"/>
                  </a:lnTo>
                  <a:lnTo>
                    <a:pt x="185" y="10"/>
                  </a:lnTo>
                  <a:lnTo>
                    <a:pt x="198" y="6"/>
                  </a:lnTo>
                  <a:lnTo>
                    <a:pt x="211" y="2"/>
                  </a:lnTo>
                  <a:lnTo>
                    <a:pt x="226" y="1"/>
                  </a:lnTo>
                  <a:lnTo>
                    <a:pt x="240" y="0"/>
                  </a:lnTo>
                  <a:lnTo>
                    <a:pt x="240" y="0"/>
                  </a:lnTo>
                  <a:lnTo>
                    <a:pt x="255" y="1"/>
                  </a:lnTo>
                  <a:lnTo>
                    <a:pt x="268" y="2"/>
                  </a:lnTo>
                  <a:lnTo>
                    <a:pt x="282" y="6"/>
                  </a:lnTo>
                  <a:lnTo>
                    <a:pt x="295" y="10"/>
                  </a:lnTo>
                  <a:lnTo>
                    <a:pt x="308" y="15"/>
                  </a:lnTo>
                  <a:lnTo>
                    <a:pt x="319" y="21"/>
                  </a:lnTo>
                  <a:lnTo>
                    <a:pt x="330" y="27"/>
                  </a:lnTo>
                  <a:lnTo>
                    <a:pt x="340" y="36"/>
                  </a:lnTo>
                  <a:lnTo>
                    <a:pt x="348" y="43"/>
                  </a:lnTo>
                  <a:lnTo>
                    <a:pt x="357" y="53"/>
                  </a:lnTo>
                  <a:lnTo>
                    <a:pt x="365" y="63"/>
                  </a:lnTo>
                  <a:lnTo>
                    <a:pt x="369" y="73"/>
                  </a:lnTo>
                  <a:lnTo>
                    <a:pt x="374" y="84"/>
                  </a:lnTo>
                  <a:lnTo>
                    <a:pt x="378" y="95"/>
                  </a:lnTo>
                  <a:lnTo>
                    <a:pt x="381" y="107"/>
                  </a:lnTo>
                  <a:lnTo>
                    <a:pt x="381" y="118"/>
                  </a:lnTo>
                  <a:lnTo>
                    <a:pt x="381" y="118"/>
                  </a:lnTo>
                  <a:lnTo>
                    <a:pt x="381" y="122"/>
                  </a:lnTo>
                  <a:lnTo>
                    <a:pt x="381" y="122"/>
                  </a:lnTo>
                  <a:close/>
                </a:path>
              </a:pathLst>
            </a:custGeom>
            <a:grpFill/>
            <a:ln w="9525">
              <a:noFill/>
              <a:round/>
            </a:ln>
          </p:spPr>
          <p:txBody>
            <a:bodyPr/>
            <a:lstStyle/>
            <a:p>
              <a:pPr>
                <a:defRPr/>
              </a:pPr>
              <a:endParaRPr lang="en-US" dirty="0">
                <a:solidFill>
                  <a:srgbClr val="000000"/>
                </a:solidFill>
                <a:latin typeface="方正银联黑简体" panose="02000000000000000000" pitchFamily="2" charset="-122"/>
                <a:ea typeface="方正银联黑简体" panose="02000000000000000000" pitchFamily="2" charset="-122"/>
                <a:cs typeface="FZYLHJW" charset="-122"/>
              </a:endParaRPr>
            </a:p>
          </p:txBody>
        </p:sp>
        <p:sp>
          <p:nvSpPr>
            <p:cNvPr id="42" name="Freeform 18"/>
            <p:cNvSpPr/>
            <p:nvPr/>
          </p:nvSpPr>
          <p:spPr bwMode="auto">
            <a:xfrm>
              <a:off x="1355705" y="3643325"/>
              <a:ext cx="147638" cy="207963"/>
            </a:xfrm>
            <a:custGeom>
              <a:avLst/>
              <a:gdLst/>
              <a:ahLst/>
              <a:cxnLst>
                <a:cxn ang="0">
                  <a:pos x="126" y="162"/>
                </a:cxn>
                <a:cxn ang="0">
                  <a:pos x="126" y="32"/>
                </a:cxn>
                <a:cxn ang="0">
                  <a:pos x="126" y="32"/>
                </a:cxn>
                <a:cxn ang="0">
                  <a:pos x="125" y="26"/>
                </a:cxn>
                <a:cxn ang="0">
                  <a:pos x="123" y="19"/>
                </a:cxn>
                <a:cxn ang="0">
                  <a:pos x="120" y="13"/>
                </a:cxn>
                <a:cxn ang="0">
                  <a:pos x="116" y="8"/>
                </a:cxn>
                <a:cxn ang="0">
                  <a:pos x="111" y="5"/>
                </a:cxn>
                <a:cxn ang="0">
                  <a:pos x="106" y="2"/>
                </a:cxn>
                <a:cxn ang="0">
                  <a:pos x="100" y="0"/>
                </a:cxn>
                <a:cxn ang="0">
                  <a:pos x="94" y="0"/>
                </a:cxn>
                <a:cxn ang="0">
                  <a:pos x="94" y="0"/>
                </a:cxn>
                <a:cxn ang="0">
                  <a:pos x="94" y="0"/>
                </a:cxn>
                <a:cxn ang="0">
                  <a:pos x="86" y="0"/>
                </a:cxn>
                <a:cxn ang="0">
                  <a:pos x="80" y="2"/>
                </a:cxn>
                <a:cxn ang="0">
                  <a:pos x="75" y="5"/>
                </a:cxn>
                <a:cxn ang="0">
                  <a:pos x="70" y="8"/>
                </a:cxn>
                <a:cxn ang="0">
                  <a:pos x="66" y="13"/>
                </a:cxn>
                <a:cxn ang="0">
                  <a:pos x="64" y="19"/>
                </a:cxn>
                <a:cxn ang="0">
                  <a:pos x="62" y="26"/>
                </a:cxn>
                <a:cxn ang="0">
                  <a:pos x="62" y="32"/>
                </a:cxn>
                <a:cxn ang="0">
                  <a:pos x="62" y="162"/>
                </a:cxn>
                <a:cxn ang="0">
                  <a:pos x="17" y="162"/>
                </a:cxn>
                <a:cxn ang="0">
                  <a:pos x="17" y="162"/>
                </a:cxn>
                <a:cxn ang="0">
                  <a:pos x="11" y="162"/>
                </a:cxn>
                <a:cxn ang="0">
                  <a:pos x="6" y="164"/>
                </a:cxn>
                <a:cxn ang="0">
                  <a:pos x="2" y="167"/>
                </a:cxn>
                <a:cxn ang="0">
                  <a:pos x="1" y="170"/>
                </a:cxn>
                <a:cxn ang="0">
                  <a:pos x="0" y="175"/>
                </a:cxn>
                <a:cxn ang="0">
                  <a:pos x="1" y="179"/>
                </a:cxn>
                <a:cxn ang="0">
                  <a:pos x="3" y="184"/>
                </a:cxn>
                <a:cxn ang="0">
                  <a:pos x="7" y="189"/>
                </a:cxn>
                <a:cxn ang="0">
                  <a:pos x="70" y="251"/>
                </a:cxn>
                <a:cxn ang="0">
                  <a:pos x="70" y="251"/>
                </a:cxn>
                <a:cxn ang="0">
                  <a:pos x="76" y="256"/>
                </a:cxn>
                <a:cxn ang="0">
                  <a:pos x="81" y="259"/>
                </a:cxn>
                <a:cxn ang="0">
                  <a:pos x="88" y="262"/>
                </a:cxn>
                <a:cxn ang="0">
                  <a:pos x="92" y="263"/>
                </a:cxn>
                <a:cxn ang="0">
                  <a:pos x="99" y="262"/>
                </a:cxn>
                <a:cxn ang="0">
                  <a:pos x="105" y="259"/>
                </a:cxn>
                <a:cxn ang="0">
                  <a:pos x="110" y="256"/>
                </a:cxn>
                <a:cxn ang="0">
                  <a:pos x="116" y="251"/>
                </a:cxn>
                <a:cxn ang="0">
                  <a:pos x="179" y="189"/>
                </a:cxn>
                <a:cxn ang="0">
                  <a:pos x="179" y="189"/>
                </a:cxn>
                <a:cxn ang="0">
                  <a:pos x="183" y="185"/>
                </a:cxn>
                <a:cxn ang="0">
                  <a:pos x="184" y="180"/>
                </a:cxn>
                <a:cxn ang="0">
                  <a:pos x="185" y="175"/>
                </a:cxn>
                <a:cxn ang="0">
                  <a:pos x="185" y="171"/>
                </a:cxn>
                <a:cxn ang="0">
                  <a:pos x="183" y="168"/>
                </a:cxn>
                <a:cxn ang="0">
                  <a:pos x="179" y="164"/>
                </a:cxn>
                <a:cxn ang="0">
                  <a:pos x="173" y="162"/>
                </a:cxn>
                <a:cxn ang="0">
                  <a:pos x="165" y="162"/>
                </a:cxn>
                <a:cxn ang="0">
                  <a:pos x="126" y="162"/>
                </a:cxn>
              </a:cxnLst>
              <a:rect l="0" t="0" r="r" b="b"/>
              <a:pathLst>
                <a:path w="185" h="263">
                  <a:moveTo>
                    <a:pt x="126" y="162"/>
                  </a:moveTo>
                  <a:lnTo>
                    <a:pt x="126" y="32"/>
                  </a:lnTo>
                  <a:lnTo>
                    <a:pt x="126" y="32"/>
                  </a:lnTo>
                  <a:lnTo>
                    <a:pt x="125" y="26"/>
                  </a:lnTo>
                  <a:lnTo>
                    <a:pt x="123" y="19"/>
                  </a:lnTo>
                  <a:lnTo>
                    <a:pt x="120" y="13"/>
                  </a:lnTo>
                  <a:lnTo>
                    <a:pt x="116" y="8"/>
                  </a:lnTo>
                  <a:lnTo>
                    <a:pt x="111" y="5"/>
                  </a:lnTo>
                  <a:lnTo>
                    <a:pt x="106" y="2"/>
                  </a:lnTo>
                  <a:lnTo>
                    <a:pt x="100" y="0"/>
                  </a:lnTo>
                  <a:lnTo>
                    <a:pt x="94" y="0"/>
                  </a:lnTo>
                  <a:lnTo>
                    <a:pt x="94" y="0"/>
                  </a:lnTo>
                  <a:lnTo>
                    <a:pt x="94" y="0"/>
                  </a:lnTo>
                  <a:lnTo>
                    <a:pt x="86" y="0"/>
                  </a:lnTo>
                  <a:lnTo>
                    <a:pt x="80" y="2"/>
                  </a:lnTo>
                  <a:lnTo>
                    <a:pt x="75" y="5"/>
                  </a:lnTo>
                  <a:lnTo>
                    <a:pt x="70" y="8"/>
                  </a:lnTo>
                  <a:lnTo>
                    <a:pt x="66" y="13"/>
                  </a:lnTo>
                  <a:lnTo>
                    <a:pt x="64" y="19"/>
                  </a:lnTo>
                  <a:lnTo>
                    <a:pt x="62" y="26"/>
                  </a:lnTo>
                  <a:lnTo>
                    <a:pt x="62" y="32"/>
                  </a:lnTo>
                  <a:lnTo>
                    <a:pt x="62" y="162"/>
                  </a:lnTo>
                  <a:lnTo>
                    <a:pt x="17" y="162"/>
                  </a:lnTo>
                  <a:lnTo>
                    <a:pt x="17" y="162"/>
                  </a:lnTo>
                  <a:lnTo>
                    <a:pt x="11" y="162"/>
                  </a:lnTo>
                  <a:lnTo>
                    <a:pt x="6" y="164"/>
                  </a:lnTo>
                  <a:lnTo>
                    <a:pt x="2" y="167"/>
                  </a:lnTo>
                  <a:lnTo>
                    <a:pt x="1" y="170"/>
                  </a:lnTo>
                  <a:lnTo>
                    <a:pt x="0" y="175"/>
                  </a:lnTo>
                  <a:lnTo>
                    <a:pt x="1" y="179"/>
                  </a:lnTo>
                  <a:lnTo>
                    <a:pt x="3" y="184"/>
                  </a:lnTo>
                  <a:lnTo>
                    <a:pt x="7" y="189"/>
                  </a:lnTo>
                  <a:lnTo>
                    <a:pt x="70" y="251"/>
                  </a:lnTo>
                  <a:lnTo>
                    <a:pt x="70" y="251"/>
                  </a:lnTo>
                  <a:lnTo>
                    <a:pt x="76" y="256"/>
                  </a:lnTo>
                  <a:lnTo>
                    <a:pt x="81" y="259"/>
                  </a:lnTo>
                  <a:lnTo>
                    <a:pt x="88" y="262"/>
                  </a:lnTo>
                  <a:lnTo>
                    <a:pt x="92" y="263"/>
                  </a:lnTo>
                  <a:lnTo>
                    <a:pt x="99" y="262"/>
                  </a:lnTo>
                  <a:lnTo>
                    <a:pt x="105" y="259"/>
                  </a:lnTo>
                  <a:lnTo>
                    <a:pt x="110" y="256"/>
                  </a:lnTo>
                  <a:lnTo>
                    <a:pt x="116" y="251"/>
                  </a:lnTo>
                  <a:lnTo>
                    <a:pt x="179" y="189"/>
                  </a:lnTo>
                  <a:lnTo>
                    <a:pt x="179" y="189"/>
                  </a:lnTo>
                  <a:lnTo>
                    <a:pt x="183" y="185"/>
                  </a:lnTo>
                  <a:lnTo>
                    <a:pt x="184" y="180"/>
                  </a:lnTo>
                  <a:lnTo>
                    <a:pt x="185" y="175"/>
                  </a:lnTo>
                  <a:lnTo>
                    <a:pt x="185" y="171"/>
                  </a:lnTo>
                  <a:lnTo>
                    <a:pt x="183" y="168"/>
                  </a:lnTo>
                  <a:lnTo>
                    <a:pt x="179" y="164"/>
                  </a:lnTo>
                  <a:lnTo>
                    <a:pt x="173" y="162"/>
                  </a:lnTo>
                  <a:lnTo>
                    <a:pt x="165" y="162"/>
                  </a:lnTo>
                  <a:lnTo>
                    <a:pt x="126" y="162"/>
                  </a:lnTo>
                  <a:close/>
                </a:path>
              </a:pathLst>
            </a:custGeom>
            <a:grpFill/>
            <a:ln w="9525">
              <a:noFill/>
              <a:round/>
            </a:ln>
          </p:spPr>
          <p:txBody>
            <a:bodyPr/>
            <a:lstStyle/>
            <a:p>
              <a:pPr>
                <a:defRPr/>
              </a:pPr>
              <a:endParaRPr lang="en-US" dirty="0">
                <a:solidFill>
                  <a:srgbClr val="000000"/>
                </a:solidFill>
                <a:latin typeface="方正银联黑简体" panose="02000000000000000000" pitchFamily="2" charset="-122"/>
                <a:ea typeface="方正银联黑简体" panose="02000000000000000000" pitchFamily="2" charset="-122"/>
                <a:cs typeface="FZYLHJW" charset="-122"/>
              </a:endParaRPr>
            </a:p>
          </p:txBody>
        </p:sp>
      </p:grpSp>
      <p:grpSp>
        <p:nvGrpSpPr>
          <p:cNvPr id="43" name="Group 115"/>
          <p:cNvGrpSpPr/>
          <p:nvPr/>
        </p:nvGrpSpPr>
        <p:grpSpPr>
          <a:xfrm>
            <a:off x="4695475" y="3414434"/>
            <a:ext cx="363675" cy="304500"/>
            <a:chOff x="2951142" y="2589225"/>
            <a:chExt cx="468313" cy="392113"/>
          </a:xfrm>
          <a:solidFill>
            <a:schemeClr val="bg1"/>
          </a:solidFill>
        </p:grpSpPr>
        <p:sp>
          <p:nvSpPr>
            <p:cNvPr id="44" name="Freeform 13"/>
            <p:cNvSpPr>
              <a:spLocks noEditPoints="1"/>
            </p:cNvSpPr>
            <p:nvPr/>
          </p:nvSpPr>
          <p:spPr bwMode="auto">
            <a:xfrm>
              <a:off x="2951142" y="2646375"/>
              <a:ext cx="284163" cy="284163"/>
            </a:xfrm>
            <a:custGeom>
              <a:avLst/>
              <a:gdLst/>
              <a:ahLst/>
              <a:cxnLst>
                <a:cxn ang="0">
                  <a:pos x="208" y="331"/>
                </a:cxn>
                <a:cxn ang="0">
                  <a:pos x="239" y="322"/>
                </a:cxn>
                <a:cxn ang="0">
                  <a:pos x="286" y="326"/>
                </a:cxn>
                <a:cxn ang="0">
                  <a:pos x="307" y="267"/>
                </a:cxn>
                <a:cxn ang="0">
                  <a:pos x="328" y="223"/>
                </a:cxn>
                <a:cxn ang="0">
                  <a:pos x="359" y="150"/>
                </a:cxn>
                <a:cxn ang="0">
                  <a:pos x="328" y="136"/>
                </a:cxn>
                <a:cxn ang="0">
                  <a:pos x="307" y="91"/>
                </a:cxn>
                <a:cxn ang="0">
                  <a:pos x="267" y="51"/>
                </a:cxn>
                <a:cxn ang="0">
                  <a:pos x="239" y="37"/>
                </a:cxn>
                <a:cxn ang="0">
                  <a:pos x="208" y="0"/>
                </a:cxn>
                <a:cxn ang="0">
                  <a:pos x="179" y="65"/>
                </a:cxn>
                <a:cxn ang="0">
                  <a:pos x="213" y="70"/>
                </a:cxn>
                <a:cxn ang="0">
                  <a:pos x="244" y="85"/>
                </a:cxn>
                <a:cxn ang="0">
                  <a:pos x="267" y="106"/>
                </a:cxn>
                <a:cxn ang="0">
                  <a:pos x="284" y="134"/>
                </a:cxn>
                <a:cxn ang="0">
                  <a:pos x="293" y="168"/>
                </a:cxn>
                <a:cxn ang="0">
                  <a:pos x="293" y="191"/>
                </a:cxn>
                <a:cxn ang="0">
                  <a:pos x="284" y="223"/>
                </a:cxn>
                <a:cxn ang="0">
                  <a:pos x="267" y="252"/>
                </a:cxn>
                <a:cxn ang="0">
                  <a:pos x="244" y="274"/>
                </a:cxn>
                <a:cxn ang="0">
                  <a:pos x="213" y="289"/>
                </a:cxn>
                <a:cxn ang="0">
                  <a:pos x="179" y="294"/>
                </a:cxn>
                <a:cxn ang="0">
                  <a:pos x="32" y="286"/>
                </a:cxn>
                <a:cxn ang="0">
                  <a:pos x="92" y="307"/>
                </a:cxn>
                <a:cxn ang="0">
                  <a:pos x="135" y="327"/>
                </a:cxn>
                <a:cxn ang="0">
                  <a:pos x="179" y="358"/>
                </a:cxn>
                <a:cxn ang="0">
                  <a:pos x="179" y="294"/>
                </a:cxn>
                <a:cxn ang="0">
                  <a:pos x="145" y="289"/>
                </a:cxn>
                <a:cxn ang="0">
                  <a:pos x="115" y="274"/>
                </a:cxn>
                <a:cxn ang="0">
                  <a:pos x="92" y="252"/>
                </a:cxn>
                <a:cxn ang="0">
                  <a:pos x="74" y="223"/>
                </a:cxn>
                <a:cxn ang="0">
                  <a:pos x="66" y="191"/>
                </a:cxn>
                <a:cxn ang="0">
                  <a:pos x="66" y="168"/>
                </a:cxn>
                <a:cxn ang="0">
                  <a:pos x="74" y="134"/>
                </a:cxn>
                <a:cxn ang="0">
                  <a:pos x="92" y="106"/>
                </a:cxn>
                <a:cxn ang="0">
                  <a:pos x="115" y="85"/>
                </a:cxn>
                <a:cxn ang="0">
                  <a:pos x="145" y="70"/>
                </a:cxn>
                <a:cxn ang="0">
                  <a:pos x="179" y="65"/>
                </a:cxn>
                <a:cxn ang="0">
                  <a:pos x="179" y="0"/>
                </a:cxn>
                <a:cxn ang="0">
                  <a:pos x="151" y="27"/>
                </a:cxn>
                <a:cxn ang="0">
                  <a:pos x="105" y="43"/>
                </a:cxn>
                <a:cxn ang="0">
                  <a:pos x="32" y="72"/>
                </a:cxn>
                <a:cxn ang="0">
                  <a:pos x="43" y="105"/>
                </a:cxn>
                <a:cxn ang="0">
                  <a:pos x="27" y="150"/>
                </a:cxn>
                <a:cxn ang="0">
                  <a:pos x="27" y="207"/>
                </a:cxn>
                <a:cxn ang="0">
                  <a:pos x="36" y="238"/>
                </a:cxn>
                <a:cxn ang="0">
                  <a:pos x="52" y="267"/>
                </a:cxn>
              </a:cxnLst>
              <a:rect l="0" t="0" r="r" b="b"/>
              <a:pathLst>
                <a:path w="359" h="358">
                  <a:moveTo>
                    <a:pt x="179" y="358"/>
                  </a:moveTo>
                  <a:lnTo>
                    <a:pt x="208" y="358"/>
                  </a:lnTo>
                  <a:lnTo>
                    <a:pt x="208" y="331"/>
                  </a:lnTo>
                  <a:lnTo>
                    <a:pt x="208" y="331"/>
                  </a:lnTo>
                  <a:lnTo>
                    <a:pt x="224" y="327"/>
                  </a:lnTo>
                  <a:lnTo>
                    <a:pt x="239" y="322"/>
                  </a:lnTo>
                  <a:lnTo>
                    <a:pt x="254" y="315"/>
                  </a:lnTo>
                  <a:lnTo>
                    <a:pt x="267" y="307"/>
                  </a:lnTo>
                  <a:lnTo>
                    <a:pt x="286" y="326"/>
                  </a:lnTo>
                  <a:lnTo>
                    <a:pt x="326" y="286"/>
                  </a:lnTo>
                  <a:lnTo>
                    <a:pt x="307" y="267"/>
                  </a:lnTo>
                  <a:lnTo>
                    <a:pt x="307" y="267"/>
                  </a:lnTo>
                  <a:lnTo>
                    <a:pt x="315" y="253"/>
                  </a:lnTo>
                  <a:lnTo>
                    <a:pt x="323" y="238"/>
                  </a:lnTo>
                  <a:lnTo>
                    <a:pt x="328" y="223"/>
                  </a:lnTo>
                  <a:lnTo>
                    <a:pt x="331" y="207"/>
                  </a:lnTo>
                  <a:lnTo>
                    <a:pt x="359" y="207"/>
                  </a:lnTo>
                  <a:lnTo>
                    <a:pt x="359" y="150"/>
                  </a:lnTo>
                  <a:lnTo>
                    <a:pt x="331" y="150"/>
                  </a:lnTo>
                  <a:lnTo>
                    <a:pt x="331" y="150"/>
                  </a:lnTo>
                  <a:lnTo>
                    <a:pt x="328" y="136"/>
                  </a:lnTo>
                  <a:lnTo>
                    <a:pt x="323" y="119"/>
                  </a:lnTo>
                  <a:lnTo>
                    <a:pt x="315" y="105"/>
                  </a:lnTo>
                  <a:lnTo>
                    <a:pt x="307" y="91"/>
                  </a:lnTo>
                  <a:lnTo>
                    <a:pt x="326" y="72"/>
                  </a:lnTo>
                  <a:lnTo>
                    <a:pt x="286" y="33"/>
                  </a:lnTo>
                  <a:lnTo>
                    <a:pt x="267" y="51"/>
                  </a:lnTo>
                  <a:lnTo>
                    <a:pt x="267" y="51"/>
                  </a:lnTo>
                  <a:lnTo>
                    <a:pt x="254" y="43"/>
                  </a:lnTo>
                  <a:lnTo>
                    <a:pt x="239" y="37"/>
                  </a:lnTo>
                  <a:lnTo>
                    <a:pt x="224" y="30"/>
                  </a:lnTo>
                  <a:lnTo>
                    <a:pt x="208" y="27"/>
                  </a:lnTo>
                  <a:lnTo>
                    <a:pt x="208" y="0"/>
                  </a:lnTo>
                  <a:lnTo>
                    <a:pt x="179" y="0"/>
                  </a:lnTo>
                  <a:lnTo>
                    <a:pt x="179" y="65"/>
                  </a:lnTo>
                  <a:lnTo>
                    <a:pt x="179" y="65"/>
                  </a:lnTo>
                  <a:lnTo>
                    <a:pt x="190" y="65"/>
                  </a:lnTo>
                  <a:lnTo>
                    <a:pt x="203" y="68"/>
                  </a:lnTo>
                  <a:lnTo>
                    <a:pt x="213" y="70"/>
                  </a:lnTo>
                  <a:lnTo>
                    <a:pt x="224" y="74"/>
                  </a:lnTo>
                  <a:lnTo>
                    <a:pt x="234" y="79"/>
                  </a:lnTo>
                  <a:lnTo>
                    <a:pt x="244" y="85"/>
                  </a:lnTo>
                  <a:lnTo>
                    <a:pt x="252" y="91"/>
                  </a:lnTo>
                  <a:lnTo>
                    <a:pt x="260" y="98"/>
                  </a:lnTo>
                  <a:lnTo>
                    <a:pt x="267" y="106"/>
                  </a:lnTo>
                  <a:lnTo>
                    <a:pt x="275" y="116"/>
                  </a:lnTo>
                  <a:lnTo>
                    <a:pt x="279" y="124"/>
                  </a:lnTo>
                  <a:lnTo>
                    <a:pt x="284" y="134"/>
                  </a:lnTo>
                  <a:lnTo>
                    <a:pt x="288" y="145"/>
                  </a:lnTo>
                  <a:lnTo>
                    <a:pt x="292" y="157"/>
                  </a:lnTo>
                  <a:lnTo>
                    <a:pt x="293" y="168"/>
                  </a:lnTo>
                  <a:lnTo>
                    <a:pt x="293" y="179"/>
                  </a:lnTo>
                  <a:lnTo>
                    <a:pt x="293" y="179"/>
                  </a:lnTo>
                  <a:lnTo>
                    <a:pt x="293" y="191"/>
                  </a:lnTo>
                  <a:lnTo>
                    <a:pt x="292" y="202"/>
                  </a:lnTo>
                  <a:lnTo>
                    <a:pt x="288" y="213"/>
                  </a:lnTo>
                  <a:lnTo>
                    <a:pt x="284" y="223"/>
                  </a:lnTo>
                  <a:lnTo>
                    <a:pt x="279" y="233"/>
                  </a:lnTo>
                  <a:lnTo>
                    <a:pt x="275" y="243"/>
                  </a:lnTo>
                  <a:lnTo>
                    <a:pt x="267" y="252"/>
                  </a:lnTo>
                  <a:lnTo>
                    <a:pt x="260" y="260"/>
                  </a:lnTo>
                  <a:lnTo>
                    <a:pt x="252" y="268"/>
                  </a:lnTo>
                  <a:lnTo>
                    <a:pt x="244" y="274"/>
                  </a:lnTo>
                  <a:lnTo>
                    <a:pt x="234" y="280"/>
                  </a:lnTo>
                  <a:lnTo>
                    <a:pt x="224" y="285"/>
                  </a:lnTo>
                  <a:lnTo>
                    <a:pt x="213" y="289"/>
                  </a:lnTo>
                  <a:lnTo>
                    <a:pt x="203" y="291"/>
                  </a:lnTo>
                  <a:lnTo>
                    <a:pt x="190" y="293"/>
                  </a:lnTo>
                  <a:lnTo>
                    <a:pt x="179" y="294"/>
                  </a:lnTo>
                  <a:lnTo>
                    <a:pt x="179" y="358"/>
                  </a:lnTo>
                  <a:close/>
                  <a:moveTo>
                    <a:pt x="52" y="267"/>
                  </a:moveTo>
                  <a:lnTo>
                    <a:pt x="32" y="286"/>
                  </a:lnTo>
                  <a:lnTo>
                    <a:pt x="73" y="326"/>
                  </a:lnTo>
                  <a:lnTo>
                    <a:pt x="92" y="307"/>
                  </a:lnTo>
                  <a:lnTo>
                    <a:pt x="92" y="307"/>
                  </a:lnTo>
                  <a:lnTo>
                    <a:pt x="105" y="315"/>
                  </a:lnTo>
                  <a:lnTo>
                    <a:pt x="120" y="322"/>
                  </a:lnTo>
                  <a:lnTo>
                    <a:pt x="135" y="327"/>
                  </a:lnTo>
                  <a:lnTo>
                    <a:pt x="151" y="331"/>
                  </a:lnTo>
                  <a:lnTo>
                    <a:pt x="151" y="358"/>
                  </a:lnTo>
                  <a:lnTo>
                    <a:pt x="179" y="358"/>
                  </a:lnTo>
                  <a:lnTo>
                    <a:pt x="179" y="294"/>
                  </a:lnTo>
                  <a:lnTo>
                    <a:pt x="179" y="294"/>
                  </a:lnTo>
                  <a:lnTo>
                    <a:pt x="179" y="294"/>
                  </a:lnTo>
                  <a:lnTo>
                    <a:pt x="168" y="293"/>
                  </a:lnTo>
                  <a:lnTo>
                    <a:pt x="156" y="291"/>
                  </a:lnTo>
                  <a:lnTo>
                    <a:pt x="145" y="289"/>
                  </a:lnTo>
                  <a:lnTo>
                    <a:pt x="135" y="285"/>
                  </a:lnTo>
                  <a:lnTo>
                    <a:pt x="125" y="280"/>
                  </a:lnTo>
                  <a:lnTo>
                    <a:pt x="115" y="274"/>
                  </a:lnTo>
                  <a:lnTo>
                    <a:pt x="106" y="268"/>
                  </a:lnTo>
                  <a:lnTo>
                    <a:pt x="99" y="260"/>
                  </a:lnTo>
                  <a:lnTo>
                    <a:pt x="92" y="252"/>
                  </a:lnTo>
                  <a:lnTo>
                    <a:pt x="84" y="243"/>
                  </a:lnTo>
                  <a:lnTo>
                    <a:pt x="79" y="233"/>
                  </a:lnTo>
                  <a:lnTo>
                    <a:pt x="74" y="223"/>
                  </a:lnTo>
                  <a:lnTo>
                    <a:pt x="71" y="213"/>
                  </a:lnTo>
                  <a:lnTo>
                    <a:pt x="67" y="202"/>
                  </a:lnTo>
                  <a:lnTo>
                    <a:pt x="66" y="191"/>
                  </a:lnTo>
                  <a:lnTo>
                    <a:pt x="64" y="179"/>
                  </a:lnTo>
                  <a:lnTo>
                    <a:pt x="64" y="179"/>
                  </a:lnTo>
                  <a:lnTo>
                    <a:pt x="66" y="168"/>
                  </a:lnTo>
                  <a:lnTo>
                    <a:pt x="67" y="157"/>
                  </a:lnTo>
                  <a:lnTo>
                    <a:pt x="71" y="145"/>
                  </a:lnTo>
                  <a:lnTo>
                    <a:pt x="74" y="134"/>
                  </a:lnTo>
                  <a:lnTo>
                    <a:pt x="79" y="124"/>
                  </a:lnTo>
                  <a:lnTo>
                    <a:pt x="84" y="116"/>
                  </a:lnTo>
                  <a:lnTo>
                    <a:pt x="92" y="106"/>
                  </a:lnTo>
                  <a:lnTo>
                    <a:pt x="99" y="98"/>
                  </a:lnTo>
                  <a:lnTo>
                    <a:pt x="106" y="91"/>
                  </a:lnTo>
                  <a:lnTo>
                    <a:pt x="115" y="85"/>
                  </a:lnTo>
                  <a:lnTo>
                    <a:pt x="125" y="79"/>
                  </a:lnTo>
                  <a:lnTo>
                    <a:pt x="135" y="74"/>
                  </a:lnTo>
                  <a:lnTo>
                    <a:pt x="145" y="70"/>
                  </a:lnTo>
                  <a:lnTo>
                    <a:pt x="156" y="68"/>
                  </a:lnTo>
                  <a:lnTo>
                    <a:pt x="168" y="65"/>
                  </a:lnTo>
                  <a:lnTo>
                    <a:pt x="179" y="65"/>
                  </a:lnTo>
                  <a:lnTo>
                    <a:pt x="179" y="65"/>
                  </a:lnTo>
                  <a:lnTo>
                    <a:pt x="179" y="65"/>
                  </a:lnTo>
                  <a:lnTo>
                    <a:pt x="179" y="0"/>
                  </a:lnTo>
                  <a:lnTo>
                    <a:pt x="151" y="0"/>
                  </a:lnTo>
                  <a:lnTo>
                    <a:pt x="151" y="27"/>
                  </a:lnTo>
                  <a:lnTo>
                    <a:pt x="151" y="27"/>
                  </a:lnTo>
                  <a:lnTo>
                    <a:pt x="135" y="30"/>
                  </a:lnTo>
                  <a:lnTo>
                    <a:pt x="120" y="37"/>
                  </a:lnTo>
                  <a:lnTo>
                    <a:pt x="105" y="43"/>
                  </a:lnTo>
                  <a:lnTo>
                    <a:pt x="92" y="51"/>
                  </a:lnTo>
                  <a:lnTo>
                    <a:pt x="73" y="33"/>
                  </a:lnTo>
                  <a:lnTo>
                    <a:pt x="32" y="72"/>
                  </a:lnTo>
                  <a:lnTo>
                    <a:pt x="52" y="91"/>
                  </a:lnTo>
                  <a:lnTo>
                    <a:pt x="52" y="91"/>
                  </a:lnTo>
                  <a:lnTo>
                    <a:pt x="43" y="105"/>
                  </a:lnTo>
                  <a:lnTo>
                    <a:pt x="36" y="119"/>
                  </a:lnTo>
                  <a:lnTo>
                    <a:pt x="31" y="136"/>
                  </a:lnTo>
                  <a:lnTo>
                    <a:pt x="27" y="150"/>
                  </a:lnTo>
                  <a:lnTo>
                    <a:pt x="0" y="150"/>
                  </a:lnTo>
                  <a:lnTo>
                    <a:pt x="0" y="207"/>
                  </a:lnTo>
                  <a:lnTo>
                    <a:pt x="27" y="207"/>
                  </a:lnTo>
                  <a:lnTo>
                    <a:pt x="27" y="207"/>
                  </a:lnTo>
                  <a:lnTo>
                    <a:pt x="31" y="223"/>
                  </a:lnTo>
                  <a:lnTo>
                    <a:pt x="36" y="238"/>
                  </a:lnTo>
                  <a:lnTo>
                    <a:pt x="43" y="253"/>
                  </a:lnTo>
                  <a:lnTo>
                    <a:pt x="52" y="267"/>
                  </a:lnTo>
                  <a:lnTo>
                    <a:pt x="52" y="267"/>
                  </a:lnTo>
                  <a:close/>
                </a:path>
              </a:pathLst>
            </a:custGeom>
            <a:grpFill/>
            <a:ln w="9525">
              <a:noFill/>
              <a:round/>
            </a:ln>
          </p:spPr>
          <p:txBody>
            <a:bodyPr/>
            <a:lstStyle/>
            <a:p>
              <a:pPr>
                <a:defRPr/>
              </a:pPr>
              <a:endParaRPr lang="en-US" dirty="0">
                <a:solidFill>
                  <a:srgbClr val="000000"/>
                </a:solidFill>
                <a:latin typeface="方正银联黑简体" panose="02000000000000000000" pitchFamily="2" charset="-122"/>
                <a:ea typeface="方正银联黑简体" panose="02000000000000000000" pitchFamily="2" charset="-122"/>
                <a:cs typeface="FZYLHJW" charset="-122"/>
              </a:endParaRPr>
            </a:p>
          </p:txBody>
        </p:sp>
        <p:sp>
          <p:nvSpPr>
            <p:cNvPr id="45" name="Freeform 14"/>
            <p:cNvSpPr>
              <a:spLocks noEditPoints="1"/>
            </p:cNvSpPr>
            <p:nvPr/>
          </p:nvSpPr>
          <p:spPr bwMode="auto">
            <a:xfrm>
              <a:off x="3233717" y="2798775"/>
              <a:ext cx="182563" cy="182563"/>
            </a:xfrm>
            <a:custGeom>
              <a:avLst/>
              <a:gdLst/>
              <a:ahLst/>
              <a:cxnLst>
                <a:cxn ang="0">
                  <a:pos x="131" y="20"/>
                </a:cxn>
                <a:cxn ang="0">
                  <a:pos x="152" y="6"/>
                </a:cxn>
                <a:cxn ang="0">
                  <a:pos x="183" y="21"/>
                </a:cxn>
                <a:cxn ang="0">
                  <a:pos x="179" y="42"/>
                </a:cxn>
                <a:cxn ang="0">
                  <a:pos x="198" y="64"/>
                </a:cxn>
                <a:cxn ang="0">
                  <a:pos x="219" y="64"/>
                </a:cxn>
                <a:cxn ang="0">
                  <a:pos x="230" y="97"/>
                </a:cxn>
                <a:cxn ang="0">
                  <a:pos x="213" y="109"/>
                </a:cxn>
                <a:cxn ang="0">
                  <a:pos x="210" y="137"/>
                </a:cxn>
                <a:cxn ang="0">
                  <a:pos x="225" y="152"/>
                </a:cxn>
                <a:cxn ang="0">
                  <a:pos x="210" y="183"/>
                </a:cxn>
                <a:cxn ang="0">
                  <a:pos x="189" y="179"/>
                </a:cxn>
                <a:cxn ang="0">
                  <a:pos x="167" y="198"/>
                </a:cxn>
                <a:cxn ang="0">
                  <a:pos x="167" y="220"/>
                </a:cxn>
                <a:cxn ang="0">
                  <a:pos x="135" y="230"/>
                </a:cxn>
                <a:cxn ang="0">
                  <a:pos x="123" y="213"/>
                </a:cxn>
                <a:cxn ang="0">
                  <a:pos x="115" y="163"/>
                </a:cxn>
                <a:cxn ang="0">
                  <a:pos x="136" y="158"/>
                </a:cxn>
                <a:cxn ang="0">
                  <a:pos x="153" y="144"/>
                </a:cxn>
                <a:cxn ang="0">
                  <a:pos x="161" y="131"/>
                </a:cxn>
                <a:cxn ang="0">
                  <a:pos x="161" y="103"/>
                </a:cxn>
                <a:cxn ang="0">
                  <a:pos x="147" y="80"/>
                </a:cxn>
                <a:cxn ang="0">
                  <a:pos x="130" y="71"/>
                </a:cxn>
                <a:cxn ang="0">
                  <a:pos x="115" y="19"/>
                </a:cxn>
                <a:cxn ang="0">
                  <a:pos x="11" y="167"/>
                </a:cxn>
                <a:cxn ang="0">
                  <a:pos x="1" y="135"/>
                </a:cxn>
                <a:cxn ang="0">
                  <a:pos x="19" y="123"/>
                </a:cxn>
                <a:cxn ang="0">
                  <a:pos x="20" y="94"/>
                </a:cxn>
                <a:cxn ang="0">
                  <a:pos x="5" y="79"/>
                </a:cxn>
                <a:cxn ang="0">
                  <a:pos x="21" y="48"/>
                </a:cxn>
                <a:cxn ang="0">
                  <a:pos x="42" y="52"/>
                </a:cxn>
                <a:cxn ang="0">
                  <a:pos x="63" y="34"/>
                </a:cxn>
                <a:cxn ang="0">
                  <a:pos x="63" y="12"/>
                </a:cxn>
                <a:cxn ang="0">
                  <a:pos x="97" y="1"/>
                </a:cxn>
                <a:cxn ang="0">
                  <a:pos x="109" y="19"/>
                </a:cxn>
                <a:cxn ang="0">
                  <a:pos x="115" y="68"/>
                </a:cxn>
                <a:cxn ang="0">
                  <a:pos x="94" y="73"/>
                </a:cxn>
                <a:cxn ang="0">
                  <a:pos x="78" y="88"/>
                </a:cxn>
                <a:cxn ang="0">
                  <a:pos x="71" y="100"/>
                </a:cxn>
                <a:cxn ang="0">
                  <a:pos x="71" y="129"/>
                </a:cxn>
                <a:cxn ang="0">
                  <a:pos x="84" y="151"/>
                </a:cxn>
                <a:cxn ang="0">
                  <a:pos x="100" y="161"/>
                </a:cxn>
                <a:cxn ang="0">
                  <a:pos x="115" y="213"/>
                </a:cxn>
                <a:cxn ang="0">
                  <a:pos x="84" y="208"/>
                </a:cxn>
                <a:cxn ang="0">
                  <a:pos x="68" y="221"/>
                </a:cxn>
                <a:cxn ang="0">
                  <a:pos x="40" y="203"/>
                </a:cxn>
                <a:cxn ang="0">
                  <a:pos x="45" y="183"/>
                </a:cxn>
                <a:cxn ang="0">
                  <a:pos x="29" y="160"/>
                </a:cxn>
              </a:cxnLst>
              <a:rect l="0" t="0" r="r" b="b"/>
              <a:pathLst>
                <a:path w="231" h="231">
                  <a:moveTo>
                    <a:pt x="115" y="19"/>
                  </a:moveTo>
                  <a:lnTo>
                    <a:pt x="115" y="19"/>
                  </a:lnTo>
                  <a:lnTo>
                    <a:pt x="131" y="20"/>
                  </a:lnTo>
                  <a:lnTo>
                    <a:pt x="146" y="24"/>
                  </a:lnTo>
                  <a:lnTo>
                    <a:pt x="152" y="6"/>
                  </a:lnTo>
                  <a:lnTo>
                    <a:pt x="152" y="6"/>
                  </a:lnTo>
                  <a:lnTo>
                    <a:pt x="163" y="10"/>
                  </a:lnTo>
                  <a:lnTo>
                    <a:pt x="173" y="15"/>
                  </a:lnTo>
                  <a:lnTo>
                    <a:pt x="183" y="21"/>
                  </a:lnTo>
                  <a:lnTo>
                    <a:pt x="192" y="29"/>
                  </a:lnTo>
                  <a:lnTo>
                    <a:pt x="179" y="42"/>
                  </a:lnTo>
                  <a:lnTo>
                    <a:pt x="179" y="42"/>
                  </a:lnTo>
                  <a:lnTo>
                    <a:pt x="187" y="48"/>
                  </a:lnTo>
                  <a:lnTo>
                    <a:pt x="193" y="56"/>
                  </a:lnTo>
                  <a:lnTo>
                    <a:pt x="198" y="64"/>
                  </a:lnTo>
                  <a:lnTo>
                    <a:pt x="203" y="72"/>
                  </a:lnTo>
                  <a:lnTo>
                    <a:pt x="219" y="64"/>
                  </a:lnTo>
                  <a:lnTo>
                    <a:pt x="219" y="64"/>
                  </a:lnTo>
                  <a:lnTo>
                    <a:pt x="224" y="74"/>
                  </a:lnTo>
                  <a:lnTo>
                    <a:pt x="228" y="85"/>
                  </a:lnTo>
                  <a:lnTo>
                    <a:pt x="230" y="97"/>
                  </a:lnTo>
                  <a:lnTo>
                    <a:pt x="231" y="108"/>
                  </a:lnTo>
                  <a:lnTo>
                    <a:pt x="213" y="109"/>
                  </a:lnTo>
                  <a:lnTo>
                    <a:pt x="213" y="109"/>
                  </a:lnTo>
                  <a:lnTo>
                    <a:pt x="213" y="119"/>
                  </a:lnTo>
                  <a:lnTo>
                    <a:pt x="213" y="127"/>
                  </a:lnTo>
                  <a:lnTo>
                    <a:pt x="210" y="137"/>
                  </a:lnTo>
                  <a:lnTo>
                    <a:pt x="208" y="147"/>
                  </a:lnTo>
                  <a:lnTo>
                    <a:pt x="225" y="152"/>
                  </a:lnTo>
                  <a:lnTo>
                    <a:pt x="225" y="152"/>
                  </a:lnTo>
                  <a:lnTo>
                    <a:pt x="221" y="163"/>
                  </a:lnTo>
                  <a:lnTo>
                    <a:pt x="217" y="173"/>
                  </a:lnTo>
                  <a:lnTo>
                    <a:pt x="210" y="183"/>
                  </a:lnTo>
                  <a:lnTo>
                    <a:pt x="203" y="192"/>
                  </a:lnTo>
                  <a:lnTo>
                    <a:pt x="189" y="179"/>
                  </a:lnTo>
                  <a:lnTo>
                    <a:pt x="189" y="179"/>
                  </a:lnTo>
                  <a:lnTo>
                    <a:pt x="183" y="187"/>
                  </a:lnTo>
                  <a:lnTo>
                    <a:pt x="176" y="193"/>
                  </a:lnTo>
                  <a:lnTo>
                    <a:pt x="167" y="198"/>
                  </a:lnTo>
                  <a:lnTo>
                    <a:pt x="160" y="203"/>
                  </a:lnTo>
                  <a:lnTo>
                    <a:pt x="167" y="220"/>
                  </a:lnTo>
                  <a:lnTo>
                    <a:pt x="167" y="220"/>
                  </a:lnTo>
                  <a:lnTo>
                    <a:pt x="157" y="224"/>
                  </a:lnTo>
                  <a:lnTo>
                    <a:pt x="146" y="228"/>
                  </a:lnTo>
                  <a:lnTo>
                    <a:pt x="135" y="230"/>
                  </a:lnTo>
                  <a:lnTo>
                    <a:pt x="124" y="231"/>
                  </a:lnTo>
                  <a:lnTo>
                    <a:pt x="123" y="213"/>
                  </a:lnTo>
                  <a:lnTo>
                    <a:pt x="123" y="213"/>
                  </a:lnTo>
                  <a:lnTo>
                    <a:pt x="115" y="213"/>
                  </a:lnTo>
                  <a:lnTo>
                    <a:pt x="115" y="163"/>
                  </a:lnTo>
                  <a:lnTo>
                    <a:pt x="115" y="163"/>
                  </a:lnTo>
                  <a:lnTo>
                    <a:pt x="123" y="162"/>
                  </a:lnTo>
                  <a:lnTo>
                    <a:pt x="130" y="161"/>
                  </a:lnTo>
                  <a:lnTo>
                    <a:pt x="136" y="158"/>
                  </a:lnTo>
                  <a:lnTo>
                    <a:pt x="144" y="155"/>
                  </a:lnTo>
                  <a:lnTo>
                    <a:pt x="149" y="150"/>
                  </a:lnTo>
                  <a:lnTo>
                    <a:pt x="153" y="144"/>
                  </a:lnTo>
                  <a:lnTo>
                    <a:pt x="157" y="137"/>
                  </a:lnTo>
                  <a:lnTo>
                    <a:pt x="161" y="131"/>
                  </a:lnTo>
                  <a:lnTo>
                    <a:pt x="161" y="131"/>
                  </a:lnTo>
                  <a:lnTo>
                    <a:pt x="162" y="121"/>
                  </a:lnTo>
                  <a:lnTo>
                    <a:pt x="162" y="113"/>
                  </a:lnTo>
                  <a:lnTo>
                    <a:pt x="161" y="103"/>
                  </a:lnTo>
                  <a:lnTo>
                    <a:pt x="158" y="94"/>
                  </a:lnTo>
                  <a:lnTo>
                    <a:pt x="153" y="87"/>
                  </a:lnTo>
                  <a:lnTo>
                    <a:pt x="147" y="80"/>
                  </a:lnTo>
                  <a:lnTo>
                    <a:pt x="140" y="74"/>
                  </a:lnTo>
                  <a:lnTo>
                    <a:pt x="130" y="71"/>
                  </a:lnTo>
                  <a:lnTo>
                    <a:pt x="130" y="71"/>
                  </a:lnTo>
                  <a:lnTo>
                    <a:pt x="123" y="69"/>
                  </a:lnTo>
                  <a:lnTo>
                    <a:pt x="115" y="68"/>
                  </a:lnTo>
                  <a:lnTo>
                    <a:pt x="115" y="19"/>
                  </a:lnTo>
                  <a:close/>
                  <a:moveTo>
                    <a:pt x="29" y="160"/>
                  </a:moveTo>
                  <a:lnTo>
                    <a:pt x="11" y="167"/>
                  </a:lnTo>
                  <a:lnTo>
                    <a:pt x="11" y="167"/>
                  </a:lnTo>
                  <a:lnTo>
                    <a:pt x="8" y="157"/>
                  </a:lnTo>
                  <a:lnTo>
                    <a:pt x="4" y="146"/>
                  </a:lnTo>
                  <a:lnTo>
                    <a:pt x="1" y="135"/>
                  </a:lnTo>
                  <a:lnTo>
                    <a:pt x="0" y="124"/>
                  </a:lnTo>
                  <a:lnTo>
                    <a:pt x="19" y="123"/>
                  </a:lnTo>
                  <a:lnTo>
                    <a:pt x="19" y="123"/>
                  </a:lnTo>
                  <a:lnTo>
                    <a:pt x="17" y="114"/>
                  </a:lnTo>
                  <a:lnTo>
                    <a:pt x="19" y="104"/>
                  </a:lnTo>
                  <a:lnTo>
                    <a:pt x="20" y="94"/>
                  </a:lnTo>
                  <a:lnTo>
                    <a:pt x="24" y="85"/>
                  </a:lnTo>
                  <a:lnTo>
                    <a:pt x="5" y="79"/>
                  </a:lnTo>
                  <a:lnTo>
                    <a:pt x="5" y="79"/>
                  </a:lnTo>
                  <a:lnTo>
                    <a:pt x="10" y="68"/>
                  </a:lnTo>
                  <a:lnTo>
                    <a:pt x="15" y="58"/>
                  </a:lnTo>
                  <a:lnTo>
                    <a:pt x="21" y="48"/>
                  </a:lnTo>
                  <a:lnTo>
                    <a:pt x="29" y="40"/>
                  </a:lnTo>
                  <a:lnTo>
                    <a:pt x="42" y="52"/>
                  </a:lnTo>
                  <a:lnTo>
                    <a:pt x="42" y="52"/>
                  </a:lnTo>
                  <a:lnTo>
                    <a:pt x="48" y="45"/>
                  </a:lnTo>
                  <a:lnTo>
                    <a:pt x="56" y="38"/>
                  </a:lnTo>
                  <a:lnTo>
                    <a:pt x="63" y="34"/>
                  </a:lnTo>
                  <a:lnTo>
                    <a:pt x="72" y="29"/>
                  </a:lnTo>
                  <a:lnTo>
                    <a:pt x="63" y="12"/>
                  </a:lnTo>
                  <a:lnTo>
                    <a:pt x="63" y="12"/>
                  </a:lnTo>
                  <a:lnTo>
                    <a:pt x="74" y="8"/>
                  </a:lnTo>
                  <a:lnTo>
                    <a:pt x="85" y="4"/>
                  </a:lnTo>
                  <a:lnTo>
                    <a:pt x="97" y="1"/>
                  </a:lnTo>
                  <a:lnTo>
                    <a:pt x="108" y="0"/>
                  </a:lnTo>
                  <a:lnTo>
                    <a:pt x="109" y="19"/>
                  </a:lnTo>
                  <a:lnTo>
                    <a:pt x="109" y="19"/>
                  </a:lnTo>
                  <a:lnTo>
                    <a:pt x="115" y="19"/>
                  </a:lnTo>
                  <a:lnTo>
                    <a:pt x="115" y="68"/>
                  </a:lnTo>
                  <a:lnTo>
                    <a:pt x="115" y="68"/>
                  </a:lnTo>
                  <a:lnTo>
                    <a:pt x="108" y="69"/>
                  </a:lnTo>
                  <a:lnTo>
                    <a:pt x="102" y="71"/>
                  </a:lnTo>
                  <a:lnTo>
                    <a:pt x="94" y="73"/>
                  </a:lnTo>
                  <a:lnTo>
                    <a:pt x="88" y="77"/>
                  </a:lnTo>
                  <a:lnTo>
                    <a:pt x="83" y="82"/>
                  </a:lnTo>
                  <a:lnTo>
                    <a:pt x="78" y="88"/>
                  </a:lnTo>
                  <a:lnTo>
                    <a:pt x="74" y="94"/>
                  </a:lnTo>
                  <a:lnTo>
                    <a:pt x="71" y="100"/>
                  </a:lnTo>
                  <a:lnTo>
                    <a:pt x="71" y="100"/>
                  </a:lnTo>
                  <a:lnTo>
                    <a:pt x="68" y="110"/>
                  </a:lnTo>
                  <a:lnTo>
                    <a:pt x="68" y="120"/>
                  </a:lnTo>
                  <a:lnTo>
                    <a:pt x="71" y="129"/>
                  </a:lnTo>
                  <a:lnTo>
                    <a:pt x="73" y="137"/>
                  </a:lnTo>
                  <a:lnTo>
                    <a:pt x="78" y="145"/>
                  </a:lnTo>
                  <a:lnTo>
                    <a:pt x="84" y="151"/>
                  </a:lnTo>
                  <a:lnTo>
                    <a:pt x="92" y="157"/>
                  </a:lnTo>
                  <a:lnTo>
                    <a:pt x="100" y="161"/>
                  </a:lnTo>
                  <a:lnTo>
                    <a:pt x="100" y="161"/>
                  </a:lnTo>
                  <a:lnTo>
                    <a:pt x="108" y="162"/>
                  </a:lnTo>
                  <a:lnTo>
                    <a:pt x="115" y="163"/>
                  </a:lnTo>
                  <a:lnTo>
                    <a:pt x="115" y="213"/>
                  </a:lnTo>
                  <a:lnTo>
                    <a:pt x="115" y="213"/>
                  </a:lnTo>
                  <a:lnTo>
                    <a:pt x="100" y="212"/>
                  </a:lnTo>
                  <a:lnTo>
                    <a:pt x="84" y="208"/>
                  </a:lnTo>
                  <a:lnTo>
                    <a:pt x="79" y="226"/>
                  </a:lnTo>
                  <a:lnTo>
                    <a:pt x="79" y="226"/>
                  </a:lnTo>
                  <a:lnTo>
                    <a:pt x="68" y="221"/>
                  </a:lnTo>
                  <a:lnTo>
                    <a:pt x="58" y="216"/>
                  </a:lnTo>
                  <a:lnTo>
                    <a:pt x="48" y="210"/>
                  </a:lnTo>
                  <a:lnTo>
                    <a:pt x="40" y="203"/>
                  </a:lnTo>
                  <a:lnTo>
                    <a:pt x="52" y="189"/>
                  </a:lnTo>
                  <a:lnTo>
                    <a:pt x="52" y="189"/>
                  </a:lnTo>
                  <a:lnTo>
                    <a:pt x="45" y="183"/>
                  </a:lnTo>
                  <a:lnTo>
                    <a:pt x="38" y="176"/>
                  </a:lnTo>
                  <a:lnTo>
                    <a:pt x="34" y="168"/>
                  </a:lnTo>
                  <a:lnTo>
                    <a:pt x="29" y="160"/>
                  </a:lnTo>
                  <a:lnTo>
                    <a:pt x="29" y="160"/>
                  </a:lnTo>
                  <a:close/>
                </a:path>
              </a:pathLst>
            </a:custGeom>
            <a:grpFill/>
            <a:ln w="9525">
              <a:noFill/>
              <a:round/>
            </a:ln>
          </p:spPr>
          <p:txBody>
            <a:bodyPr/>
            <a:lstStyle/>
            <a:p>
              <a:pPr>
                <a:defRPr/>
              </a:pPr>
              <a:endParaRPr lang="en-US" dirty="0">
                <a:solidFill>
                  <a:srgbClr val="000000"/>
                </a:solidFill>
                <a:latin typeface="方正银联黑简体" panose="02000000000000000000" pitchFamily="2" charset="-122"/>
                <a:ea typeface="方正银联黑简体" panose="02000000000000000000" pitchFamily="2" charset="-122"/>
                <a:cs typeface="FZYLHJW" charset="-122"/>
              </a:endParaRPr>
            </a:p>
          </p:txBody>
        </p:sp>
        <p:sp>
          <p:nvSpPr>
            <p:cNvPr id="46" name="Freeform 15"/>
            <p:cNvSpPr>
              <a:spLocks noEditPoints="1"/>
            </p:cNvSpPr>
            <p:nvPr/>
          </p:nvSpPr>
          <p:spPr bwMode="auto">
            <a:xfrm>
              <a:off x="3228955" y="2589225"/>
              <a:ext cx="190500" cy="190500"/>
            </a:xfrm>
            <a:custGeom>
              <a:avLst/>
              <a:gdLst/>
              <a:ahLst/>
              <a:cxnLst>
                <a:cxn ang="0">
                  <a:pos x="131" y="0"/>
                </a:cxn>
                <a:cxn ang="0">
                  <a:pos x="170" y="10"/>
                </a:cxn>
                <a:cxn ang="0">
                  <a:pos x="163" y="47"/>
                </a:cxn>
                <a:cxn ang="0">
                  <a:pos x="186" y="65"/>
                </a:cxn>
                <a:cxn ang="0">
                  <a:pos x="222" y="53"/>
                </a:cxn>
                <a:cxn ang="0">
                  <a:pos x="234" y="76"/>
                </a:cxn>
                <a:cxn ang="0">
                  <a:pos x="204" y="107"/>
                </a:cxn>
                <a:cxn ang="0">
                  <a:pos x="205" y="127"/>
                </a:cxn>
                <a:cxn ang="0">
                  <a:pos x="236" y="157"/>
                </a:cxn>
                <a:cxn ang="0">
                  <a:pos x="225" y="180"/>
                </a:cxn>
                <a:cxn ang="0">
                  <a:pos x="182" y="178"/>
                </a:cxn>
                <a:cxn ang="0">
                  <a:pos x="168" y="190"/>
                </a:cxn>
                <a:cxn ang="0">
                  <a:pos x="151" y="199"/>
                </a:cxn>
                <a:cxn ang="0">
                  <a:pos x="154" y="236"/>
                </a:cxn>
                <a:cxn ang="0">
                  <a:pos x="121" y="240"/>
                </a:cxn>
                <a:cxn ang="0">
                  <a:pos x="134" y="189"/>
                </a:cxn>
                <a:cxn ang="0">
                  <a:pos x="158" y="179"/>
                </a:cxn>
                <a:cxn ang="0">
                  <a:pos x="184" y="148"/>
                </a:cxn>
                <a:cxn ang="0">
                  <a:pos x="191" y="109"/>
                </a:cxn>
                <a:cxn ang="0">
                  <a:pos x="182" y="85"/>
                </a:cxn>
                <a:cxn ang="0">
                  <a:pos x="160" y="62"/>
                </a:cxn>
                <a:cxn ang="0">
                  <a:pos x="131" y="50"/>
                </a:cxn>
                <a:cxn ang="0">
                  <a:pos x="121" y="34"/>
                </a:cxn>
                <a:cxn ang="0">
                  <a:pos x="121" y="240"/>
                </a:cxn>
                <a:cxn ang="0">
                  <a:pos x="114" y="204"/>
                </a:cxn>
                <a:cxn ang="0">
                  <a:pos x="95" y="200"/>
                </a:cxn>
                <a:cxn ang="0">
                  <a:pos x="60" y="224"/>
                </a:cxn>
                <a:cxn ang="0">
                  <a:pos x="39" y="208"/>
                </a:cxn>
                <a:cxn ang="0">
                  <a:pos x="51" y="167"/>
                </a:cxn>
                <a:cxn ang="0">
                  <a:pos x="42" y="149"/>
                </a:cxn>
                <a:cxn ang="0">
                  <a:pos x="37" y="131"/>
                </a:cxn>
                <a:cxn ang="0">
                  <a:pos x="0" y="122"/>
                </a:cxn>
                <a:cxn ang="0">
                  <a:pos x="6" y="83"/>
                </a:cxn>
                <a:cxn ang="0">
                  <a:pos x="43" y="85"/>
                </a:cxn>
                <a:cxn ang="0">
                  <a:pos x="60" y="62"/>
                </a:cxn>
                <a:cxn ang="0">
                  <a:pos x="42" y="27"/>
                </a:cxn>
                <a:cxn ang="0">
                  <a:pos x="78" y="7"/>
                </a:cxn>
                <a:cxn ang="0">
                  <a:pos x="105" y="37"/>
                </a:cxn>
                <a:cxn ang="0">
                  <a:pos x="121" y="49"/>
                </a:cxn>
                <a:cxn ang="0">
                  <a:pos x="95" y="54"/>
                </a:cxn>
                <a:cxn ang="0">
                  <a:pos x="63" y="79"/>
                </a:cxn>
                <a:cxn ang="0">
                  <a:pos x="51" y="117"/>
                </a:cxn>
                <a:cxn ang="0">
                  <a:pos x="55" y="144"/>
                </a:cxn>
                <a:cxn ang="0">
                  <a:pos x="73" y="172"/>
                </a:cxn>
                <a:cxn ang="0">
                  <a:pos x="100" y="186"/>
                </a:cxn>
                <a:cxn ang="0">
                  <a:pos x="121" y="240"/>
                </a:cxn>
              </a:cxnLst>
              <a:rect l="0" t="0" r="r" b="b"/>
              <a:pathLst>
                <a:path w="240" h="240">
                  <a:moveTo>
                    <a:pt x="128" y="36"/>
                  </a:moveTo>
                  <a:lnTo>
                    <a:pt x="131" y="0"/>
                  </a:lnTo>
                  <a:lnTo>
                    <a:pt x="131" y="0"/>
                  </a:lnTo>
                  <a:lnTo>
                    <a:pt x="145" y="1"/>
                  </a:lnTo>
                  <a:lnTo>
                    <a:pt x="157" y="5"/>
                  </a:lnTo>
                  <a:lnTo>
                    <a:pt x="170" y="10"/>
                  </a:lnTo>
                  <a:lnTo>
                    <a:pt x="182" y="16"/>
                  </a:lnTo>
                  <a:lnTo>
                    <a:pt x="163" y="47"/>
                  </a:lnTo>
                  <a:lnTo>
                    <a:pt x="163" y="47"/>
                  </a:lnTo>
                  <a:lnTo>
                    <a:pt x="172" y="52"/>
                  </a:lnTo>
                  <a:lnTo>
                    <a:pt x="178" y="58"/>
                  </a:lnTo>
                  <a:lnTo>
                    <a:pt x="186" y="65"/>
                  </a:lnTo>
                  <a:lnTo>
                    <a:pt x="191" y="73"/>
                  </a:lnTo>
                  <a:lnTo>
                    <a:pt x="222" y="53"/>
                  </a:lnTo>
                  <a:lnTo>
                    <a:pt x="222" y="53"/>
                  </a:lnTo>
                  <a:lnTo>
                    <a:pt x="228" y="64"/>
                  </a:lnTo>
                  <a:lnTo>
                    <a:pt x="234" y="76"/>
                  </a:lnTo>
                  <a:lnTo>
                    <a:pt x="234" y="76"/>
                  </a:lnTo>
                  <a:lnTo>
                    <a:pt x="238" y="90"/>
                  </a:lnTo>
                  <a:lnTo>
                    <a:pt x="240" y="102"/>
                  </a:lnTo>
                  <a:lnTo>
                    <a:pt x="204" y="107"/>
                  </a:lnTo>
                  <a:lnTo>
                    <a:pt x="204" y="107"/>
                  </a:lnTo>
                  <a:lnTo>
                    <a:pt x="205" y="117"/>
                  </a:lnTo>
                  <a:lnTo>
                    <a:pt x="205" y="127"/>
                  </a:lnTo>
                  <a:lnTo>
                    <a:pt x="204" y="136"/>
                  </a:lnTo>
                  <a:lnTo>
                    <a:pt x="202" y="146"/>
                  </a:lnTo>
                  <a:lnTo>
                    <a:pt x="236" y="157"/>
                  </a:lnTo>
                  <a:lnTo>
                    <a:pt x="236" y="157"/>
                  </a:lnTo>
                  <a:lnTo>
                    <a:pt x="231" y="169"/>
                  </a:lnTo>
                  <a:lnTo>
                    <a:pt x="225" y="180"/>
                  </a:lnTo>
                  <a:lnTo>
                    <a:pt x="218" y="193"/>
                  </a:lnTo>
                  <a:lnTo>
                    <a:pt x="208" y="203"/>
                  </a:lnTo>
                  <a:lnTo>
                    <a:pt x="182" y="178"/>
                  </a:lnTo>
                  <a:lnTo>
                    <a:pt x="182" y="178"/>
                  </a:lnTo>
                  <a:lnTo>
                    <a:pt x="176" y="184"/>
                  </a:lnTo>
                  <a:lnTo>
                    <a:pt x="168" y="190"/>
                  </a:lnTo>
                  <a:lnTo>
                    <a:pt x="160" y="195"/>
                  </a:lnTo>
                  <a:lnTo>
                    <a:pt x="151" y="199"/>
                  </a:lnTo>
                  <a:lnTo>
                    <a:pt x="151" y="199"/>
                  </a:lnTo>
                  <a:lnTo>
                    <a:pt x="163" y="232"/>
                  </a:lnTo>
                  <a:lnTo>
                    <a:pt x="163" y="232"/>
                  </a:lnTo>
                  <a:lnTo>
                    <a:pt x="154" y="236"/>
                  </a:lnTo>
                  <a:lnTo>
                    <a:pt x="142" y="238"/>
                  </a:lnTo>
                  <a:lnTo>
                    <a:pt x="131" y="240"/>
                  </a:lnTo>
                  <a:lnTo>
                    <a:pt x="121" y="240"/>
                  </a:lnTo>
                  <a:lnTo>
                    <a:pt x="121" y="190"/>
                  </a:lnTo>
                  <a:lnTo>
                    <a:pt x="121" y="190"/>
                  </a:lnTo>
                  <a:lnTo>
                    <a:pt x="134" y="189"/>
                  </a:lnTo>
                  <a:lnTo>
                    <a:pt x="146" y="185"/>
                  </a:lnTo>
                  <a:lnTo>
                    <a:pt x="146" y="185"/>
                  </a:lnTo>
                  <a:lnTo>
                    <a:pt x="158" y="179"/>
                  </a:lnTo>
                  <a:lnTo>
                    <a:pt x="170" y="170"/>
                  </a:lnTo>
                  <a:lnTo>
                    <a:pt x="178" y="161"/>
                  </a:lnTo>
                  <a:lnTo>
                    <a:pt x="184" y="148"/>
                  </a:lnTo>
                  <a:lnTo>
                    <a:pt x="189" y="136"/>
                  </a:lnTo>
                  <a:lnTo>
                    <a:pt x="191" y="122"/>
                  </a:lnTo>
                  <a:lnTo>
                    <a:pt x="191" y="109"/>
                  </a:lnTo>
                  <a:lnTo>
                    <a:pt x="187" y="95"/>
                  </a:lnTo>
                  <a:lnTo>
                    <a:pt x="187" y="95"/>
                  </a:lnTo>
                  <a:lnTo>
                    <a:pt x="182" y="85"/>
                  </a:lnTo>
                  <a:lnTo>
                    <a:pt x="176" y="75"/>
                  </a:lnTo>
                  <a:lnTo>
                    <a:pt x="168" y="68"/>
                  </a:lnTo>
                  <a:lnTo>
                    <a:pt x="160" y="62"/>
                  </a:lnTo>
                  <a:lnTo>
                    <a:pt x="151" y="57"/>
                  </a:lnTo>
                  <a:lnTo>
                    <a:pt x="141" y="53"/>
                  </a:lnTo>
                  <a:lnTo>
                    <a:pt x="131" y="50"/>
                  </a:lnTo>
                  <a:lnTo>
                    <a:pt x="121" y="49"/>
                  </a:lnTo>
                  <a:lnTo>
                    <a:pt x="121" y="34"/>
                  </a:lnTo>
                  <a:lnTo>
                    <a:pt x="121" y="34"/>
                  </a:lnTo>
                  <a:lnTo>
                    <a:pt x="128" y="36"/>
                  </a:lnTo>
                  <a:lnTo>
                    <a:pt x="128" y="36"/>
                  </a:lnTo>
                  <a:close/>
                  <a:moveTo>
                    <a:pt x="121" y="240"/>
                  </a:moveTo>
                  <a:lnTo>
                    <a:pt x="121" y="240"/>
                  </a:lnTo>
                  <a:lnTo>
                    <a:pt x="110" y="240"/>
                  </a:lnTo>
                  <a:lnTo>
                    <a:pt x="114" y="204"/>
                  </a:lnTo>
                  <a:lnTo>
                    <a:pt x="114" y="204"/>
                  </a:lnTo>
                  <a:lnTo>
                    <a:pt x="104" y="203"/>
                  </a:lnTo>
                  <a:lnTo>
                    <a:pt x="95" y="200"/>
                  </a:lnTo>
                  <a:lnTo>
                    <a:pt x="87" y="196"/>
                  </a:lnTo>
                  <a:lnTo>
                    <a:pt x="78" y="193"/>
                  </a:lnTo>
                  <a:lnTo>
                    <a:pt x="60" y="224"/>
                  </a:lnTo>
                  <a:lnTo>
                    <a:pt x="60" y="224"/>
                  </a:lnTo>
                  <a:lnTo>
                    <a:pt x="48" y="216"/>
                  </a:lnTo>
                  <a:lnTo>
                    <a:pt x="39" y="208"/>
                  </a:lnTo>
                  <a:lnTo>
                    <a:pt x="29" y="198"/>
                  </a:lnTo>
                  <a:lnTo>
                    <a:pt x="20" y="186"/>
                  </a:lnTo>
                  <a:lnTo>
                    <a:pt x="51" y="167"/>
                  </a:lnTo>
                  <a:lnTo>
                    <a:pt x="51" y="167"/>
                  </a:lnTo>
                  <a:lnTo>
                    <a:pt x="46" y="158"/>
                  </a:lnTo>
                  <a:lnTo>
                    <a:pt x="42" y="149"/>
                  </a:lnTo>
                  <a:lnTo>
                    <a:pt x="42" y="149"/>
                  </a:lnTo>
                  <a:lnTo>
                    <a:pt x="39" y="141"/>
                  </a:lnTo>
                  <a:lnTo>
                    <a:pt x="37" y="131"/>
                  </a:lnTo>
                  <a:lnTo>
                    <a:pt x="1" y="137"/>
                  </a:lnTo>
                  <a:lnTo>
                    <a:pt x="1" y="137"/>
                  </a:lnTo>
                  <a:lnTo>
                    <a:pt x="0" y="122"/>
                  </a:lnTo>
                  <a:lnTo>
                    <a:pt x="0" y="109"/>
                  </a:lnTo>
                  <a:lnTo>
                    <a:pt x="3" y="96"/>
                  </a:lnTo>
                  <a:lnTo>
                    <a:pt x="6" y="83"/>
                  </a:lnTo>
                  <a:lnTo>
                    <a:pt x="40" y="94"/>
                  </a:lnTo>
                  <a:lnTo>
                    <a:pt x="40" y="94"/>
                  </a:lnTo>
                  <a:lnTo>
                    <a:pt x="43" y="85"/>
                  </a:lnTo>
                  <a:lnTo>
                    <a:pt x="48" y="76"/>
                  </a:lnTo>
                  <a:lnTo>
                    <a:pt x="53" y="69"/>
                  </a:lnTo>
                  <a:lnTo>
                    <a:pt x="60" y="62"/>
                  </a:lnTo>
                  <a:lnTo>
                    <a:pt x="34" y="37"/>
                  </a:lnTo>
                  <a:lnTo>
                    <a:pt x="34" y="37"/>
                  </a:lnTo>
                  <a:lnTo>
                    <a:pt x="42" y="27"/>
                  </a:lnTo>
                  <a:lnTo>
                    <a:pt x="53" y="20"/>
                  </a:lnTo>
                  <a:lnTo>
                    <a:pt x="64" y="12"/>
                  </a:lnTo>
                  <a:lnTo>
                    <a:pt x="78" y="7"/>
                  </a:lnTo>
                  <a:lnTo>
                    <a:pt x="90" y="41"/>
                  </a:lnTo>
                  <a:lnTo>
                    <a:pt x="90" y="41"/>
                  </a:lnTo>
                  <a:lnTo>
                    <a:pt x="105" y="37"/>
                  </a:lnTo>
                  <a:lnTo>
                    <a:pt x="121" y="34"/>
                  </a:lnTo>
                  <a:lnTo>
                    <a:pt x="121" y="49"/>
                  </a:lnTo>
                  <a:lnTo>
                    <a:pt x="121" y="49"/>
                  </a:lnTo>
                  <a:lnTo>
                    <a:pt x="108" y="50"/>
                  </a:lnTo>
                  <a:lnTo>
                    <a:pt x="95" y="54"/>
                  </a:lnTo>
                  <a:lnTo>
                    <a:pt x="95" y="54"/>
                  </a:lnTo>
                  <a:lnTo>
                    <a:pt x="83" y="60"/>
                  </a:lnTo>
                  <a:lnTo>
                    <a:pt x="72" y="69"/>
                  </a:lnTo>
                  <a:lnTo>
                    <a:pt x="63" y="79"/>
                  </a:lnTo>
                  <a:lnTo>
                    <a:pt x="57" y="91"/>
                  </a:lnTo>
                  <a:lnTo>
                    <a:pt x="52" y="104"/>
                  </a:lnTo>
                  <a:lnTo>
                    <a:pt x="51" y="117"/>
                  </a:lnTo>
                  <a:lnTo>
                    <a:pt x="51" y="131"/>
                  </a:lnTo>
                  <a:lnTo>
                    <a:pt x="55" y="144"/>
                  </a:lnTo>
                  <a:lnTo>
                    <a:pt x="55" y="144"/>
                  </a:lnTo>
                  <a:lnTo>
                    <a:pt x="60" y="154"/>
                  </a:lnTo>
                  <a:lnTo>
                    <a:pt x="66" y="163"/>
                  </a:lnTo>
                  <a:lnTo>
                    <a:pt x="73" y="172"/>
                  </a:lnTo>
                  <a:lnTo>
                    <a:pt x="82" y="178"/>
                  </a:lnTo>
                  <a:lnTo>
                    <a:pt x="90" y="183"/>
                  </a:lnTo>
                  <a:lnTo>
                    <a:pt x="100" y="186"/>
                  </a:lnTo>
                  <a:lnTo>
                    <a:pt x="110" y="189"/>
                  </a:lnTo>
                  <a:lnTo>
                    <a:pt x="121" y="190"/>
                  </a:lnTo>
                  <a:lnTo>
                    <a:pt x="121" y="240"/>
                  </a:lnTo>
                  <a:close/>
                </a:path>
              </a:pathLst>
            </a:custGeom>
            <a:grpFill/>
            <a:ln w="9525">
              <a:noFill/>
              <a:round/>
            </a:ln>
          </p:spPr>
          <p:txBody>
            <a:bodyPr/>
            <a:lstStyle/>
            <a:p>
              <a:pPr>
                <a:defRPr/>
              </a:pPr>
              <a:endParaRPr lang="en-US" dirty="0">
                <a:solidFill>
                  <a:srgbClr val="000000"/>
                </a:solidFill>
                <a:latin typeface="方正银联黑简体" panose="02000000000000000000" pitchFamily="2" charset="-122"/>
                <a:ea typeface="方正银联黑简体" panose="02000000000000000000" pitchFamily="2" charset="-122"/>
                <a:cs typeface="FZYLHJW" charset="-122"/>
              </a:endParaRPr>
            </a:p>
          </p:txBody>
        </p:sp>
      </p:grpSp>
      <p:grpSp>
        <p:nvGrpSpPr>
          <p:cNvPr id="47" name="Group 127"/>
          <p:cNvGrpSpPr/>
          <p:nvPr/>
        </p:nvGrpSpPr>
        <p:grpSpPr>
          <a:xfrm>
            <a:off x="3891044" y="3443893"/>
            <a:ext cx="369843" cy="244095"/>
            <a:chOff x="2141517" y="2373325"/>
            <a:chExt cx="476251" cy="314325"/>
          </a:xfrm>
          <a:solidFill>
            <a:schemeClr val="bg1"/>
          </a:solidFill>
        </p:grpSpPr>
        <p:sp>
          <p:nvSpPr>
            <p:cNvPr id="48" name="Rectangle 22"/>
            <p:cNvSpPr>
              <a:spLocks noChangeArrowheads="1"/>
            </p:cNvSpPr>
            <p:nvPr/>
          </p:nvSpPr>
          <p:spPr bwMode="auto">
            <a:xfrm>
              <a:off x="2200255" y="2678125"/>
              <a:ext cx="387350" cy="9525"/>
            </a:xfrm>
            <a:prstGeom prst="rect">
              <a:avLst/>
            </a:prstGeom>
            <a:grpFill/>
            <a:ln w="9525">
              <a:noFill/>
              <a:miter lim="800000"/>
            </a:ln>
          </p:spPr>
          <p:txBody>
            <a:bodyPr/>
            <a:lstStyle/>
            <a:p>
              <a:pPr>
                <a:defRPr/>
              </a:pPr>
              <a:endParaRPr lang="en-US" dirty="0">
                <a:solidFill>
                  <a:srgbClr val="000000"/>
                </a:solidFill>
                <a:latin typeface="方正银联黑简体" panose="02000000000000000000" pitchFamily="2" charset="-122"/>
                <a:ea typeface="方正银联黑简体" panose="02000000000000000000" pitchFamily="2" charset="-122"/>
                <a:cs typeface="FZYLHJW" charset="-122"/>
              </a:endParaRPr>
            </a:p>
          </p:txBody>
        </p:sp>
        <p:sp>
          <p:nvSpPr>
            <p:cNvPr id="49" name="Rectangle 23"/>
            <p:cNvSpPr>
              <a:spLocks noChangeArrowheads="1"/>
            </p:cNvSpPr>
            <p:nvPr/>
          </p:nvSpPr>
          <p:spPr bwMode="auto">
            <a:xfrm>
              <a:off x="2517755" y="2468575"/>
              <a:ext cx="69850" cy="209550"/>
            </a:xfrm>
            <a:prstGeom prst="rect">
              <a:avLst/>
            </a:prstGeom>
            <a:grpFill/>
            <a:ln w="9525">
              <a:noFill/>
              <a:miter lim="800000"/>
            </a:ln>
          </p:spPr>
          <p:txBody>
            <a:bodyPr/>
            <a:lstStyle/>
            <a:p>
              <a:pPr>
                <a:defRPr/>
              </a:pPr>
              <a:endParaRPr lang="en-US" dirty="0">
                <a:solidFill>
                  <a:srgbClr val="000000"/>
                </a:solidFill>
                <a:latin typeface="方正银联黑简体" panose="02000000000000000000" pitchFamily="2" charset="-122"/>
                <a:ea typeface="方正银联黑简体" panose="02000000000000000000" pitchFamily="2" charset="-122"/>
                <a:cs typeface="FZYLHJW" charset="-122"/>
              </a:endParaRPr>
            </a:p>
          </p:txBody>
        </p:sp>
        <p:sp>
          <p:nvSpPr>
            <p:cNvPr id="50" name="Rectangle 24"/>
            <p:cNvSpPr>
              <a:spLocks noChangeArrowheads="1"/>
            </p:cNvSpPr>
            <p:nvPr/>
          </p:nvSpPr>
          <p:spPr bwMode="auto">
            <a:xfrm>
              <a:off x="2438380" y="2547950"/>
              <a:ext cx="69850" cy="130175"/>
            </a:xfrm>
            <a:prstGeom prst="rect">
              <a:avLst/>
            </a:prstGeom>
            <a:grpFill/>
            <a:ln w="9525">
              <a:noFill/>
              <a:miter lim="800000"/>
            </a:ln>
          </p:spPr>
          <p:txBody>
            <a:bodyPr/>
            <a:lstStyle/>
            <a:p>
              <a:pPr>
                <a:defRPr/>
              </a:pPr>
              <a:endParaRPr lang="en-US" dirty="0">
                <a:solidFill>
                  <a:srgbClr val="000000"/>
                </a:solidFill>
                <a:latin typeface="方正银联黑简体" panose="02000000000000000000" pitchFamily="2" charset="-122"/>
                <a:ea typeface="方正银联黑简体" panose="02000000000000000000" pitchFamily="2" charset="-122"/>
                <a:cs typeface="FZYLHJW" charset="-122"/>
              </a:endParaRPr>
            </a:p>
          </p:txBody>
        </p:sp>
        <p:sp>
          <p:nvSpPr>
            <p:cNvPr id="51" name="Rectangle 25"/>
            <p:cNvSpPr>
              <a:spLocks noChangeArrowheads="1"/>
            </p:cNvSpPr>
            <p:nvPr/>
          </p:nvSpPr>
          <p:spPr bwMode="auto">
            <a:xfrm>
              <a:off x="2359005" y="2592400"/>
              <a:ext cx="69850" cy="85725"/>
            </a:xfrm>
            <a:prstGeom prst="rect">
              <a:avLst/>
            </a:prstGeom>
            <a:grpFill/>
            <a:ln w="9525">
              <a:noFill/>
              <a:miter lim="800000"/>
            </a:ln>
          </p:spPr>
          <p:txBody>
            <a:bodyPr/>
            <a:lstStyle/>
            <a:p>
              <a:pPr>
                <a:defRPr/>
              </a:pPr>
              <a:endParaRPr lang="en-US" dirty="0">
                <a:solidFill>
                  <a:srgbClr val="000000"/>
                </a:solidFill>
                <a:latin typeface="方正银联黑简体" panose="02000000000000000000" pitchFamily="2" charset="-122"/>
                <a:ea typeface="方正银联黑简体" panose="02000000000000000000" pitchFamily="2" charset="-122"/>
                <a:cs typeface="FZYLHJW" charset="-122"/>
              </a:endParaRPr>
            </a:p>
          </p:txBody>
        </p:sp>
        <p:sp>
          <p:nvSpPr>
            <p:cNvPr id="52" name="Rectangle 26"/>
            <p:cNvSpPr>
              <a:spLocks noChangeArrowheads="1"/>
            </p:cNvSpPr>
            <p:nvPr/>
          </p:nvSpPr>
          <p:spPr bwMode="auto">
            <a:xfrm>
              <a:off x="2279630" y="2551125"/>
              <a:ext cx="69850" cy="127000"/>
            </a:xfrm>
            <a:prstGeom prst="rect">
              <a:avLst/>
            </a:prstGeom>
            <a:grpFill/>
            <a:ln w="9525">
              <a:noFill/>
              <a:miter lim="800000"/>
            </a:ln>
          </p:spPr>
          <p:txBody>
            <a:bodyPr/>
            <a:lstStyle/>
            <a:p>
              <a:pPr>
                <a:defRPr/>
              </a:pPr>
              <a:endParaRPr lang="en-US" dirty="0">
                <a:solidFill>
                  <a:srgbClr val="000000"/>
                </a:solidFill>
                <a:latin typeface="方正银联黑简体" panose="02000000000000000000" pitchFamily="2" charset="-122"/>
                <a:ea typeface="方正银联黑简体" panose="02000000000000000000" pitchFamily="2" charset="-122"/>
                <a:cs typeface="FZYLHJW" charset="-122"/>
              </a:endParaRPr>
            </a:p>
          </p:txBody>
        </p:sp>
        <p:sp>
          <p:nvSpPr>
            <p:cNvPr id="53" name="Rectangle 27"/>
            <p:cNvSpPr>
              <a:spLocks noChangeArrowheads="1"/>
            </p:cNvSpPr>
            <p:nvPr/>
          </p:nvSpPr>
          <p:spPr bwMode="auto">
            <a:xfrm>
              <a:off x="2200255" y="2587637"/>
              <a:ext cx="68263" cy="90488"/>
            </a:xfrm>
            <a:prstGeom prst="rect">
              <a:avLst/>
            </a:prstGeom>
            <a:grpFill/>
            <a:ln w="9525">
              <a:noFill/>
              <a:miter lim="800000"/>
            </a:ln>
          </p:spPr>
          <p:txBody>
            <a:bodyPr/>
            <a:lstStyle/>
            <a:p>
              <a:pPr>
                <a:defRPr/>
              </a:pPr>
              <a:endParaRPr lang="en-US" dirty="0">
                <a:solidFill>
                  <a:srgbClr val="000000"/>
                </a:solidFill>
                <a:latin typeface="方正银联黑简体" panose="02000000000000000000" pitchFamily="2" charset="-122"/>
                <a:ea typeface="方正银联黑简体" panose="02000000000000000000" pitchFamily="2" charset="-122"/>
                <a:cs typeface="FZYLHJW" charset="-122"/>
              </a:endParaRPr>
            </a:p>
          </p:txBody>
        </p:sp>
        <p:sp>
          <p:nvSpPr>
            <p:cNvPr id="54" name="Freeform 28"/>
            <p:cNvSpPr/>
            <p:nvPr/>
          </p:nvSpPr>
          <p:spPr bwMode="auto">
            <a:xfrm>
              <a:off x="2141517" y="2559062"/>
              <a:ext cx="36513" cy="38100"/>
            </a:xfrm>
            <a:custGeom>
              <a:avLst/>
              <a:gdLst/>
              <a:ahLst/>
              <a:cxnLst>
                <a:cxn ang="0">
                  <a:pos x="22" y="0"/>
                </a:cxn>
                <a:cxn ang="0">
                  <a:pos x="22" y="0"/>
                </a:cxn>
                <a:cxn ang="0">
                  <a:pos x="27" y="0"/>
                </a:cxn>
                <a:cxn ang="0">
                  <a:pos x="32" y="1"/>
                </a:cxn>
                <a:cxn ang="0">
                  <a:pos x="36" y="3"/>
                </a:cxn>
                <a:cxn ang="0">
                  <a:pos x="40" y="7"/>
                </a:cxn>
                <a:cxn ang="0">
                  <a:pos x="42" y="10"/>
                </a:cxn>
                <a:cxn ang="0">
                  <a:pos x="45" y="15"/>
                </a:cxn>
                <a:cxn ang="0">
                  <a:pos x="46" y="18"/>
                </a:cxn>
                <a:cxn ang="0">
                  <a:pos x="46" y="23"/>
                </a:cxn>
                <a:cxn ang="0">
                  <a:pos x="46" y="23"/>
                </a:cxn>
                <a:cxn ang="0">
                  <a:pos x="46" y="28"/>
                </a:cxn>
                <a:cxn ang="0">
                  <a:pos x="45" y="32"/>
                </a:cxn>
                <a:cxn ang="0">
                  <a:pos x="42" y="36"/>
                </a:cxn>
                <a:cxn ang="0">
                  <a:pos x="40" y="39"/>
                </a:cxn>
                <a:cxn ang="0">
                  <a:pos x="36" y="43"/>
                </a:cxn>
                <a:cxn ang="0">
                  <a:pos x="32" y="44"/>
                </a:cxn>
                <a:cxn ang="0">
                  <a:pos x="27" y="45"/>
                </a:cxn>
                <a:cxn ang="0">
                  <a:pos x="22" y="47"/>
                </a:cxn>
                <a:cxn ang="0">
                  <a:pos x="22" y="47"/>
                </a:cxn>
                <a:cxn ang="0">
                  <a:pos x="19" y="45"/>
                </a:cxn>
                <a:cxn ang="0">
                  <a:pos x="14" y="44"/>
                </a:cxn>
                <a:cxn ang="0">
                  <a:pos x="10" y="43"/>
                </a:cxn>
                <a:cxn ang="0">
                  <a:pos x="6" y="39"/>
                </a:cxn>
                <a:cxn ang="0">
                  <a:pos x="4" y="36"/>
                </a:cxn>
                <a:cxn ang="0">
                  <a:pos x="1" y="32"/>
                </a:cxn>
                <a:cxn ang="0">
                  <a:pos x="0" y="28"/>
                </a:cxn>
                <a:cxn ang="0">
                  <a:pos x="0" y="23"/>
                </a:cxn>
                <a:cxn ang="0">
                  <a:pos x="0" y="23"/>
                </a:cxn>
                <a:cxn ang="0">
                  <a:pos x="0" y="18"/>
                </a:cxn>
                <a:cxn ang="0">
                  <a:pos x="1" y="15"/>
                </a:cxn>
                <a:cxn ang="0">
                  <a:pos x="4" y="10"/>
                </a:cxn>
                <a:cxn ang="0">
                  <a:pos x="6" y="7"/>
                </a:cxn>
                <a:cxn ang="0">
                  <a:pos x="10" y="3"/>
                </a:cxn>
                <a:cxn ang="0">
                  <a:pos x="14" y="1"/>
                </a:cxn>
                <a:cxn ang="0">
                  <a:pos x="19" y="0"/>
                </a:cxn>
                <a:cxn ang="0">
                  <a:pos x="22" y="0"/>
                </a:cxn>
                <a:cxn ang="0">
                  <a:pos x="22" y="0"/>
                </a:cxn>
              </a:cxnLst>
              <a:rect l="0" t="0" r="r" b="b"/>
              <a:pathLst>
                <a:path w="46" h="47">
                  <a:moveTo>
                    <a:pt x="22" y="0"/>
                  </a:moveTo>
                  <a:lnTo>
                    <a:pt x="22" y="0"/>
                  </a:lnTo>
                  <a:lnTo>
                    <a:pt x="27" y="0"/>
                  </a:lnTo>
                  <a:lnTo>
                    <a:pt x="32" y="1"/>
                  </a:lnTo>
                  <a:lnTo>
                    <a:pt x="36" y="3"/>
                  </a:lnTo>
                  <a:lnTo>
                    <a:pt x="40" y="7"/>
                  </a:lnTo>
                  <a:lnTo>
                    <a:pt x="42" y="10"/>
                  </a:lnTo>
                  <a:lnTo>
                    <a:pt x="45" y="15"/>
                  </a:lnTo>
                  <a:lnTo>
                    <a:pt x="46" y="18"/>
                  </a:lnTo>
                  <a:lnTo>
                    <a:pt x="46" y="23"/>
                  </a:lnTo>
                  <a:lnTo>
                    <a:pt x="46" y="23"/>
                  </a:lnTo>
                  <a:lnTo>
                    <a:pt x="46" y="28"/>
                  </a:lnTo>
                  <a:lnTo>
                    <a:pt x="45" y="32"/>
                  </a:lnTo>
                  <a:lnTo>
                    <a:pt x="42" y="36"/>
                  </a:lnTo>
                  <a:lnTo>
                    <a:pt x="40" y="39"/>
                  </a:lnTo>
                  <a:lnTo>
                    <a:pt x="36" y="43"/>
                  </a:lnTo>
                  <a:lnTo>
                    <a:pt x="32" y="44"/>
                  </a:lnTo>
                  <a:lnTo>
                    <a:pt x="27" y="45"/>
                  </a:lnTo>
                  <a:lnTo>
                    <a:pt x="22" y="47"/>
                  </a:lnTo>
                  <a:lnTo>
                    <a:pt x="22" y="47"/>
                  </a:lnTo>
                  <a:lnTo>
                    <a:pt x="19" y="45"/>
                  </a:lnTo>
                  <a:lnTo>
                    <a:pt x="14" y="44"/>
                  </a:lnTo>
                  <a:lnTo>
                    <a:pt x="10" y="43"/>
                  </a:lnTo>
                  <a:lnTo>
                    <a:pt x="6" y="39"/>
                  </a:lnTo>
                  <a:lnTo>
                    <a:pt x="4" y="36"/>
                  </a:lnTo>
                  <a:lnTo>
                    <a:pt x="1" y="32"/>
                  </a:lnTo>
                  <a:lnTo>
                    <a:pt x="0" y="28"/>
                  </a:lnTo>
                  <a:lnTo>
                    <a:pt x="0" y="23"/>
                  </a:lnTo>
                  <a:lnTo>
                    <a:pt x="0" y="23"/>
                  </a:lnTo>
                  <a:lnTo>
                    <a:pt x="0" y="18"/>
                  </a:lnTo>
                  <a:lnTo>
                    <a:pt x="1" y="15"/>
                  </a:lnTo>
                  <a:lnTo>
                    <a:pt x="4" y="10"/>
                  </a:lnTo>
                  <a:lnTo>
                    <a:pt x="6" y="7"/>
                  </a:lnTo>
                  <a:lnTo>
                    <a:pt x="10" y="3"/>
                  </a:lnTo>
                  <a:lnTo>
                    <a:pt x="14" y="1"/>
                  </a:lnTo>
                  <a:lnTo>
                    <a:pt x="19" y="0"/>
                  </a:lnTo>
                  <a:lnTo>
                    <a:pt x="22" y="0"/>
                  </a:lnTo>
                  <a:lnTo>
                    <a:pt x="22" y="0"/>
                  </a:lnTo>
                  <a:close/>
                </a:path>
              </a:pathLst>
            </a:custGeom>
            <a:grpFill/>
            <a:ln w="9525">
              <a:noFill/>
              <a:round/>
            </a:ln>
          </p:spPr>
          <p:txBody>
            <a:bodyPr/>
            <a:lstStyle/>
            <a:p>
              <a:pPr>
                <a:defRPr/>
              </a:pPr>
              <a:endParaRPr lang="en-US" dirty="0">
                <a:solidFill>
                  <a:srgbClr val="000000"/>
                </a:solidFill>
                <a:latin typeface="方正银联黑简体" panose="02000000000000000000" pitchFamily="2" charset="-122"/>
                <a:ea typeface="方正银联黑简体" panose="02000000000000000000" pitchFamily="2" charset="-122"/>
                <a:cs typeface="FZYLHJW" charset="-122"/>
              </a:endParaRPr>
            </a:p>
          </p:txBody>
        </p:sp>
        <p:sp>
          <p:nvSpPr>
            <p:cNvPr id="55" name="Freeform 29"/>
            <p:cNvSpPr/>
            <p:nvPr/>
          </p:nvSpPr>
          <p:spPr bwMode="auto">
            <a:xfrm>
              <a:off x="2568555" y="2373325"/>
              <a:ext cx="49213" cy="47625"/>
            </a:xfrm>
            <a:custGeom>
              <a:avLst/>
              <a:gdLst/>
              <a:ahLst/>
              <a:cxnLst>
                <a:cxn ang="0">
                  <a:pos x="62" y="0"/>
                </a:cxn>
                <a:cxn ang="0">
                  <a:pos x="0" y="1"/>
                </a:cxn>
                <a:cxn ang="0">
                  <a:pos x="22" y="29"/>
                </a:cxn>
                <a:cxn ang="0">
                  <a:pos x="43" y="59"/>
                </a:cxn>
                <a:cxn ang="0">
                  <a:pos x="62" y="0"/>
                </a:cxn>
              </a:cxnLst>
              <a:rect l="0" t="0" r="r" b="b"/>
              <a:pathLst>
                <a:path w="62" h="59">
                  <a:moveTo>
                    <a:pt x="62" y="0"/>
                  </a:moveTo>
                  <a:lnTo>
                    <a:pt x="0" y="1"/>
                  </a:lnTo>
                  <a:lnTo>
                    <a:pt x="22" y="29"/>
                  </a:lnTo>
                  <a:lnTo>
                    <a:pt x="43" y="59"/>
                  </a:lnTo>
                  <a:lnTo>
                    <a:pt x="62" y="0"/>
                  </a:lnTo>
                  <a:close/>
                </a:path>
              </a:pathLst>
            </a:custGeom>
            <a:grpFill/>
            <a:ln w="9525">
              <a:noFill/>
              <a:round/>
            </a:ln>
          </p:spPr>
          <p:txBody>
            <a:bodyPr/>
            <a:lstStyle/>
            <a:p>
              <a:pPr>
                <a:defRPr/>
              </a:pPr>
              <a:endParaRPr lang="en-US" dirty="0">
                <a:solidFill>
                  <a:srgbClr val="000000"/>
                </a:solidFill>
                <a:latin typeface="方正银联黑简体" panose="02000000000000000000" pitchFamily="2" charset="-122"/>
                <a:ea typeface="方正银联黑简体" panose="02000000000000000000" pitchFamily="2" charset="-122"/>
                <a:cs typeface="FZYLHJW" charset="-122"/>
              </a:endParaRPr>
            </a:p>
          </p:txBody>
        </p:sp>
        <p:sp>
          <p:nvSpPr>
            <p:cNvPr id="56" name="Freeform 30"/>
            <p:cNvSpPr/>
            <p:nvPr/>
          </p:nvSpPr>
          <p:spPr bwMode="auto">
            <a:xfrm>
              <a:off x="2176442" y="2397137"/>
              <a:ext cx="404813" cy="169863"/>
            </a:xfrm>
            <a:custGeom>
              <a:avLst/>
              <a:gdLst/>
              <a:ahLst/>
              <a:cxnLst>
                <a:cxn ang="0">
                  <a:pos x="0" y="204"/>
                </a:cxn>
                <a:cxn ang="0">
                  <a:pos x="176" y="73"/>
                </a:cxn>
                <a:cxn ang="0">
                  <a:pos x="182" y="70"/>
                </a:cxn>
                <a:cxn ang="0">
                  <a:pos x="186" y="75"/>
                </a:cxn>
                <a:cxn ang="0">
                  <a:pos x="270" y="174"/>
                </a:cxn>
                <a:cxn ang="0">
                  <a:pos x="502" y="0"/>
                </a:cxn>
                <a:cxn ang="0">
                  <a:pos x="507" y="7"/>
                </a:cxn>
                <a:cxn ang="0">
                  <a:pos x="511" y="12"/>
                </a:cxn>
                <a:cxn ang="0">
                  <a:pos x="274" y="190"/>
                </a:cxn>
                <a:cxn ang="0">
                  <a:pos x="268" y="193"/>
                </a:cxn>
                <a:cxn ang="0">
                  <a:pos x="263" y="188"/>
                </a:cxn>
                <a:cxn ang="0">
                  <a:pos x="180" y="89"/>
                </a:cxn>
                <a:cxn ang="0">
                  <a:pos x="9" y="216"/>
                </a:cxn>
                <a:cxn ang="0">
                  <a:pos x="9" y="216"/>
                </a:cxn>
                <a:cxn ang="0">
                  <a:pos x="5" y="209"/>
                </a:cxn>
                <a:cxn ang="0">
                  <a:pos x="0" y="204"/>
                </a:cxn>
                <a:cxn ang="0">
                  <a:pos x="0" y="204"/>
                </a:cxn>
              </a:cxnLst>
              <a:rect l="0" t="0" r="r" b="b"/>
              <a:pathLst>
                <a:path w="511" h="216">
                  <a:moveTo>
                    <a:pt x="0" y="204"/>
                  </a:moveTo>
                  <a:lnTo>
                    <a:pt x="176" y="73"/>
                  </a:lnTo>
                  <a:lnTo>
                    <a:pt x="182" y="70"/>
                  </a:lnTo>
                  <a:lnTo>
                    <a:pt x="186" y="75"/>
                  </a:lnTo>
                  <a:lnTo>
                    <a:pt x="270" y="174"/>
                  </a:lnTo>
                  <a:lnTo>
                    <a:pt x="502" y="0"/>
                  </a:lnTo>
                  <a:lnTo>
                    <a:pt x="507" y="7"/>
                  </a:lnTo>
                  <a:lnTo>
                    <a:pt x="511" y="12"/>
                  </a:lnTo>
                  <a:lnTo>
                    <a:pt x="274" y="190"/>
                  </a:lnTo>
                  <a:lnTo>
                    <a:pt x="268" y="193"/>
                  </a:lnTo>
                  <a:lnTo>
                    <a:pt x="263" y="188"/>
                  </a:lnTo>
                  <a:lnTo>
                    <a:pt x="180" y="89"/>
                  </a:lnTo>
                  <a:lnTo>
                    <a:pt x="9" y="216"/>
                  </a:lnTo>
                  <a:lnTo>
                    <a:pt x="9" y="216"/>
                  </a:lnTo>
                  <a:lnTo>
                    <a:pt x="5" y="209"/>
                  </a:lnTo>
                  <a:lnTo>
                    <a:pt x="0" y="204"/>
                  </a:lnTo>
                  <a:lnTo>
                    <a:pt x="0" y="204"/>
                  </a:lnTo>
                  <a:close/>
                </a:path>
              </a:pathLst>
            </a:custGeom>
            <a:grpFill/>
            <a:ln w="9525">
              <a:noFill/>
              <a:round/>
            </a:ln>
          </p:spPr>
          <p:txBody>
            <a:bodyPr/>
            <a:lstStyle/>
            <a:p>
              <a:pPr>
                <a:defRPr/>
              </a:pPr>
              <a:endParaRPr lang="en-US" dirty="0">
                <a:solidFill>
                  <a:srgbClr val="000000"/>
                </a:solidFill>
                <a:latin typeface="方正银联黑简体" panose="02000000000000000000" pitchFamily="2" charset="-122"/>
                <a:ea typeface="方正银联黑简体" panose="02000000000000000000" pitchFamily="2" charset="-122"/>
                <a:cs typeface="FZYLHJW" charset="-122"/>
              </a:endParaRPr>
            </a:p>
          </p:txBody>
        </p:sp>
      </p:grpSp>
      <p:grpSp>
        <p:nvGrpSpPr>
          <p:cNvPr id="57" name="Group 75"/>
          <p:cNvGrpSpPr/>
          <p:nvPr/>
        </p:nvGrpSpPr>
        <p:grpSpPr bwMode="auto">
          <a:xfrm>
            <a:off x="3131811" y="3411606"/>
            <a:ext cx="342788" cy="335136"/>
            <a:chOff x="4080141" y="798258"/>
            <a:chExt cx="328062" cy="319755"/>
          </a:xfrm>
          <a:solidFill>
            <a:schemeClr val="bg1"/>
          </a:solidFill>
        </p:grpSpPr>
        <p:sp>
          <p:nvSpPr>
            <p:cNvPr id="58" name="Freeform 76"/>
            <p:cNvSpPr/>
            <p:nvPr/>
          </p:nvSpPr>
          <p:spPr bwMode="auto">
            <a:xfrm>
              <a:off x="4080141" y="823079"/>
              <a:ext cx="294377" cy="294934"/>
            </a:xfrm>
            <a:custGeom>
              <a:avLst/>
              <a:gdLst/>
              <a:ahLst/>
              <a:cxnLst>
                <a:cxn ang="0">
                  <a:pos x="141" y="141"/>
                </a:cxn>
                <a:cxn ang="0">
                  <a:pos x="284" y="141"/>
                </a:cxn>
                <a:cxn ang="0">
                  <a:pos x="284" y="141"/>
                </a:cxn>
                <a:cxn ang="0">
                  <a:pos x="283" y="156"/>
                </a:cxn>
                <a:cxn ang="0">
                  <a:pos x="281" y="170"/>
                </a:cxn>
                <a:cxn ang="0">
                  <a:pos x="277" y="185"/>
                </a:cxn>
                <a:cxn ang="0">
                  <a:pos x="274" y="197"/>
                </a:cxn>
                <a:cxn ang="0">
                  <a:pos x="266" y="210"/>
                </a:cxn>
                <a:cxn ang="0">
                  <a:pos x="259" y="221"/>
                </a:cxn>
                <a:cxn ang="0">
                  <a:pos x="252" y="232"/>
                </a:cxn>
                <a:cxn ang="0">
                  <a:pos x="243" y="243"/>
                </a:cxn>
                <a:cxn ang="0">
                  <a:pos x="232" y="252"/>
                </a:cxn>
                <a:cxn ang="0">
                  <a:pos x="221" y="259"/>
                </a:cxn>
                <a:cxn ang="0">
                  <a:pos x="210" y="266"/>
                </a:cxn>
                <a:cxn ang="0">
                  <a:pos x="197" y="273"/>
                </a:cxn>
                <a:cxn ang="0">
                  <a:pos x="185" y="277"/>
                </a:cxn>
                <a:cxn ang="0">
                  <a:pos x="170" y="281"/>
                </a:cxn>
                <a:cxn ang="0">
                  <a:pos x="156" y="283"/>
                </a:cxn>
                <a:cxn ang="0">
                  <a:pos x="141" y="284"/>
                </a:cxn>
                <a:cxn ang="0">
                  <a:pos x="141" y="284"/>
                </a:cxn>
                <a:cxn ang="0">
                  <a:pos x="127" y="283"/>
                </a:cxn>
                <a:cxn ang="0">
                  <a:pos x="112" y="281"/>
                </a:cxn>
                <a:cxn ang="0">
                  <a:pos x="100" y="277"/>
                </a:cxn>
                <a:cxn ang="0">
                  <a:pos x="87" y="273"/>
                </a:cxn>
                <a:cxn ang="0">
                  <a:pos x="74" y="266"/>
                </a:cxn>
                <a:cxn ang="0">
                  <a:pos x="62" y="259"/>
                </a:cxn>
                <a:cxn ang="0">
                  <a:pos x="51" y="252"/>
                </a:cxn>
                <a:cxn ang="0">
                  <a:pos x="42" y="243"/>
                </a:cxn>
                <a:cxn ang="0">
                  <a:pos x="33" y="232"/>
                </a:cxn>
                <a:cxn ang="0">
                  <a:pos x="23" y="221"/>
                </a:cxn>
                <a:cxn ang="0">
                  <a:pos x="16" y="210"/>
                </a:cxn>
                <a:cxn ang="0">
                  <a:pos x="11" y="197"/>
                </a:cxn>
                <a:cxn ang="0">
                  <a:pos x="5" y="185"/>
                </a:cxn>
                <a:cxn ang="0">
                  <a:pos x="2" y="170"/>
                </a:cxn>
                <a:cxn ang="0">
                  <a:pos x="0" y="156"/>
                </a:cxn>
                <a:cxn ang="0">
                  <a:pos x="0" y="141"/>
                </a:cxn>
                <a:cxn ang="0">
                  <a:pos x="0" y="141"/>
                </a:cxn>
                <a:cxn ang="0">
                  <a:pos x="0" y="127"/>
                </a:cxn>
                <a:cxn ang="0">
                  <a:pos x="2" y="114"/>
                </a:cxn>
                <a:cxn ang="0">
                  <a:pos x="5" y="99"/>
                </a:cxn>
                <a:cxn ang="0">
                  <a:pos x="11" y="87"/>
                </a:cxn>
                <a:cxn ang="0">
                  <a:pos x="16" y="74"/>
                </a:cxn>
                <a:cxn ang="0">
                  <a:pos x="23" y="63"/>
                </a:cxn>
                <a:cxn ang="0">
                  <a:pos x="33" y="52"/>
                </a:cxn>
                <a:cxn ang="0">
                  <a:pos x="42" y="41"/>
                </a:cxn>
                <a:cxn ang="0">
                  <a:pos x="51" y="32"/>
                </a:cxn>
                <a:cxn ang="0">
                  <a:pos x="62" y="23"/>
                </a:cxn>
                <a:cxn ang="0">
                  <a:pos x="74" y="16"/>
                </a:cxn>
                <a:cxn ang="0">
                  <a:pos x="87" y="11"/>
                </a:cxn>
                <a:cxn ang="0">
                  <a:pos x="100" y="7"/>
                </a:cxn>
                <a:cxn ang="0">
                  <a:pos x="112" y="3"/>
                </a:cxn>
                <a:cxn ang="0">
                  <a:pos x="127" y="0"/>
                </a:cxn>
                <a:cxn ang="0">
                  <a:pos x="141" y="0"/>
                </a:cxn>
                <a:cxn ang="0">
                  <a:pos x="141" y="141"/>
                </a:cxn>
              </a:cxnLst>
              <a:rect l="0" t="0" r="r" b="b"/>
              <a:pathLst>
                <a:path w="284" h="284">
                  <a:moveTo>
                    <a:pt x="141" y="141"/>
                  </a:moveTo>
                  <a:lnTo>
                    <a:pt x="284" y="141"/>
                  </a:lnTo>
                  <a:lnTo>
                    <a:pt x="284" y="141"/>
                  </a:lnTo>
                  <a:lnTo>
                    <a:pt x="283" y="156"/>
                  </a:lnTo>
                  <a:lnTo>
                    <a:pt x="281" y="170"/>
                  </a:lnTo>
                  <a:lnTo>
                    <a:pt x="277" y="185"/>
                  </a:lnTo>
                  <a:lnTo>
                    <a:pt x="274" y="197"/>
                  </a:lnTo>
                  <a:lnTo>
                    <a:pt x="266" y="210"/>
                  </a:lnTo>
                  <a:lnTo>
                    <a:pt x="259" y="221"/>
                  </a:lnTo>
                  <a:lnTo>
                    <a:pt x="252" y="232"/>
                  </a:lnTo>
                  <a:lnTo>
                    <a:pt x="243" y="243"/>
                  </a:lnTo>
                  <a:lnTo>
                    <a:pt x="232" y="252"/>
                  </a:lnTo>
                  <a:lnTo>
                    <a:pt x="221" y="259"/>
                  </a:lnTo>
                  <a:lnTo>
                    <a:pt x="210" y="266"/>
                  </a:lnTo>
                  <a:lnTo>
                    <a:pt x="197" y="273"/>
                  </a:lnTo>
                  <a:lnTo>
                    <a:pt x="185" y="277"/>
                  </a:lnTo>
                  <a:lnTo>
                    <a:pt x="170" y="281"/>
                  </a:lnTo>
                  <a:lnTo>
                    <a:pt x="156" y="283"/>
                  </a:lnTo>
                  <a:lnTo>
                    <a:pt x="141" y="284"/>
                  </a:lnTo>
                  <a:lnTo>
                    <a:pt x="141" y="284"/>
                  </a:lnTo>
                  <a:lnTo>
                    <a:pt x="127" y="283"/>
                  </a:lnTo>
                  <a:lnTo>
                    <a:pt x="112" y="281"/>
                  </a:lnTo>
                  <a:lnTo>
                    <a:pt x="100" y="277"/>
                  </a:lnTo>
                  <a:lnTo>
                    <a:pt x="87" y="273"/>
                  </a:lnTo>
                  <a:lnTo>
                    <a:pt x="74" y="266"/>
                  </a:lnTo>
                  <a:lnTo>
                    <a:pt x="62" y="259"/>
                  </a:lnTo>
                  <a:lnTo>
                    <a:pt x="51" y="252"/>
                  </a:lnTo>
                  <a:lnTo>
                    <a:pt x="42" y="243"/>
                  </a:lnTo>
                  <a:lnTo>
                    <a:pt x="33" y="232"/>
                  </a:lnTo>
                  <a:lnTo>
                    <a:pt x="23" y="221"/>
                  </a:lnTo>
                  <a:lnTo>
                    <a:pt x="16" y="210"/>
                  </a:lnTo>
                  <a:lnTo>
                    <a:pt x="11" y="197"/>
                  </a:lnTo>
                  <a:lnTo>
                    <a:pt x="5" y="185"/>
                  </a:lnTo>
                  <a:lnTo>
                    <a:pt x="2" y="170"/>
                  </a:lnTo>
                  <a:lnTo>
                    <a:pt x="0" y="156"/>
                  </a:lnTo>
                  <a:lnTo>
                    <a:pt x="0" y="141"/>
                  </a:lnTo>
                  <a:lnTo>
                    <a:pt x="0" y="141"/>
                  </a:lnTo>
                  <a:lnTo>
                    <a:pt x="0" y="127"/>
                  </a:lnTo>
                  <a:lnTo>
                    <a:pt x="2" y="114"/>
                  </a:lnTo>
                  <a:lnTo>
                    <a:pt x="5" y="99"/>
                  </a:lnTo>
                  <a:lnTo>
                    <a:pt x="11" y="87"/>
                  </a:lnTo>
                  <a:lnTo>
                    <a:pt x="16" y="74"/>
                  </a:lnTo>
                  <a:lnTo>
                    <a:pt x="23" y="63"/>
                  </a:lnTo>
                  <a:lnTo>
                    <a:pt x="33" y="52"/>
                  </a:lnTo>
                  <a:lnTo>
                    <a:pt x="42" y="41"/>
                  </a:lnTo>
                  <a:lnTo>
                    <a:pt x="51" y="32"/>
                  </a:lnTo>
                  <a:lnTo>
                    <a:pt x="62" y="23"/>
                  </a:lnTo>
                  <a:lnTo>
                    <a:pt x="74" y="16"/>
                  </a:lnTo>
                  <a:lnTo>
                    <a:pt x="87" y="11"/>
                  </a:lnTo>
                  <a:lnTo>
                    <a:pt x="100" y="7"/>
                  </a:lnTo>
                  <a:lnTo>
                    <a:pt x="112" y="3"/>
                  </a:lnTo>
                  <a:lnTo>
                    <a:pt x="127" y="0"/>
                  </a:lnTo>
                  <a:lnTo>
                    <a:pt x="141" y="0"/>
                  </a:lnTo>
                  <a:lnTo>
                    <a:pt x="141" y="141"/>
                  </a:lnTo>
                  <a:close/>
                </a:path>
              </a:pathLst>
            </a:custGeom>
            <a:grpFill/>
            <a:ln w="9525">
              <a:noFill/>
              <a:round/>
            </a:ln>
          </p:spPr>
          <p:txBody>
            <a:bodyPr/>
            <a:lstStyle/>
            <a:p>
              <a:pPr>
                <a:defRPr/>
              </a:pPr>
              <a:endParaRPr lang="en-US" dirty="0">
                <a:solidFill>
                  <a:srgbClr val="000000"/>
                </a:solidFill>
                <a:latin typeface="方正银联黑简体" panose="02000000000000000000" pitchFamily="2" charset="-122"/>
                <a:ea typeface="方正银联黑简体" panose="02000000000000000000" pitchFamily="2" charset="-122"/>
                <a:cs typeface="FZYLHJW" charset="-122"/>
              </a:endParaRPr>
            </a:p>
          </p:txBody>
        </p:sp>
        <p:sp>
          <p:nvSpPr>
            <p:cNvPr id="59" name="Freeform 77"/>
            <p:cNvSpPr/>
            <p:nvPr/>
          </p:nvSpPr>
          <p:spPr bwMode="auto">
            <a:xfrm>
              <a:off x="4260282" y="798258"/>
              <a:ext cx="147921" cy="147467"/>
            </a:xfrm>
            <a:custGeom>
              <a:avLst/>
              <a:gdLst/>
              <a:ahLst/>
              <a:cxnLst>
                <a:cxn ang="0">
                  <a:pos x="0" y="142"/>
                </a:cxn>
                <a:cxn ang="0">
                  <a:pos x="141" y="142"/>
                </a:cxn>
                <a:cxn ang="0">
                  <a:pos x="141" y="142"/>
                </a:cxn>
                <a:cxn ang="0">
                  <a:pos x="141" y="127"/>
                </a:cxn>
                <a:cxn ang="0">
                  <a:pos x="139" y="113"/>
                </a:cxn>
                <a:cxn ang="0">
                  <a:pos x="136" y="100"/>
                </a:cxn>
                <a:cxn ang="0">
                  <a:pos x="130" y="87"/>
                </a:cxn>
                <a:cxn ang="0">
                  <a:pos x="125" y="74"/>
                </a:cxn>
                <a:cxn ang="0">
                  <a:pos x="118" y="62"/>
                </a:cxn>
                <a:cxn ang="0">
                  <a:pos x="109" y="51"/>
                </a:cxn>
                <a:cxn ang="0">
                  <a:pos x="100" y="42"/>
                </a:cxn>
                <a:cxn ang="0">
                  <a:pos x="91" y="33"/>
                </a:cxn>
                <a:cxn ang="0">
                  <a:pos x="80" y="24"/>
                </a:cxn>
                <a:cxn ang="0">
                  <a:pos x="67" y="16"/>
                </a:cxn>
                <a:cxn ang="0">
                  <a:pos x="54" y="11"/>
                </a:cxn>
                <a:cxn ang="0">
                  <a:pos x="42" y="6"/>
                </a:cxn>
                <a:cxn ang="0">
                  <a:pos x="29" y="2"/>
                </a:cxn>
                <a:cxn ang="0">
                  <a:pos x="14" y="0"/>
                </a:cxn>
                <a:cxn ang="0">
                  <a:pos x="0" y="0"/>
                </a:cxn>
                <a:cxn ang="0">
                  <a:pos x="0" y="142"/>
                </a:cxn>
              </a:cxnLst>
              <a:rect l="0" t="0" r="r" b="b"/>
              <a:pathLst>
                <a:path w="141" h="142">
                  <a:moveTo>
                    <a:pt x="0" y="142"/>
                  </a:moveTo>
                  <a:lnTo>
                    <a:pt x="141" y="142"/>
                  </a:lnTo>
                  <a:lnTo>
                    <a:pt x="141" y="142"/>
                  </a:lnTo>
                  <a:lnTo>
                    <a:pt x="141" y="127"/>
                  </a:lnTo>
                  <a:lnTo>
                    <a:pt x="139" y="113"/>
                  </a:lnTo>
                  <a:lnTo>
                    <a:pt x="136" y="100"/>
                  </a:lnTo>
                  <a:lnTo>
                    <a:pt x="130" y="87"/>
                  </a:lnTo>
                  <a:lnTo>
                    <a:pt x="125" y="74"/>
                  </a:lnTo>
                  <a:lnTo>
                    <a:pt x="118" y="62"/>
                  </a:lnTo>
                  <a:lnTo>
                    <a:pt x="109" y="51"/>
                  </a:lnTo>
                  <a:lnTo>
                    <a:pt x="100" y="42"/>
                  </a:lnTo>
                  <a:lnTo>
                    <a:pt x="91" y="33"/>
                  </a:lnTo>
                  <a:lnTo>
                    <a:pt x="80" y="24"/>
                  </a:lnTo>
                  <a:lnTo>
                    <a:pt x="67" y="16"/>
                  </a:lnTo>
                  <a:lnTo>
                    <a:pt x="54" y="11"/>
                  </a:lnTo>
                  <a:lnTo>
                    <a:pt x="42" y="6"/>
                  </a:lnTo>
                  <a:lnTo>
                    <a:pt x="29" y="2"/>
                  </a:lnTo>
                  <a:lnTo>
                    <a:pt x="14" y="0"/>
                  </a:lnTo>
                  <a:lnTo>
                    <a:pt x="0" y="0"/>
                  </a:lnTo>
                  <a:lnTo>
                    <a:pt x="0" y="142"/>
                  </a:lnTo>
                  <a:close/>
                </a:path>
              </a:pathLst>
            </a:custGeom>
            <a:grpFill/>
            <a:ln w="9525">
              <a:noFill/>
              <a:round/>
            </a:ln>
          </p:spPr>
          <p:txBody>
            <a:bodyPr/>
            <a:lstStyle/>
            <a:p>
              <a:pPr>
                <a:defRPr/>
              </a:pPr>
              <a:endParaRPr lang="en-US" dirty="0">
                <a:solidFill>
                  <a:srgbClr val="000000"/>
                </a:solidFill>
                <a:latin typeface="方正银联黑简体" panose="02000000000000000000" pitchFamily="2" charset="-122"/>
                <a:ea typeface="方正银联黑简体" panose="02000000000000000000" pitchFamily="2" charset="-122"/>
                <a:cs typeface="FZYLHJW" charset="-122"/>
              </a:endParaRPr>
            </a:p>
          </p:txBody>
        </p:sp>
      </p:grpSp>
      <p:sp>
        <p:nvSpPr>
          <p:cNvPr id="60" name="文本框 59"/>
          <p:cNvSpPr txBox="1"/>
          <p:nvPr/>
        </p:nvSpPr>
        <p:spPr>
          <a:xfrm>
            <a:off x="5520903" y="4423341"/>
            <a:ext cx="1399627" cy="323165"/>
          </a:xfrm>
          <a:prstGeom prst="rect">
            <a:avLst/>
          </a:prstGeom>
          <a:noFill/>
        </p:spPr>
        <p:txBody>
          <a:bodyPr wrap="square" rtlCol="0">
            <a:spAutoFit/>
          </a:bodyPr>
          <a:lstStyle>
            <a:defPPr>
              <a:defRPr lang="zh-CN"/>
            </a:defPPr>
            <a:lvl1pPr>
              <a:defRPr sz="2800">
                <a:solidFill>
                  <a:srgbClr val="5698D3"/>
                </a:solidFill>
                <a:latin typeface="PingFang SC Light" panose="020B0400000000000000" charset="-122"/>
                <a:ea typeface="PingFang SC Light" panose="020B0400000000000000" charset="-122"/>
                <a:cs typeface="PingFang SC Light" panose="020B0400000000000000" charset="-122"/>
              </a:defRPr>
            </a:lvl1pPr>
          </a:lstStyle>
          <a:p>
            <a:r>
              <a:rPr lang="zh-CN" altLang="en-US" sz="1500" dirty="0">
                <a:latin typeface="方正银联黑简体" panose="02000000000000000000" pitchFamily="2" charset="-122"/>
                <a:ea typeface="方正银联黑简体" panose="02000000000000000000" pitchFamily="2" charset="-122"/>
                <a:cs typeface="FZYLHJW" charset="-122"/>
              </a:rPr>
              <a:t>点击输入标题</a:t>
            </a:r>
            <a:endParaRPr lang="zh-CN" altLang="en-US" sz="1500" dirty="0">
              <a:latin typeface="方正银联黑简体" panose="02000000000000000000" pitchFamily="2" charset="-122"/>
              <a:ea typeface="方正银联黑简体" panose="02000000000000000000" pitchFamily="2" charset="-122"/>
              <a:cs typeface="FZYLHJW" charset="-122"/>
            </a:endParaRPr>
          </a:p>
        </p:txBody>
      </p:sp>
      <p:sp>
        <p:nvSpPr>
          <p:cNvPr id="61" name="文本框 60"/>
          <p:cNvSpPr txBox="1"/>
          <p:nvPr/>
        </p:nvSpPr>
        <p:spPr>
          <a:xfrm>
            <a:off x="6276004" y="2342897"/>
            <a:ext cx="1347335" cy="323165"/>
          </a:xfrm>
          <a:prstGeom prst="rect">
            <a:avLst/>
          </a:prstGeom>
          <a:noFill/>
        </p:spPr>
        <p:txBody>
          <a:bodyPr wrap="square" rtlCol="0">
            <a:spAutoFit/>
          </a:bodyPr>
          <a:lstStyle>
            <a:defPPr>
              <a:defRPr lang="zh-CN"/>
            </a:defPPr>
            <a:lvl1pPr>
              <a:defRPr sz="2800">
                <a:solidFill>
                  <a:srgbClr val="5698D3"/>
                </a:solidFill>
                <a:latin typeface="PingFang SC Light" panose="020B0400000000000000" charset="-122"/>
                <a:ea typeface="PingFang SC Light" panose="020B0400000000000000" charset="-122"/>
                <a:cs typeface="PingFang SC Light" panose="020B0400000000000000" charset="-122"/>
              </a:defRPr>
            </a:lvl1pPr>
          </a:lstStyle>
          <a:p>
            <a:r>
              <a:rPr lang="zh-CN" altLang="en-US" sz="1500" dirty="0">
                <a:solidFill>
                  <a:srgbClr val="5FC3AD"/>
                </a:solidFill>
                <a:latin typeface="方正银联黑简体" panose="02000000000000000000" pitchFamily="2" charset="-122"/>
                <a:ea typeface="方正银联黑简体" panose="02000000000000000000" pitchFamily="2" charset="-122"/>
                <a:cs typeface="FZYLHJW" charset="-122"/>
              </a:rPr>
              <a:t>点击输入标题</a:t>
            </a:r>
            <a:endParaRPr lang="zh-CN" altLang="en-US" sz="1500" dirty="0">
              <a:solidFill>
                <a:srgbClr val="5FC3AD"/>
              </a:solidFill>
              <a:latin typeface="方正银联黑简体" panose="02000000000000000000" pitchFamily="2" charset="-122"/>
              <a:ea typeface="方正银联黑简体" panose="02000000000000000000" pitchFamily="2" charset="-122"/>
              <a:cs typeface="FZYLHJW" charset="-122"/>
            </a:endParaRPr>
          </a:p>
        </p:txBody>
      </p:sp>
      <p:sp>
        <p:nvSpPr>
          <p:cNvPr id="62" name="文本框 61"/>
          <p:cNvSpPr txBox="1"/>
          <p:nvPr/>
        </p:nvSpPr>
        <p:spPr>
          <a:xfrm>
            <a:off x="1363328" y="2322365"/>
            <a:ext cx="1654314" cy="323165"/>
          </a:xfrm>
          <a:prstGeom prst="rect">
            <a:avLst/>
          </a:prstGeom>
          <a:noFill/>
        </p:spPr>
        <p:txBody>
          <a:bodyPr wrap="square" rtlCol="0">
            <a:spAutoFit/>
          </a:bodyPr>
          <a:lstStyle>
            <a:defPPr>
              <a:defRPr lang="zh-CN"/>
            </a:defPPr>
            <a:lvl1pPr>
              <a:defRPr sz="2800">
                <a:solidFill>
                  <a:srgbClr val="5698D3"/>
                </a:solidFill>
                <a:latin typeface="PingFang SC Light" panose="020B0400000000000000" charset="-122"/>
                <a:ea typeface="PingFang SC Light" panose="020B0400000000000000" charset="-122"/>
                <a:cs typeface="PingFang SC Light" panose="020B0400000000000000" charset="-122"/>
              </a:defRPr>
            </a:lvl1pPr>
          </a:lstStyle>
          <a:p>
            <a:r>
              <a:rPr lang="zh-CN" altLang="en-US" sz="1500" dirty="0">
                <a:solidFill>
                  <a:srgbClr val="F6836D"/>
                </a:solidFill>
                <a:latin typeface="方正银联黑简体" panose="02000000000000000000" pitchFamily="2" charset="-122"/>
                <a:ea typeface="方正银联黑简体" panose="02000000000000000000" pitchFamily="2" charset="-122"/>
                <a:cs typeface="FZYLHJW" charset="-122"/>
              </a:rPr>
              <a:t>点击输入标题</a:t>
            </a:r>
            <a:endParaRPr lang="zh-CN" altLang="en-US" sz="1500" dirty="0">
              <a:solidFill>
                <a:srgbClr val="F6836D"/>
              </a:solidFill>
              <a:latin typeface="方正银联黑简体" panose="02000000000000000000" pitchFamily="2" charset="-122"/>
              <a:ea typeface="方正银联黑简体" panose="02000000000000000000" pitchFamily="2" charset="-122"/>
              <a:cs typeface="FZYLHJW" charset="-122"/>
            </a:endParaRPr>
          </a:p>
        </p:txBody>
      </p:sp>
      <p:sp>
        <p:nvSpPr>
          <p:cNvPr id="63" name="文本框 62"/>
          <p:cNvSpPr txBox="1"/>
          <p:nvPr/>
        </p:nvSpPr>
        <p:spPr>
          <a:xfrm>
            <a:off x="2190485" y="4433836"/>
            <a:ext cx="1750764" cy="323165"/>
          </a:xfrm>
          <a:prstGeom prst="rect">
            <a:avLst/>
          </a:prstGeom>
          <a:noFill/>
        </p:spPr>
        <p:txBody>
          <a:bodyPr wrap="square" rtlCol="0">
            <a:spAutoFit/>
          </a:bodyPr>
          <a:lstStyle>
            <a:defPPr>
              <a:defRPr lang="zh-CN"/>
            </a:defPPr>
            <a:lvl1pPr>
              <a:defRPr sz="2800">
                <a:solidFill>
                  <a:srgbClr val="5698D3"/>
                </a:solidFill>
                <a:latin typeface="PingFang SC Light" panose="020B0400000000000000" charset="-122"/>
                <a:ea typeface="PingFang SC Light" panose="020B0400000000000000" charset="-122"/>
                <a:cs typeface="PingFang SC Light" panose="020B0400000000000000" charset="-122"/>
              </a:defRPr>
            </a:lvl1pPr>
          </a:lstStyle>
          <a:p>
            <a:r>
              <a:rPr lang="zh-CN" altLang="en-US" sz="1500" dirty="0">
                <a:solidFill>
                  <a:schemeClr val="tx2"/>
                </a:solidFill>
                <a:latin typeface="方正银联黑简体" panose="02000000000000000000" pitchFamily="2" charset="-122"/>
                <a:ea typeface="方正银联黑简体" panose="02000000000000000000" pitchFamily="2" charset="-122"/>
                <a:cs typeface="FZYLHJW" charset="-122"/>
              </a:rPr>
              <a:t>点击输入标题</a:t>
            </a:r>
            <a:endParaRPr lang="zh-CN" altLang="en-US" sz="1500" dirty="0">
              <a:solidFill>
                <a:schemeClr val="tx2"/>
              </a:solidFill>
              <a:latin typeface="方正银联黑简体" panose="02000000000000000000" pitchFamily="2" charset="-122"/>
              <a:ea typeface="方正银联黑简体" panose="02000000000000000000" pitchFamily="2" charset="-122"/>
              <a:cs typeface="FZYLHJW" charset="-122"/>
            </a:endParaRPr>
          </a:p>
        </p:txBody>
      </p:sp>
      <p:sp>
        <p:nvSpPr>
          <p:cNvPr id="2" name="灯片编号占位符 1"/>
          <p:cNvSpPr>
            <a:spLocks noGrp="1"/>
          </p:cNvSpPr>
          <p:nvPr>
            <p:ph type="sldNum" sz="quarter" idx="12"/>
          </p:nvPr>
        </p:nvSpPr>
        <p:spPr/>
        <p:txBody>
          <a:bodyPr/>
          <a:lstStyle/>
          <a:p>
            <a:fld id="{39EEDE4D-C237-4DCB-971B-7273E93752F0}" type="slidenum">
              <a:rPr lang="zh-CN" altLang="en-US" smtClean="0"/>
            </a:fld>
            <a:endParaRPr lang="zh-CN" altLang="en-US"/>
          </a:p>
        </p:txBody>
      </p:sp>
      <p:sp>
        <p:nvSpPr>
          <p:cNvPr id="76" name="Text Placeholder 1"/>
          <p:cNvSpPr txBox="1"/>
          <p:nvPr/>
        </p:nvSpPr>
        <p:spPr>
          <a:xfrm>
            <a:off x="647700" y="512445"/>
            <a:ext cx="7200000" cy="315595"/>
          </a:xfrm>
          <a:prstGeom prst="rect">
            <a:avLst/>
          </a:prstGeom>
        </p:spPr>
        <p:txBody>
          <a:bodyPr vert="horz" lIns="51435" tIns="25718" rIns="51435" bIns="25718" rtlCol="0" anchor="ctr"/>
          <a:lstStyle>
            <a:defPPr>
              <a:defRPr lang="zh-CN"/>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700" spc="150" dirty="0">
                <a:solidFill>
                  <a:schemeClr val="tx1">
                    <a:lumMod val="75000"/>
                    <a:lumOff val="25000"/>
                  </a:schemeClr>
                </a:solidFill>
                <a:latin typeface="方正银联黑简体" panose="02000000000000000000" pitchFamily="2" charset="-122"/>
                <a:ea typeface="方正银联黑简体" panose="02000000000000000000" pitchFamily="2" charset="-122"/>
                <a:cs typeface="FZYLHJW" charset="-122"/>
              </a:rPr>
              <a:t>图表示例</a:t>
            </a:r>
            <a:endParaRPr lang="zh-CN" altLang="en-US" sz="2700" spc="150" dirty="0">
              <a:solidFill>
                <a:schemeClr val="tx1">
                  <a:lumMod val="75000"/>
                  <a:lumOff val="25000"/>
                </a:schemeClr>
              </a:solidFill>
              <a:latin typeface="方正银联黑简体" panose="02000000000000000000" pitchFamily="2" charset="-122"/>
              <a:ea typeface="方正银联黑简体" panose="02000000000000000000" pitchFamily="2" charset="-122"/>
              <a:cs typeface="FZYLHJW" charset="-122"/>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1" name="直接连接符 6"/>
          <p:cNvCxnSpPr/>
          <p:nvPr/>
        </p:nvCxnSpPr>
        <p:spPr>
          <a:xfrm>
            <a:off x="2583017" y="3531524"/>
            <a:ext cx="606252" cy="409029"/>
          </a:xfrm>
          <a:prstGeom prst="line">
            <a:avLst/>
          </a:prstGeom>
          <a:ln w="285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50" name="组合 2"/>
          <p:cNvGrpSpPr/>
          <p:nvPr/>
        </p:nvGrpSpPr>
        <p:grpSpPr>
          <a:xfrm>
            <a:off x="1772897" y="2743888"/>
            <a:ext cx="1036291" cy="1028145"/>
            <a:chOff x="797559" y="1739900"/>
            <a:chExt cx="2355312" cy="2336799"/>
          </a:xfrm>
        </p:grpSpPr>
        <p:sp>
          <p:nvSpPr>
            <p:cNvPr id="77" name="椭圆 76"/>
            <p:cNvSpPr/>
            <p:nvPr/>
          </p:nvSpPr>
          <p:spPr>
            <a:xfrm>
              <a:off x="797559" y="1739900"/>
              <a:ext cx="2336800" cy="2336799"/>
            </a:xfrm>
            <a:prstGeom prst="ellipse">
              <a:avLst/>
            </a:prstGeom>
            <a:solidFill>
              <a:srgbClr val="F683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78" name="椭圆 77"/>
            <p:cNvSpPr/>
            <p:nvPr/>
          </p:nvSpPr>
          <p:spPr>
            <a:xfrm>
              <a:off x="1048558" y="1806363"/>
              <a:ext cx="2104313" cy="2104313"/>
            </a:xfrm>
            <a:prstGeom prst="ellipse">
              <a:avLst/>
            </a:prstGeom>
            <a:solidFill>
              <a:srgbClr val="FAFA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grpSp>
      <p:cxnSp>
        <p:nvCxnSpPr>
          <p:cNvPr id="52" name="直接连接符 46"/>
          <p:cNvCxnSpPr/>
          <p:nvPr/>
        </p:nvCxnSpPr>
        <p:spPr>
          <a:xfrm flipV="1">
            <a:off x="4220971" y="3388922"/>
            <a:ext cx="674313" cy="496796"/>
          </a:xfrm>
          <a:prstGeom prst="line">
            <a:avLst/>
          </a:prstGeom>
          <a:ln w="285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49"/>
          <p:cNvCxnSpPr/>
          <p:nvPr/>
        </p:nvCxnSpPr>
        <p:spPr>
          <a:xfrm>
            <a:off x="5716791" y="3619096"/>
            <a:ext cx="565416" cy="463109"/>
          </a:xfrm>
          <a:prstGeom prst="line">
            <a:avLst/>
          </a:prstGeom>
          <a:ln w="285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54" name="KSO_Shape"/>
          <p:cNvSpPr>
            <a:spLocks noChangeArrowheads="1"/>
          </p:cNvSpPr>
          <p:nvPr/>
        </p:nvSpPr>
        <p:spPr bwMode="auto">
          <a:xfrm>
            <a:off x="2109603" y="3075322"/>
            <a:ext cx="333814" cy="329364"/>
          </a:xfrm>
          <a:custGeom>
            <a:avLst/>
            <a:gdLst/>
            <a:ahLst/>
            <a:cxnLst/>
            <a:rect l="0" t="0" r="r" b="b"/>
            <a:pathLst>
              <a:path w="1622425" h="1601788">
                <a:moveTo>
                  <a:pt x="1477962" y="927100"/>
                </a:moveTo>
                <a:lnTo>
                  <a:pt x="1622425" y="927100"/>
                </a:lnTo>
                <a:lnTo>
                  <a:pt x="1622425" y="1293813"/>
                </a:lnTo>
                <a:lnTo>
                  <a:pt x="1477962" y="1293813"/>
                </a:lnTo>
                <a:lnTo>
                  <a:pt x="1477962" y="927100"/>
                </a:lnTo>
                <a:close/>
                <a:moveTo>
                  <a:pt x="1477962" y="463550"/>
                </a:moveTo>
                <a:lnTo>
                  <a:pt x="1622425" y="463550"/>
                </a:lnTo>
                <a:lnTo>
                  <a:pt x="1622425" y="830263"/>
                </a:lnTo>
                <a:lnTo>
                  <a:pt x="1477962" y="830263"/>
                </a:lnTo>
                <a:lnTo>
                  <a:pt x="1477962" y="463550"/>
                </a:lnTo>
                <a:close/>
                <a:moveTo>
                  <a:pt x="871932" y="418865"/>
                </a:moveTo>
                <a:lnTo>
                  <a:pt x="866214" y="419183"/>
                </a:lnTo>
                <a:lnTo>
                  <a:pt x="859861" y="419183"/>
                </a:lnTo>
                <a:lnTo>
                  <a:pt x="848426" y="420453"/>
                </a:lnTo>
                <a:lnTo>
                  <a:pt x="837309" y="422359"/>
                </a:lnTo>
                <a:lnTo>
                  <a:pt x="826509" y="424582"/>
                </a:lnTo>
                <a:lnTo>
                  <a:pt x="815709" y="427440"/>
                </a:lnTo>
                <a:lnTo>
                  <a:pt x="805862" y="430298"/>
                </a:lnTo>
                <a:lnTo>
                  <a:pt x="796650" y="433473"/>
                </a:lnTo>
                <a:lnTo>
                  <a:pt x="787439" y="436649"/>
                </a:lnTo>
                <a:lnTo>
                  <a:pt x="771874" y="443000"/>
                </a:lnTo>
                <a:lnTo>
                  <a:pt x="766792" y="444906"/>
                </a:lnTo>
                <a:lnTo>
                  <a:pt x="762027" y="446811"/>
                </a:lnTo>
                <a:lnTo>
                  <a:pt x="757262" y="449034"/>
                </a:lnTo>
                <a:lnTo>
                  <a:pt x="752498" y="451257"/>
                </a:lnTo>
                <a:lnTo>
                  <a:pt x="748051" y="454115"/>
                </a:lnTo>
                <a:lnTo>
                  <a:pt x="743921" y="456655"/>
                </a:lnTo>
                <a:lnTo>
                  <a:pt x="739792" y="459831"/>
                </a:lnTo>
                <a:lnTo>
                  <a:pt x="735345" y="463324"/>
                </a:lnTo>
                <a:lnTo>
                  <a:pt x="731533" y="466817"/>
                </a:lnTo>
                <a:lnTo>
                  <a:pt x="728039" y="470628"/>
                </a:lnTo>
                <a:lnTo>
                  <a:pt x="724545" y="474757"/>
                </a:lnTo>
                <a:lnTo>
                  <a:pt x="721051" y="479202"/>
                </a:lnTo>
                <a:lnTo>
                  <a:pt x="718192" y="483966"/>
                </a:lnTo>
                <a:lnTo>
                  <a:pt x="715333" y="488729"/>
                </a:lnTo>
                <a:lnTo>
                  <a:pt x="712792" y="493810"/>
                </a:lnTo>
                <a:lnTo>
                  <a:pt x="710251" y="499526"/>
                </a:lnTo>
                <a:lnTo>
                  <a:pt x="708028" y="504925"/>
                </a:lnTo>
                <a:lnTo>
                  <a:pt x="706122" y="510959"/>
                </a:lnTo>
                <a:lnTo>
                  <a:pt x="704216" y="517310"/>
                </a:lnTo>
                <a:lnTo>
                  <a:pt x="702628" y="523979"/>
                </a:lnTo>
                <a:lnTo>
                  <a:pt x="701357" y="530648"/>
                </a:lnTo>
                <a:lnTo>
                  <a:pt x="700404" y="537952"/>
                </a:lnTo>
                <a:lnTo>
                  <a:pt x="699769" y="545256"/>
                </a:lnTo>
                <a:lnTo>
                  <a:pt x="699451" y="553512"/>
                </a:lnTo>
                <a:lnTo>
                  <a:pt x="699451" y="561451"/>
                </a:lnTo>
                <a:lnTo>
                  <a:pt x="699451" y="570025"/>
                </a:lnTo>
                <a:lnTo>
                  <a:pt x="700087" y="578600"/>
                </a:lnTo>
                <a:lnTo>
                  <a:pt x="700722" y="587809"/>
                </a:lnTo>
                <a:lnTo>
                  <a:pt x="701992" y="597018"/>
                </a:lnTo>
                <a:lnTo>
                  <a:pt x="703263" y="607180"/>
                </a:lnTo>
                <a:lnTo>
                  <a:pt x="705169" y="617025"/>
                </a:lnTo>
                <a:lnTo>
                  <a:pt x="707392" y="627504"/>
                </a:lnTo>
                <a:lnTo>
                  <a:pt x="708028" y="630998"/>
                </a:lnTo>
                <a:lnTo>
                  <a:pt x="708028" y="634173"/>
                </a:lnTo>
                <a:lnTo>
                  <a:pt x="707710" y="637666"/>
                </a:lnTo>
                <a:lnTo>
                  <a:pt x="707392" y="640524"/>
                </a:lnTo>
                <a:lnTo>
                  <a:pt x="706757" y="643065"/>
                </a:lnTo>
                <a:lnTo>
                  <a:pt x="705804" y="645605"/>
                </a:lnTo>
                <a:lnTo>
                  <a:pt x="703263" y="650051"/>
                </a:lnTo>
                <a:lnTo>
                  <a:pt x="701039" y="654815"/>
                </a:lnTo>
                <a:lnTo>
                  <a:pt x="699134" y="658626"/>
                </a:lnTo>
                <a:lnTo>
                  <a:pt x="698498" y="660531"/>
                </a:lnTo>
                <a:lnTo>
                  <a:pt x="697863" y="662436"/>
                </a:lnTo>
                <a:lnTo>
                  <a:pt x="697545" y="664342"/>
                </a:lnTo>
                <a:lnTo>
                  <a:pt x="697545" y="666247"/>
                </a:lnTo>
                <a:lnTo>
                  <a:pt x="699134" y="688794"/>
                </a:lnTo>
                <a:lnTo>
                  <a:pt x="700404" y="702132"/>
                </a:lnTo>
                <a:lnTo>
                  <a:pt x="701039" y="709436"/>
                </a:lnTo>
                <a:lnTo>
                  <a:pt x="702310" y="716104"/>
                </a:lnTo>
                <a:lnTo>
                  <a:pt x="703581" y="723408"/>
                </a:lnTo>
                <a:lnTo>
                  <a:pt x="705487" y="729760"/>
                </a:lnTo>
                <a:lnTo>
                  <a:pt x="707075" y="736111"/>
                </a:lnTo>
                <a:lnTo>
                  <a:pt x="709298" y="742145"/>
                </a:lnTo>
                <a:lnTo>
                  <a:pt x="711839" y="747226"/>
                </a:lnTo>
                <a:lnTo>
                  <a:pt x="714698" y="751989"/>
                </a:lnTo>
                <a:lnTo>
                  <a:pt x="716286" y="753894"/>
                </a:lnTo>
                <a:lnTo>
                  <a:pt x="718192" y="755800"/>
                </a:lnTo>
                <a:lnTo>
                  <a:pt x="719780" y="757705"/>
                </a:lnTo>
                <a:lnTo>
                  <a:pt x="722322" y="759293"/>
                </a:lnTo>
                <a:lnTo>
                  <a:pt x="725816" y="760563"/>
                </a:lnTo>
                <a:lnTo>
                  <a:pt x="731533" y="762151"/>
                </a:lnTo>
                <a:lnTo>
                  <a:pt x="736933" y="763104"/>
                </a:lnTo>
                <a:lnTo>
                  <a:pt x="738839" y="763421"/>
                </a:lnTo>
                <a:lnTo>
                  <a:pt x="739792" y="763104"/>
                </a:lnTo>
                <a:lnTo>
                  <a:pt x="745827" y="831062"/>
                </a:lnTo>
                <a:lnTo>
                  <a:pt x="747098" y="833603"/>
                </a:lnTo>
                <a:lnTo>
                  <a:pt x="748368" y="835826"/>
                </a:lnTo>
                <a:lnTo>
                  <a:pt x="749639" y="838049"/>
                </a:lnTo>
                <a:lnTo>
                  <a:pt x="751227" y="839954"/>
                </a:lnTo>
                <a:lnTo>
                  <a:pt x="754404" y="843765"/>
                </a:lnTo>
                <a:lnTo>
                  <a:pt x="757898" y="847576"/>
                </a:lnTo>
                <a:lnTo>
                  <a:pt x="761074" y="851386"/>
                </a:lnTo>
                <a:lnTo>
                  <a:pt x="762662" y="853609"/>
                </a:lnTo>
                <a:lnTo>
                  <a:pt x="763933" y="855832"/>
                </a:lnTo>
                <a:lnTo>
                  <a:pt x="765204" y="858373"/>
                </a:lnTo>
                <a:lnTo>
                  <a:pt x="766474" y="861548"/>
                </a:lnTo>
                <a:lnTo>
                  <a:pt x="767427" y="865042"/>
                </a:lnTo>
                <a:lnTo>
                  <a:pt x="768380" y="868852"/>
                </a:lnTo>
                <a:lnTo>
                  <a:pt x="751545" y="872663"/>
                </a:lnTo>
                <a:lnTo>
                  <a:pt x="744874" y="887271"/>
                </a:lnTo>
                <a:lnTo>
                  <a:pt x="740745" y="895528"/>
                </a:lnTo>
                <a:lnTo>
                  <a:pt x="736298" y="904102"/>
                </a:lnTo>
                <a:lnTo>
                  <a:pt x="731533" y="912358"/>
                </a:lnTo>
                <a:lnTo>
                  <a:pt x="726451" y="919980"/>
                </a:lnTo>
                <a:lnTo>
                  <a:pt x="723910" y="923156"/>
                </a:lnTo>
                <a:lnTo>
                  <a:pt x="721051" y="926014"/>
                </a:lnTo>
                <a:lnTo>
                  <a:pt x="718510" y="928555"/>
                </a:lnTo>
                <a:lnTo>
                  <a:pt x="715969" y="930778"/>
                </a:lnTo>
                <a:lnTo>
                  <a:pt x="680393" y="940622"/>
                </a:lnTo>
                <a:lnTo>
                  <a:pt x="648628" y="953960"/>
                </a:lnTo>
                <a:lnTo>
                  <a:pt x="615911" y="967932"/>
                </a:lnTo>
                <a:lnTo>
                  <a:pt x="551747" y="995243"/>
                </a:lnTo>
                <a:lnTo>
                  <a:pt x="544123" y="998101"/>
                </a:lnTo>
                <a:lnTo>
                  <a:pt x="537135" y="1000641"/>
                </a:lnTo>
                <a:lnTo>
                  <a:pt x="522524" y="1006040"/>
                </a:lnTo>
                <a:lnTo>
                  <a:pt x="507912" y="1011121"/>
                </a:lnTo>
                <a:lnTo>
                  <a:pt x="500924" y="1013979"/>
                </a:lnTo>
                <a:lnTo>
                  <a:pt x="493936" y="1016837"/>
                </a:lnTo>
                <a:lnTo>
                  <a:pt x="487583" y="1020648"/>
                </a:lnTo>
                <a:lnTo>
                  <a:pt x="481548" y="1024141"/>
                </a:lnTo>
                <a:lnTo>
                  <a:pt x="475512" y="1027952"/>
                </a:lnTo>
                <a:lnTo>
                  <a:pt x="470430" y="1032398"/>
                </a:lnTo>
                <a:lnTo>
                  <a:pt x="467889" y="1034938"/>
                </a:lnTo>
                <a:lnTo>
                  <a:pt x="465665" y="1037796"/>
                </a:lnTo>
                <a:lnTo>
                  <a:pt x="463442" y="1040337"/>
                </a:lnTo>
                <a:lnTo>
                  <a:pt x="461218" y="1043195"/>
                </a:lnTo>
                <a:lnTo>
                  <a:pt x="459313" y="1046370"/>
                </a:lnTo>
                <a:lnTo>
                  <a:pt x="457407" y="1049546"/>
                </a:lnTo>
                <a:lnTo>
                  <a:pt x="456136" y="1052722"/>
                </a:lnTo>
                <a:lnTo>
                  <a:pt x="454548" y="1056850"/>
                </a:lnTo>
                <a:lnTo>
                  <a:pt x="454230" y="1082573"/>
                </a:lnTo>
                <a:lnTo>
                  <a:pt x="453595" y="1116234"/>
                </a:lnTo>
                <a:lnTo>
                  <a:pt x="452960" y="1151484"/>
                </a:lnTo>
                <a:lnTo>
                  <a:pt x="452642" y="1167997"/>
                </a:lnTo>
                <a:lnTo>
                  <a:pt x="452960" y="1182605"/>
                </a:lnTo>
                <a:lnTo>
                  <a:pt x="1276928" y="1182605"/>
                </a:lnTo>
                <a:lnTo>
                  <a:pt x="1277245" y="1167997"/>
                </a:lnTo>
                <a:lnTo>
                  <a:pt x="1276928" y="1151484"/>
                </a:lnTo>
                <a:lnTo>
                  <a:pt x="1276292" y="1116234"/>
                </a:lnTo>
                <a:lnTo>
                  <a:pt x="1275339" y="1082573"/>
                </a:lnTo>
                <a:lnTo>
                  <a:pt x="1275022" y="1056850"/>
                </a:lnTo>
                <a:lnTo>
                  <a:pt x="1273751" y="1052722"/>
                </a:lnTo>
                <a:lnTo>
                  <a:pt x="1272163" y="1049546"/>
                </a:lnTo>
                <a:lnTo>
                  <a:pt x="1270257" y="1046370"/>
                </a:lnTo>
                <a:lnTo>
                  <a:pt x="1268669" y="1043195"/>
                </a:lnTo>
                <a:lnTo>
                  <a:pt x="1266445" y="1040337"/>
                </a:lnTo>
                <a:lnTo>
                  <a:pt x="1264222" y="1037796"/>
                </a:lnTo>
                <a:lnTo>
                  <a:pt x="1261998" y="1034938"/>
                </a:lnTo>
                <a:lnTo>
                  <a:pt x="1259775" y="1032398"/>
                </a:lnTo>
                <a:lnTo>
                  <a:pt x="1254057" y="1027952"/>
                </a:lnTo>
                <a:lnTo>
                  <a:pt x="1248340" y="1024141"/>
                </a:lnTo>
                <a:lnTo>
                  <a:pt x="1242304" y="1020648"/>
                </a:lnTo>
                <a:lnTo>
                  <a:pt x="1235634" y="1016837"/>
                </a:lnTo>
                <a:lnTo>
                  <a:pt x="1228963" y="1013979"/>
                </a:lnTo>
                <a:lnTo>
                  <a:pt x="1221658" y="1011121"/>
                </a:lnTo>
                <a:lnTo>
                  <a:pt x="1207681" y="1006040"/>
                </a:lnTo>
                <a:lnTo>
                  <a:pt x="1192752" y="1000641"/>
                </a:lnTo>
                <a:lnTo>
                  <a:pt x="1185446" y="998101"/>
                </a:lnTo>
                <a:lnTo>
                  <a:pt x="1178458" y="995243"/>
                </a:lnTo>
                <a:lnTo>
                  <a:pt x="1113659" y="967932"/>
                </a:lnTo>
                <a:lnTo>
                  <a:pt x="1080941" y="953960"/>
                </a:lnTo>
                <a:lnTo>
                  <a:pt x="1049177" y="940622"/>
                </a:lnTo>
                <a:lnTo>
                  <a:pt x="1013601" y="930778"/>
                </a:lnTo>
                <a:lnTo>
                  <a:pt x="1011060" y="928555"/>
                </a:lnTo>
                <a:lnTo>
                  <a:pt x="1008519" y="926014"/>
                </a:lnTo>
                <a:lnTo>
                  <a:pt x="1005977" y="923156"/>
                </a:lnTo>
                <a:lnTo>
                  <a:pt x="1003436" y="919980"/>
                </a:lnTo>
                <a:lnTo>
                  <a:pt x="998036" y="912358"/>
                </a:lnTo>
                <a:lnTo>
                  <a:pt x="993589" y="904102"/>
                </a:lnTo>
                <a:lnTo>
                  <a:pt x="989142" y="895528"/>
                </a:lnTo>
                <a:lnTo>
                  <a:pt x="985013" y="887271"/>
                </a:lnTo>
                <a:lnTo>
                  <a:pt x="978025" y="872663"/>
                </a:lnTo>
                <a:lnTo>
                  <a:pt x="955790" y="869487"/>
                </a:lnTo>
                <a:lnTo>
                  <a:pt x="956107" y="865359"/>
                </a:lnTo>
                <a:lnTo>
                  <a:pt x="956743" y="861231"/>
                </a:lnTo>
                <a:lnTo>
                  <a:pt x="957696" y="857738"/>
                </a:lnTo>
                <a:lnTo>
                  <a:pt x="958649" y="854562"/>
                </a:lnTo>
                <a:lnTo>
                  <a:pt x="960237" y="852021"/>
                </a:lnTo>
                <a:lnTo>
                  <a:pt x="961507" y="849481"/>
                </a:lnTo>
                <a:lnTo>
                  <a:pt x="965319" y="845035"/>
                </a:lnTo>
                <a:lnTo>
                  <a:pt x="968813" y="840272"/>
                </a:lnTo>
                <a:lnTo>
                  <a:pt x="972307" y="835826"/>
                </a:lnTo>
                <a:lnTo>
                  <a:pt x="973895" y="833603"/>
                </a:lnTo>
                <a:lnTo>
                  <a:pt x="975484" y="830745"/>
                </a:lnTo>
                <a:lnTo>
                  <a:pt x="977072" y="827887"/>
                </a:lnTo>
                <a:lnTo>
                  <a:pt x="978025" y="824393"/>
                </a:lnTo>
                <a:lnTo>
                  <a:pt x="978978" y="821218"/>
                </a:lnTo>
                <a:lnTo>
                  <a:pt x="979613" y="818042"/>
                </a:lnTo>
                <a:lnTo>
                  <a:pt x="980566" y="811373"/>
                </a:lnTo>
                <a:lnTo>
                  <a:pt x="981201" y="804069"/>
                </a:lnTo>
                <a:lnTo>
                  <a:pt x="981837" y="797083"/>
                </a:lnTo>
                <a:lnTo>
                  <a:pt x="982154" y="789779"/>
                </a:lnTo>
                <a:lnTo>
                  <a:pt x="983107" y="783110"/>
                </a:lnTo>
                <a:lnTo>
                  <a:pt x="983742" y="779935"/>
                </a:lnTo>
                <a:lnTo>
                  <a:pt x="984695" y="776759"/>
                </a:lnTo>
                <a:lnTo>
                  <a:pt x="985966" y="773266"/>
                </a:lnTo>
                <a:lnTo>
                  <a:pt x="987236" y="770408"/>
                </a:lnTo>
                <a:lnTo>
                  <a:pt x="988507" y="768502"/>
                </a:lnTo>
                <a:lnTo>
                  <a:pt x="989778" y="766915"/>
                </a:lnTo>
                <a:lnTo>
                  <a:pt x="991366" y="765327"/>
                </a:lnTo>
                <a:lnTo>
                  <a:pt x="992636" y="764056"/>
                </a:lnTo>
                <a:lnTo>
                  <a:pt x="996131" y="761834"/>
                </a:lnTo>
                <a:lnTo>
                  <a:pt x="999942" y="759928"/>
                </a:lnTo>
                <a:lnTo>
                  <a:pt x="1003436" y="758023"/>
                </a:lnTo>
                <a:lnTo>
                  <a:pt x="1006930" y="755800"/>
                </a:lnTo>
                <a:lnTo>
                  <a:pt x="1010107" y="753259"/>
                </a:lnTo>
                <a:lnTo>
                  <a:pt x="1011695" y="751989"/>
                </a:lnTo>
                <a:lnTo>
                  <a:pt x="1012966" y="750401"/>
                </a:lnTo>
                <a:lnTo>
                  <a:pt x="1014871" y="746908"/>
                </a:lnTo>
                <a:lnTo>
                  <a:pt x="1017095" y="743097"/>
                </a:lnTo>
                <a:lnTo>
                  <a:pt x="1019001" y="738651"/>
                </a:lnTo>
                <a:lnTo>
                  <a:pt x="1020589" y="734523"/>
                </a:lnTo>
                <a:lnTo>
                  <a:pt x="1023130" y="725631"/>
                </a:lnTo>
                <a:lnTo>
                  <a:pt x="1024718" y="717057"/>
                </a:lnTo>
                <a:lnTo>
                  <a:pt x="1025989" y="709753"/>
                </a:lnTo>
                <a:lnTo>
                  <a:pt x="1026942" y="701814"/>
                </a:lnTo>
                <a:lnTo>
                  <a:pt x="1027895" y="693875"/>
                </a:lnTo>
                <a:lnTo>
                  <a:pt x="1028213" y="685618"/>
                </a:lnTo>
                <a:lnTo>
                  <a:pt x="1027895" y="677362"/>
                </a:lnTo>
                <a:lnTo>
                  <a:pt x="1027577" y="673233"/>
                </a:lnTo>
                <a:lnTo>
                  <a:pt x="1026942" y="669105"/>
                </a:lnTo>
                <a:lnTo>
                  <a:pt x="1025989" y="665294"/>
                </a:lnTo>
                <a:lnTo>
                  <a:pt x="1025036" y="661484"/>
                </a:lnTo>
                <a:lnTo>
                  <a:pt x="1023766" y="657673"/>
                </a:lnTo>
                <a:lnTo>
                  <a:pt x="1022177" y="654180"/>
                </a:lnTo>
                <a:lnTo>
                  <a:pt x="1019001" y="647511"/>
                </a:lnTo>
                <a:lnTo>
                  <a:pt x="1015824" y="642747"/>
                </a:lnTo>
                <a:lnTo>
                  <a:pt x="1014871" y="640207"/>
                </a:lnTo>
                <a:lnTo>
                  <a:pt x="1013919" y="637349"/>
                </a:lnTo>
                <a:lnTo>
                  <a:pt x="1012966" y="633856"/>
                </a:lnTo>
                <a:lnTo>
                  <a:pt x="1012330" y="629410"/>
                </a:lnTo>
                <a:lnTo>
                  <a:pt x="1012013" y="626234"/>
                </a:lnTo>
                <a:lnTo>
                  <a:pt x="1012013" y="622106"/>
                </a:lnTo>
                <a:lnTo>
                  <a:pt x="1012330" y="612261"/>
                </a:lnTo>
                <a:lnTo>
                  <a:pt x="1012966" y="601147"/>
                </a:lnTo>
                <a:lnTo>
                  <a:pt x="1013919" y="588762"/>
                </a:lnTo>
                <a:lnTo>
                  <a:pt x="1016460" y="566215"/>
                </a:lnTo>
                <a:lnTo>
                  <a:pt x="1017095" y="557323"/>
                </a:lnTo>
                <a:lnTo>
                  <a:pt x="1017413" y="551607"/>
                </a:lnTo>
                <a:lnTo>
                  <a:pt x="1017730" y="534141"/>
                </a:lnTo>
                <a:lnTo>
                  <a:pt x="1017413" y="527472"/>
                </a:lnTo>
                <a:lnTo>
                  <a:pt x="1016777" y="521756"/>
                </a:lnTo>
                <a:lnTo>
                  <a:pt x="1015824" y="516040"/>
                </a:lnTo>
                <a:lnTo>
                  <a:pt x="1014236" y="509371"/>
                </a:lnTo>
                <a:lnTo>
                  <a:pt x="1010424" y="492222"/>
                </a:lnTo>
                <a:lnTo>
                  <a:pt x="1008836" y="488412"/>
                </a:lnTo>
                <a:lnTo>
                  <a:pt x="1006930" y="483966"/>
                </a:lnTo>
                <a:lnTo>
                  <a:pt x="1004707" y="478567"/>
                </a:lnTo>
                <a:lnTo>
                  <a:pt x="1001530" y="473169"/>
                </a:lnTo>
                <a:lnTo>
                  <a:pt x="997401" y="467770"/>
                </a:lnTo>
                <a:lnTo>
                  <a:pt x="995495" y="465547"/>
                </a:lnTo>
                <a:lnTo>
                  <a:pt x="993272" y="463324"/>
                </a:lnTo>
                <a:lnTo>
                  <a:pt x="991048" y="460784"/>
                </a:lnTo>
                <a:lnTo>
                  <a:pt x="988825" y="459196"/>
                </a:lnTo>
                <a:lnTo>
                  <a:pt x="962143" y="454750"/>
                </a:lnTo>
                <a:lnTo>
                  <a:pt x="945943" y="439825"/>
                </a:lnTo>
                <a:lnTo>
                  <a:pt x="939908" y="436331"/>
                </a:lnTo>
                <a:lnTo>
                  <a:pt x="933555" y="433156"/>
                </a:lnTo>
                <a:lnTo>
                  <a:pt x="927202" y="430298"/>
                </a:lnTo>
                <a:lnTo>
                  <a:pt x="921167" y="427757"/>
                </a:lnTo>
                <a:lnTo>
                  <a:pt x="915131" y="425534"/>
                </a:lnTo>
                <a:lnTo>
                  <a:pt x="908778" y="423629"/>
                </a:lnTo>
                <a:lnTo>
                  <a:pt x="902426" y="422041"/>
                </a:lnTo>
                <a:lnTo>
                  <a:pt x="896390" y="421088"/>
                </a:lnTo>
                <a:lnTo>
                  <a:pt x="890038" y="420136"/>
                </a:lnTo>
                <a:lnTo>
                  <a:pt x="884002" y="419501"/>
                </a:lnTo>
                <a:lnTo>
                  <a:pt x="878285" y="419183"/>
                </a:lnTo>
                <a:lnTo>
                  <a:pt x="871932" y="418865"/>
                </a:lnTo>
                <a:close/>
                <a:moveTo>
                  <a:pt x="1477962" y="0"/>
                </a:moveTo>
                <a:lnTo>
                  <a:pt x="1622425" y="0"/>
                </a:lnTo>
                <a:lnTo>
                  <a:pt x="1622425" y="366713"/>
                </a:lnTo>
                <a:lnTo>
                  <a:pt x="1477962" y="366713"/>
                </a:lnTo>
                <a:lnTo>
                  <a:pt x="1477962" y="0"/>
                </a:lnTo>
                <a:close/>
                <a:moveTo>
                  <a:pt x="326855" y="0"/>
                </a:moveTo>
                <a:lnTo>
                  <a:pt x="1403350" y="0"/>
                </a:lnTo>
                <a:lnTo>
                  <a:pt x="1403350" y="1601788"/>
                </a:lnTo>
                <a:lnTo>
                  <a:pt x="326855" y="1601788"/>
                </a:lnTo>
                <a:lnTo>
                  <a:pt x="326855" y="0"/>
                </a:lnTo>
                <a:close/>
                <a:moveTo>
                  <a:pt x="90211" y="0"/>
                </a:moveTo>
                <a:lnTo>
                  <a:pt x="94975" y="0"/>
                </a:lnTo>
                <a:lnTo>
                  <a:pt x="212503" y="0"/>
                </a:lnTo>
                <a:lnTo>
                  <a:pt x="212503" y="1601788"/>
                </a:lnTo>
                <a:lnTo>
                  <a:pt x="94975" y="1601788"/>
                </a:lnTo>
                <a:lnTo>
                  <a:pt x="90211" y="1601788"/>
                </a:lnTo>
                <a:lnTo>
                  <a:pt x="85446" y="1601471"/>
                </a:lnTo>
                <a:lnTo>
                  <a:pt x="80681" y="1600835"/>
                </a:lnTo>
                <a:lnTo>
                  <a:pt x="75917" y="1599883"/>
                </a:lnTo>
                <a:lnTo>
                  <a:pt x="71470" y="1598930"/>
                </a:lnTo>
                <a:lnTo>
                  <a:pt x="67023" y="1597660"/>
                </a:lnTo>
                <a:lnTo>
                  <a:pt x="62258" y="1596072"/>
                </a:lnTo>
                <a:lnTo>
                  <a:pt x="58129" y="1594484"/>
                </a:lnTo>
                <a:lnTo>
                  <a:pt x="53999" y="1592261"/>
                </a:lnTo>
                <a:lnTo>
                  <a:pt x="49870" y="1590356"/>
                </a:lnTo>
                <a:lnTo>
                  <a:pt x="45740" y="1587815"/>
                </a:lnTo>
                <a:lnTo>
                  <a:pt x="41929" y="1585592"/>
                </a:lnTo>
                <a:lnTo>
                  <a:pt x="38117" y="1583052"/>
                </a:lnTo>
                <a:lnTo>
                  <a:pt x="34623" y="1580194"/>
                </a:lnTo>
                <a:lnTo>
                  <a:pt x="31446" y="1577336"/>
                </a:lnTo>
                <a:lnTo>
                  <a:pt x="27635" y="1573843"/>
                </a:lnTo>
                <a:lnTo>
                  <a:pt x="24776" y="1570667"/>
                </a:lnTo>
                <a:lnTo>
                  <a:pt x="21917" y="1567174"/>
                </a:lnTo>
                <a:lnTo>
                  <a:pt x="19058" y="1563681"/>
                </a:lnTo>
                <a:lnTo>
                  <a:pt x="16517" y="1559870"/>
                </a:lnTo>
                <a:lnTo>
                  <a:pt x="13976" y="1556059"/>
                </a:lnTo>
                <a:lnTo>
                  <a:pt x="11435" y="1551931"/>
                </a:lnTo>
                <a:lnTo>
                  <a:pt x="9211" y="1548120"/>
                </a:lnTo>
                <a:lnTo>
                  <a:pt x="7306" y="1543992"/>
                </a:lnTo>
                <a:lnTo>
                  <a:pt x="5717" y="1539228"/>
                </a:lnTo>
                <a:lnTo>
                  <a:pt x="4447" y="1535100"/>
                </a:lnTo>
                <a:lnTo>
                  <a:pt x="3176" y="1530654"/>
                </a:lnTo>
                <a:lnTo>
                  <a:pt x="1906" y="1525891"/>
                </a:lnTo>
                <a:lnTo>
                  <a:pt x="1270" y="1521127"/>
                </a:lnTo>
                <a:lnTo>
                  <a:pt x="635" y="1516364"/>
                </a:lnTo>
                <a:lnTo>
                  <a:pt x="317" y="1511600"/>
                </a:lnTo>
                <a:lnTo>
                  <a:pt x="0" y="1506837"/>
                </a:lnTo>
                <a:lnTo>
                  <a:pt x="0" y="94951"/>
                </a:lnTo>
                <a:lnTo>
                  <a:pt x="317" y="90188"/>
                </a:lnTo>
                <a:lnTo>
                  <a:pt x="635" y="85424"/>
                </a:lnTo>
                <a:lnTo>
                  <a:pt x="1270" y="80661"/>
                </a:lnTo>
                <a:lnTo>
                  <a:pt x="1906" y="75580"/>
                </a:lnTo>
                <a:lnTo>
                  <a:pt x="3176" y="71134"/>
                </a:lnTo>
                <a:lnTo>
                  <a:pt x="4447" y="66688"/>
                </a:lnTo>
                <a:lnTo>
                  <a:pt x="5717" y="62560"/>
                </a:lnTo>
                <a:lnTo>
                  <a:pt x="7306" y="57796"/>
                </a:lnTo>
                <a:lnTo>
                  <a:pt x="9211" y="53668"/>
                </a:lnTo>
                <a:lnTo>
                  <a:pt x="11435" y="49857"/>
                </a:lnTo>
                <a:lnTo>
                  <a:pt x="13976" y="45729"/>
                </a:lnTo>
                <a:lnTo>
                  <a:pt x="16517" y="41601"/>
                </a:lnTo>
                <a:lnTo>
                  <a:pt x="19058" y="38107"/>
                </a:lnTo>
                <a:lnTo>
                  <a:pt x="21917" y="34614"/>
                </a:lnTo>
                <a:lnTo>
                  <a:pt x="24776" y="31121"/>
                </a:lnTo>
                <a:lnTo>
                  <a:pt x="27635" y="27945"/>
                </a:lnTo>
                <a:lnTo>
                  <a:pt x="31446" y="24452"/>
                </a:lnTo>
                <a:lnTo>
                  <a:pt x="34623" y="21594"/>
                </a:lnTo>
                <a:lnTo>
                  <a:pt x="38117" y="18736"/>
                </a:lnTo>
                <a:lnTo>
                  <a:pt x="41929" y="16195"/>
                </a:lnTo>
                <a:lnTo>
                  <a:pt x="45740" y="13655"/>
                </a:lnTo>
                <a:lnTo>
                  <a:pt x="49870" y="11432"/>
                </a:lnTo>
                <a:lnTo>
                  <a:pt x="53999" y="9527"/>
                </a:lnTo>
                <a:lnTo>
                  <a:pt x="58129" y="7304"/>
                </a:lnTo>
                <a:lnTo>
                  <a:pt x="62258" y="5716"/>
                </a:lnTo>
                <a:lnTo>
                  <a:pt x="67023" y="4128"/>
                </a:lnTo>
                <a:lnTo>
                  <a:pt x="71470" y="2858"/>
                </a:lnTo>
                <a:lnTo>
                  <a:pt x="75917" y="1905"/>
                </a:lnTo>
                <a:lnTo>
                  <a:pt x="80681" y="952"/>
                </a:lnTo>
                <a:lnTo>
                  <a:pt x="85446" y="317"/>
                </a:lnTo>
                <a:lnTo>
                  <a:pt x="90211" y="0"/>
                </a:lnTo>
                <a:close/>
              </a:path>
            </a:pathLst>
          </a:custGeom>
          <a:solidFill>
            <a:srgbClr val="F6836D"/>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itchFamily="2" charset="-122"/>
                <a:cs typeface="+mn-cs"/>
              </a:defRPr>
            </a:lvl9pPr>
          </a:lstStyle>
          <a:p>
            <a:pPr algn="ctr">
              <a:defRPr/>
            </a:pPr>
            <a:endParaRPr lang="zh-CN" altLang="en-US" sz="1350">
              <a:solidFill>
                <a:srgbClr val="FFFFFF"/>
              </a:solidFill>
            </a:endParaRPr>
          </a:p>
        </p:txBody>
      </p:sp>
      <p:grpSp>
        <p:nvGrpSpPr>
          <p:cNvPr id="55" name="组合 32"/>
          <p:cNvGrpSpPr/>
          <p:nvPr/>
        </p:nvGrpSpPr>
        <p:grpSpPr>
          <a:xfrm>
            <a:off x="3122898" y="3613683"/>
            <a:ext cx="1308548" cy="1308548"/>
            <a:chOff x="797560" y="1739900"/>
            <a:chExt cx="2336800" cy="2336800"/>
          </a:xfrm>
        </p:grpSpPr>
        <p:sp>
          <p:nvSpPr>
            <p:cNvPr id="75" name="椭圆 74"/>
            <p:cNvSpPr/>
            <p:nvPr/>
          </p:nvSpPr>
          <p:spPr>
            <a:xfrm>
              <a:off x="797560" y="1739900"/>
              <a:ext cx="2336800" cy="2336800"/>
            </a:xfrm>
            <a:prstGeom prst="ellipse">
              <a:avLst/>
            </a:prstGeom>
            <a:solidFill>
              <a:srgbClr val="5698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5FC3AD"/>
                </a:solidFill>
              </a:endParaRPr>
            </a:p>
          </p:txBody>
        </p:sp>
        <p:sp>
          <p:nvSpPr>
            <p:cNvPr id="76" name="椭圆 75"/>
            <p:cNvSpPr/>
            <p:nvPr/>
          </p:nvSpPr>
          <p:spPr>
            <a:xfrm>
              <a:off x="942339" y="1778770"/>
              <a:ext cx="2153150" cy="2153150"/>
            </a:xfrm>
            <a:prstGeom prst="ellipse">
              <a:avLst/>
            </a:prstGeom>
            <a:solidFill>
              <a:srgbClr val="FAFA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prstClr val="white"/>
                </a:solidFill>
              </a:endParaRPr>
            </a:p>
          </p:txBody>
        </p:sp>
      </p:grpSp>
      <p:sp>
        <p:nvSpPr>
          <p:cNvPr id="56" name="KSO_Shape"/>
          <p:cNvSpPr/>
          <p:nvPr/>
        </p:nvSpPr>
        <p:spPr bwMode="auto">
          <a:xfrm>
            <a:off x="3591392" y="3985915"/>
            <a:ext cx="506762" cy="435866"/>
          </a:xfrm>
          <a:custGeom>
            <a:avLst/>
            <a:gdLst/>
            <a:ahLst/>
            <a:cxnLst/>
            <a:rect l="0" t="0" r="r" b="b"/>
            <a:pathLst>
              <a:path w="1804988" h="1503362">
                <a:moveTo>
                  <a:pt x="754063" y="989012"/>
                </a:moveTo>
                <a:lnTo>
                  <a:pt x="760413" y="990167"/>
                </a:lnTo>
                <a:lnTo>
                  <a:pt x="757348" y="992187"/>
                </a:lnTo>
                <a:lnTo>
                  <a:pt x="754063" y="989012"/>
                </a:lnTo>
                <a:close/>
                <a:moveTo>
                  <a:pt x="112032" y="983614"/>
                </a:moveTo>
                <a:lnTo>
                  <a:pt x="108857" y="984976"/>
                </a:lnTo>
                <a:lnTo>
                  <a:pt x="105909" y="986111"/>
                </a:lnTo>
                <a:lnTo>
                  <a:pt x="99786" y="989516"/>
                </a:lnTo>
                <a:lnTo>
                  <a:pt x="93436" y="993601"/>
                </a:lnTo>
                <a:lnTo>
                  <a:pt x="87313" y="997914"/>
                </a:lnTo>
                <a:lnTo>
                  <a:pt x="81416" y="1003361"/>
                </a:lnTo>
                <a:lnTo>
                  <a:pt x="75293" y="1009262"/>
                </a:lnTo>
                <a:lnTo>
                  <a:pt x="69623" y="1015617"/>
                </a:lnTo>
                <a:lnTo>
                  <a:pt x="63954" y="1022653"/>
                </a:lnTo>
                <a:lnTo>
                  <a:pt x="58511" y="1029917"/>
                </a:lnTo>
                <a:lnTo>
                  <a:pt x="53522" y="1038088"/>
                </a:lnTo>
                <a:lnTo>
                  <a:pt x="48532" y="1046712"/>
                </a:lnTo>
                <a:lnTo>
                  <a:pt x="44223" y="1055564"/>
                </a:lnTo>
                <a:lnTo>
                  <a:pt x="40141" y="1065324"/>
                </a:lnTo>
                <a:lnTo>
                  <a:pt x="36513" y="1075311"/>
                </a:lnTo>
                <a:lnTo>
                  <a:pt x="33111" y="1085525"/>
                </a:lnTo>
                <a:lnTo>
                  <a:pt x="30616" y="1096419"/>
                </a:lnTo>
                <a:lnTo>
                  <a:pt x="29482" y="1101867"/>
                </a:lnTo>
                <a:lnTo>
                  <a:pt x="28575" y="1107541"/>
                </a:lnTo>
                <a:lnTo>
                  <a:pt x="27668" y="1113442"/>
                </a:lnTo>
                <a:lnTo>
                  <a:pt x="26761" y="1119343"/>
                </a:lnTo>
                <a:lnTo>
                  <a:pt x="26307" y="1125245"/>
                </a:lnTo>
                <a:lnTo>
                  <a:pt x="26080" y="1131146"/>
                </a:lnTo>
                <a:lnTo>
                  <a:pt x="25854" y="1137274"/>
                </a:lnTo>
                <a:lnTo>
                  <a:pt x="25854" y="1143402"/>
                </a:lnTo>
                <a:lnTo>
                  <a:pt x="25854" y="1149758"/>
                </a:lnTo>
                <a:lnTo>
                  <a:pt x="26080" y="1156113"/>
                </a:lnTo>
                <a:lnTo>
                  <a:pt x="26534" y="1162695"/>
                </a:lnTo>
                <a:lnTo>
                  <a:pt x="26988" y="1169050"/>
                </a:lnTo>
                <a:lnTo>
                  <a:pt x="28122" y="1175632"/>
                </a:lnTo>
                <a:lnTo>
                  <a:pt x="29029" y="1182215"/>
                </a:lnTo>
                <a:lnTo>
                  <a:pt x="30163" y="1189024"/>
                </a:lnTo>
                <a:lnTo>
                  <a:pt x="31750" y="1195606"/>
                </a:lnTo>
                <a:lnTo>
                  <a:pt x="33111" y="1202642"/>
                </a:lnTo>
                <a:lnTo>
                  <a:pt x="35379" y="1209224"/>
                </a:lnTo>
                <a:lnTo>
                  <a:pt x="37420" y="1216260"/>
                </a:lnTo>
                <a:lnTo>
                  <a:pt x="39688" y="1223296"/>
                </a:lnTo>
                <a:lnTo>
                  <a:pt x="41955" y="1230333"/>
                </a:lnTo>
                <a:lnTo>
                  <a:pt x="44677" y="1237369"/>
                </a:lnTo>
                <a:lnTo>
                  <a:pt x="47852" y="1244632"/>
                </a:lnTo>
                <a:lnTo>
                  <a:pt x="51027" y="1251895"/>
                </a:lnTo>
                <a:lnTo>
                  <a:pt x="54429" y="1258931"/>
                </a:lnTo>
                <a:lnTo>
                  <a:pt x="58284" y="1266194"/>
                </a:lnTo>
                <a:lnTo>
                  <a:pt x="62139" y="1273684"/>
                </a:lnTo>
                <a:lnTo>
                  <a:pt x="66448" y="1280720"/>
                </a:lnTo>
                <a:lnTo>
                  <a:pt x="70757" y="1288210"/>
                </a:lnTo>
                <a:lnTo>
                  <a:pt x="75747" y="1295700"/>
                </a:lnTo>
                <a:lnTo>
                  <a:pt x="80736" y="1302964"/>
                </a:lnTo>
                <a:lnTo>
                  <a:pt x="86179" y="1310454"/>
                </a:lnTo>
                <a:lnTo>
                  <a:pt x="81870" y="1297743"/>
                </a:lnTo>
                <a:lnTo>
                  <a:pt x="78014" y="1284806"/>
                </a:lnTo>
                <a:lnTo>
                  <a:pt x="74386" y="1272549"/>
                </a:lnTo>
                <a:lnTo>
                  <a:pt x="70984" y="1260066"/>
                </a:lnTo>
                <a:lnTo>
                  <a:pt x="68036" y="1247809"/>
                </a:lnTo>
                <a:lnTo>
                  <a:pt x="65314" y="1235780"/>
                </a:lnTo>
                <a:lnTo>
                  <a:pt x="62820" y="1223977"/>
                </a:lnTo>
                <a:lnTo>
                  <a:pt x="60552" y="1211948"/>
                </a:lnTo>
                <a:lnTo>
                  <a:pt x="58738" y="1200372"/>
                </a:lnTo>
                <a:lnTo>
                  <a:pt x="57377" y="1188797"/>
                </a:lnTo>
                <a:lnTo>
                  <a:pt x="56016" y="1177448"/>
                </a:lnTo>
                <a:lnTo>
                  <a:pt x="55336" y="1166327"/>
                </a:lnTo>
                <a:lnTo>
                  <a:pt x="54655" y="1155205"/>
                </a:lnTo>
                <a:lnTo>
                  <a:pt x="54429" y="1144537"/>
                </a:lnTo>
                <a:lnTo>
                  <a:pt x="54429" y="1134097"/>
                </a:lnTo>
                <a:lnTo>
                  <a:pt x="54882" y="1123429"/>
                </a:lnTo>
                <a:lnTo>
                  <a:pt x="55789" y="1113215"/>
                </a:lnTo>
                <a:lnTo>
                  <a:pt x="56697" y="1103001"/>
                </a:lnTo>
                <a:lnTo>
                  <a:pt x="58284" y="1093242"/>
                </a:lnTo>
                <a:lnTo>
                  <a:pt x="60098" y="1083482"/>
                </a:lnTo>
                <a:lnTo>
                  <a:pt x="62366" y="1073949"/>
                </a:lnTo>
                <a:lnTo>
                  <a:pt x="64861" y="1064643"/>
                </a:lnTo>
                <a:lnTo>
                  <a:pt x="68036" y="1055564"/>
                </a:lnTo>
                <a:lnTo>
                  <a:pt x="71438" y="1046712"/>
                </a:lnTo>
                <a:lnTo>
                  <a:pt x="74839" y="1037861"/>
                </a:lnTo>
                <a:lnTo>
                  <a:pt x="78922" y="1029463"/>
                </a:lnTo>
                <a:lnTo>
                  <a:pt x="83684" y="1021292"/>
                </a:lnTo>
                <a:lnTo>
                  <a:pt x="88447" y="1013348"/>
                </a:lnTo>
                <a:lnTo>
                  <a:pt x="93889" y="1005631"/>
                </a:lnTo>
                <a:lnTo>
                  <a:pt x="99559" y="997914"/>
                </a:lnTo>
                <a:lnTo>
                  <a:pt x="105682" y="990877"/>
                </a:lnTo>
                <a:lnTo>
                  <a:pt x="112032" y="983614"/>
                </a:lnTo>
                <a:close/>
                <a:moveTo>
                  <a:pt x="126093" y="928687"/>
                </a:moveTo>
                <a:lnTo>
                  <a:pt x="131536" y="947072"/>
                </a:lnTo>
                <a:lnTo>
                  <a:pt x="137432" y="965457"/>
                </a:lnTo>
                <a:lnTo>
                  <a:pt x="143555" y="983614"/>
                </a:lnTo>
                <a:lnTo>
                  <a:pt x="150132" y="1001999"/>
                </a:lnTo>
                <a:lnTo>
                  <a:pt x="157389" y="1020611"/>
                </a:lnTo>
                <a:lnTo>
                  <a:pt x="165100" y="1038995"/>
                </a:lnTo>
                <a:lnTo>
                  <a:pt x="172811" y="1057153"/>
                </a:lnTo>
                <a:lnTo>
                  <a:pt x="181656" y="1075538"/>
                </a:lnTo>
                <a:lnTo>
                  <a:pt x="190500" y="1093696"/>
                </a:lnTo>
                <a:lnTo>
                  <a:pt x="200025" y="1111853"/>
                </a:lnTo>
                <a:lnTo>
                  <a:pt x="209777" y="1130238"/>
                </a:lnTo>
                <a:lnTo>
                  <a:pt x="220209" y="1148396"/>
                </a:lnTo>
                <a:lnTo>
                  <a:pt x="231095" y="1166327"/>
                </a:lnTo>
                <a:lnTo>
                  <a:pt x="242434" y="1184030"/>
                </a:lnTo>
                <a:lnTo>
                  <a:pt x="254000" y="1201507"/>
                </a:lnTo>
                <a:lnTo>
                  <a:pt x="266247" y="1219211"/>
                </a:lnTo>
                <a:lnTo>
                  <a:pt x="277359" y="1234418"/>
                </a:lnTo>
                <a:lnTo>
                  <a:pt x="288472" y="1249171"/>
                </a:lnTo>
                <a:lnTo>
                  <a:pt x="299811" y="1263924"/>
                </a:lnTo>
                <a:lnTo>
                  <a:pt x="311604" y="1278224"/>
                </a:lnTo>
                <a:lnTo>
                  <a:pt x="323397" y="1292069"/>
                </a:lnTo>
                <a:lnTo>
                  <a:pt x="335416" y="1305687"/>
                </a:lnTo>
                <a:lnTo>
                  <a:pt x="347436" y="1318852"/>
                </a:lnTo>
                <a:lnTo>
                  <a:pt x="359682" y="1332016"/>
                </a:lnTo>
                <a:lnTo>
                  <a:pt x="372156" y="1344499"/>
                </a:lnTo>
                <a:lnTo>
                  <a:pt x="384856" y="1356756"/>
                </a:lnTo>
                <a:lnTo>
                  <a:pt x="397556" y="1368785"/>
                </a:lnTo>
                <a:lnTo>
                  <a:pt x="410709" y="1380588"/>
                </a:lnTo>
                <a:lnTo>
                  <a:pt x="423636" y="1391936"/>
                </a:lnTo>
                <a:lnTo>
                  <a:pt x="436790" y="1403285"/>
                </a:lnTo>
                <a:lnTo>
                  <a:pt x="449943" y="1413953"/>
                </a:lnTo>
                <a:lnTo>
                  <a:pt x="463550" y="1424166"/>
                </a:lnTo>
                <a:lnTo>
                  <a:pt x="456973" y="1430295"/>
                </a:lnTo>
                <a:lnTo>
                  <a:pt x="449943" y="1435969"/>
                </a:lnTo>
                <a:lnTo>
                  <a:pt x="442913" y="1441416"/>
                </a:lnTo>
                <a:lnTo>
                  <a:pt x="435656" y="1446410"/>
                </a:lnTo>
                <a:lnTo>
                  <a:pt x="429986" y="1450041"/>
                </a:lnTo>
                <a:lnTo>
                  <a:pt x="424770" y="1453446"/>
                </a:lnTo>
                <a:lnTo>
                  <a:pt x="419100" y="1456396"/>
                </a:lnTo>
                <a:lnTo>
                  <a:pt x="413431" y="1459574"/>
                </a:lnTo>
                <a:lnTo>
                  <a:pt x="407534" y="1462298"/>
                </a:lnTo>
                <a:lnTo>
                  <a:pt x="401865" y="1464794"/>
                </a:lnTo>
                <a:lnTo>
                  <a:pt x="395968" y="1467518"/>
                </a:lnTo>
                <a:lnTo>
                  <a:pt x="390072" y="1469561"/>
                </a:lnTo>
                <a:lnTo>
                  <a:pt x="384175" y="1471604"/>
                </a:lnTo>
                <a:lnTo>
                  <a:pt x="378052" y="1473646"/>
                </a:lnTo>
                <a:lnTo>
                  <a:pt x="371929" y="1475235"/>
                </a:lnTo>
                <a:lnTo>
                  <a:pt x="366032" y="1476597"/>
                </a:lnTo>
                <a:lnTo>
                  <a:pt x="359909" y="1478186"/>
                </a:lnTo>
                <a:lnTo>
                  <a:pt x="353559" y="1479321"/>
                </a:lnTo>
                <a:lnTo>
                  <a:pt x="347436" y="1480228"/>
                </a:lnTo>
                <a:lnTo>
                  <a:pt x="341313" y="1481136"/>
                </a:lnTo>
                <a:lnTo>
                  <a:pt x="334963" y="1481817"/>
                </a:lnTo>
                <a:lnTo>
                  <a:pt x="328386" y="1482271"/>
                </a:lnTo>
                <a:lnTo>
                  <a:pt x="322263" y="1482498"/>
                </a:lnTo>
                <a:lnTo>
                  <a:pt x="315913" y="1482725"/>
                </a:lnTo>
                <a:lnTo>
                  <a:pt x="309563" y="1482498"/>
                </a:lnTo>
                <a:lnTo>
                  <a:pt x="303213" y="1482498"/>
                </a:lnTo>
                <a:lnTo>
                  <a:pt x="296863" y="1482044"/>
                </a:lnTo>
                <a:lnTo>
                  <a:pt x="290286" y="1481590"/>
                </a:lnTo>
                <a:lnTo>
                  <a:pt x="283936" y="1481136"/>
                </a:lnTo>
                <a:lnTo>
                  <a:pt x="277359" y="1480001"/>
                </a:lnTo>
                <a:lnTo>
                  <a:pt x="271009" y="1479094"/>
                </a:lnTo>
                <a:lnTo>
                  <a:pt x="264432" y="1477959"/>
                </a:lnTo>
                <a:lnTo>
                  <a:pt x="258082" y="1476370"/>
                </a:lnTo>
                <a:lnTo>
                  <a:pt x="251732" y="1475235"/>
                </a:lnTo>
                <a:lnTo>
                  <a:pt x="245382" y="1473419"/>
                </a:lnTo>
                <a:lnTo>
                  <a:pt x="239032" y="1471604"/>
                </a:lnTo>
                <a:lnTo>
                  <a:pt x="232456" y="1469561"/>
                </a:lnTo>
                <a:lnTo>
                  <a:pt x="226106" y="1467518"/>
                </a:lnTo>
                <a:lnTo>
                  <a:pt x="219756" y="1465248"/>
                </a:lnTo>
                <a:lnTo>
                  <a:pt x="213632" y="1462525"/>
                </a:lnTo>
                <a:lnTo>
                  <a:pt x="207282" y="1460028"/>
                </a:lnTo>
                <a:lnTo>
                  <a:pt x="201159" y="1457304"/>
                </a:lnTo>
                <a:lnTo>
                  <a:pt x="188459" y="1451403"/>
                </a:lnTo>
                <a:lnTo>
                  <a:pt x="176213" y="1444594"/>
                </a:lnTo>
                <a:lnTo>
                  <a:pt x="164193" y="1437558"/>
                </a:lnTo>
                <a:lnTo>
                  <a:pt x="152400" y="1429841"/>
                </a:lnTo>
                <a:lnTo>
                  <a:pt x="140834" y="1421443"/>
                </a:lnTo>
                <a:lnTo>
                  <a:pt x="135164" y="1416903"/>
                </a:lnTo>
                <a:lnTo>
                  <a:pt x="129495" y="1412591"/>
                </a:lnTo>
                <a:lnTo>
                  <a:pt x="123825" y="1407824"/>
                </a:lnTo>
                <a:lnTo>
                  <a:pt x="118382" y="1403285"/>
                </a:lnTo>
                <a:lnTo>
                  <a:pt x="112939" y="1398065"/>
                </a:lnTo>
                <a:lnTo>
                  <a:pt x="107723" y="1392844"/>
                </a:lnTo>
                <a:lnTo>
                  <a:pt x="102280" y="1387851"/>
                </a:lnTo>
                <a:lnTo>
                  <a:pt x="97291" y="1382404"/>
                </a:lnTo>
                <a:lnTo>
                  <a:pt x="92075" y="1376729"/>
                </a:lnTo>
                <a:lnTo>
                  <a:pt x="87313" y="1371055"/>
                </a:lnTo>
                <a:lnTo>
                  <a:pt x="82097" y="1365608"/>
                </a:lnTo>
                <a:lnTo>
                  <a:pt x="77561" y="1359706"/>
                </a:lnTo>
                <a:lnTo>
                  <a:pt x="72572" y="1353578"/>
                </a:lnTo>
                <a:lnTo>
                  <a:pt x="68036" y="1347450"/>
                </a:lnTo>
                <a:lnTo>
                  <a:pt x="63500" y="1340868"/>
                </a:lnTo>
                <a:lnTo>
                  <a:pt x="58964" y="1334513"/>
                </a:lnTo>
                <a:lnTo>
                  <a:pt x="54882" y="1327930"/>
                </a:lnTo>
                <a:lnTo>
                  <a:pt x="50573" y="1321575"/>
                </a:lnTo>
                <a:lnTo>
                  <a:pt x="46718" y="1314766"/>
                </a:lnTo>
                <a:lnTo>
                  <a:pt x="42863" y="1308184"/>
                </a:lnTo>
                <a:lnTo>
                  <a:pt x="39461" y="1301148"/>
                </a:lnTo>
                <a:lnTo>
                  <a:pt x="36059" y="1294566"/>
                </a:lnTo>
                <a:lnTo>
                  <a:pt x="32657" y="1287983"/>
                </a:lnTo>
                <a:lnTo>
                  <a:pt x="29482" y="1280947"/>
                </a:lnTo>
                <a:lnTo>
                  <a:pt x="26534" y="1274138"/>
                </a:lnTo>
                <a:lnTo>
                  <a:pt x="23813" y="1267102"/>
                </a:lnTo>
                <a:lnTo>
                  <a:pt x="20864" y="1260293"/>
                </a:lnTo>
                <a:lnTo>
                  <a:pt x="18597" y="1253257"/>
                </a:lnTo>
                <a:lnTo>
                  <a:pt x="16329" y="1246448"/>
                </a:lnTo>
                <a:lnTo>
                  <a:pt x="14061" y="1239411"/>
                </a:lnTo>
                <a:lnTo>
                  <a:pt x="12020" y="1232602"/>
                </a:lnTo>
                <a:lnTo>
                  <a:pt x="10205" y="1225793"/>
                </a:lnTo>
                <a:lnTo>
                  <a:pt x="6804" y="1211948"/>
                </a:lnTo>
                <a:lnTo>
                  <a:pt x="4309" y="1197876"/>
                </a:lnTo>
                <a:lnTo>
                  <a:pt x="2268" y="1184030"/>
                </a:lnTo>
                <a:lnTo>
                  <a:pt x="680" y="1170185"/>
                </a:lnTo>
                <a:lnTo>
                  <a:pt x="0" y="1156340"/>
                </a:lnTo>
                <a:lnTo>
                  <a:pt x="0" y="1149531"/>
                </a:lnTo>
                <a:lnTo>
                  <a:pt x="0" y="1142721"/>
                </a:lnTo>
                <a:lnTo>
                  <a:pt x="0" y="1136139"/>
                </a:lnTo>
                <a:lnTo>
                  <a:pt x="454" y="1129103"/>
                </a:lnTo>
                <a:lnTo>
                  <a:pt x="680" y="1122521"/>
                </a:lnTo>
                <a:lnTo>
                  <a:pt x="1588" y="1115712"/>
                </a:lnTo>
                <a:lnTo>
                  <a:pt x="2268" y="1109130"/>
                </a:lnTo>
                <a:lnTo>
                  <a:pt x="2948" y="1102774"/>
                </a:lnTo>
                <a:lnTo>
                  <a:pt x="4309" y="1096192"/>
                </a:lnTo>
                <a:lnTo>
                  <a:pt x="5443" y="1089610"/>
                </a:lnTo>
                <a:lnTo>
                  <a:pt x="6804" y="1083255"/>
                </a:lnTo>
                <a:lnTo>
                  <a:pt x="8391" y="1076900"/>
                </a:lnTo>
                <a:lnTo>
                  <a:pt x="9979" y="1070771"/>
                </a:lnTo>
                <a:lnTo>
                  <a:pt x="11793" y="1064643"/>
                </a:lnTo>
                <a:lnTo>
                  <a:pt x="13834" y="1058515"/>
                </a:lnTo>
                <a:lnTo>
                  <a:pt x="15875" y="1052387"/>
                </a:lnTo>
                <a:lnTo>
                  <a:pt x="18143" y="1046032"/>
                </a:lnTo>
                <a:lnTo>
                  <a:pt x="20638" y="1040357"/>
                </a:lnTo>
                <a:lnTo>
                  <a:pt x="23132" y="1034683"/>
                </a:lnTo>
                <a:lnTo>
                  <a:pt x="25854" y="1028782"/>
                </a:lnTo>
                <a:lnTo>
                  <a:pt x="28575" y="1023107"/>
                </a:lnTo>
                <a:lnTo>
                  <a:pt x="31750" y="1017433"/>
                </a:lnTo>
                <a:lnTo>
                  <a:pt x="34925" y="1011986"/>
                </a:lnTo>
                <a:lnTo>
                  <a:pt x="38327" y="1006765"/>
                </a:lnTo>
                <a:lnTo>
                  <a:pt x="41729" y="1001545"/>
                </a:lnTo>
                <a:lnTo>
                  <a:pt x="45357" y="996098"/>
                </a:lnTo>
                <a:lnTo>
                  <a:pt x="48986" y="991331"/>
                </a:lnTo>
                <a:lnTo>
                  <a:pt x="52841" y="986111"/>
                </a:lnTo>
                <a:lnTo>
                  <a:pt x="56923" y="981345"/>
                </a:lnTo>
                <a:lnTo>
                  <a:pt x="61005" y="976805"/>
                </a:lnTo>
                <a:lnTo>
                  <a:pt x="65541" y="972039"/>
                </a:lnTo>
                <a:lnTo>
                  <a:pt x="69850" y="967499"/>
                </a:lnTo>
                <a:lnTo>
                  <a:pt x="74386" y="963187"/>
                </a:lnTo>
                <a:lnTo>
                  <a:pt x="79375" y="959101"/>
                </a:lnTo>
                <a:lnTo>
                  <a:pt x="84138" y="955016"/>
                </a:lnTo>
                <a:lnTo>
                  <a:pt x="89354" y="950930"/>
                </a:lnTo>
                <a:lnTo>
                  <a:pt x="94343" y="947072"/>
                </a:lnTo>
                <a:lnTo>
                  <a:pt x="99786" y="943440"/>
                </a:lnTo>
                <a:lnTo>
                  <a:pt x="106136" y="939355"/>
                </a:lnTo>
                <a:lnTo>
                  <a:pt x="112713" y="935496"/>
                </a:lnTo>
                <a:lnTo>
                  <a:pt x="119516" y="931865"/>
                </a:lnTo>
                <a:lnTo>
                  <a:pt x="126093" y="928687"/>
                </a:lnTo>
                <a:close/>
                <a:moveTo>
                  <a:pt x="418991" y="400883"/>
                </a:moveTo>
                <a:lnTo>
                  <a:pt x="418121" y="401410"/>
                </a:lnTo>
                <a:lnTo>
                  <a:pt x="410633" y="406173"/>
                </a:lnTo>
                <a:lnTo>
                  <a:pt x="403598" y="410935"/>
                </a:lnTo>
                <a:lnTo>
                  <a:pt x="395429" y="417058"/>
                </a:lnTo>
                <a:lnTo>
                  <a:pt x="387487" y="423635"/>
                </a:lnTo>
                <a:lnTo>
                  <a:pt x="379771" y="429985"/>
                </a:lnTo>
                <a:lnTo>
                  <a:pt x="372283" y="436789"/>
                </a:lnTo>
                <a:lnTo>
                  <a:pt x="364794" y="444046"/>
                </a:lnTo>
                <a:lnTo>
                  <a:pt x="357987" y="451530"/>
                </a:lnTo>
                <a:lnTo>
                  <a:pt x="351179" y="458787"/>
                </a:lnTo>
                <a:lnTo>
                  <a:pt x="344825" y="466724"/>
                </a:lnTo>
                <a:lnTo>
                  <a:pt x="338925" y="474662"/>
                </a:lnTo>
                <a:lnTo>
                  <a:pt x="333025" y="483053"/>
                </a:lnTo>
                <a:lnTo>
                  <a:pt x="327579" y="491444"/>
                </a:lnTo>
                <a:lnTo>
                  <a:pt x="322133" y="500062"/>
                </a:lnTo>
                <a:lnTo>
                  <a:pt x="316914" y="508680"/>
                </a:lnTo>
                <a:lnTo>
                  <a:pt x="312149" y="517978"/>
                </a:lnTo>
                <a:lnTo>
                  <a:pt x="307610" y="527276"/>
                </a:lnTo>
                <a:lnTo>
                  <a:pt x="303526" y="536348"/>
                </a:lnTo>
                <a:lnTo>
                  <a:pt x="299214" y="546099"/>
                </a:lnTo>
                <a:lnTo>
                  <a:pt x="295583" y="555851"/>
                </a:lnTo>
                <a:lnTo>
                  <a:pt x="292180" y="565830"/>
                </a:lnTo>
                <a:lnTo>
                  <a:pt x="288776" y="575808"/>
                </a:lnTo>
                <a:lnTo>
                  <a:pt x="285826" y="586014"/>
                </a:lnTo>
                <a:lnTo>
                  <a:pt x="283103" y="596673"/>
                </a:lnTo>
                <a:lnTo>
                  <a:pt x="280607" y="607105"/>
                </a:lnTo>
                <a:lnTo>
                  <a:pt x="278564" y="617764"/>
                </a:lnTo>
                <a:lnTo>
                  <a:pt x="276522" y="628649"/>
                </a:lnTo>
                <a:lnTo>
                  <a:pt x="274934" y="639535"/>
                </a:lnTo>
                <a:lnTo>
                  <a:pt x="273572" y="650648"/>
                </a:lnTo>
                <a:lnTo>
                  <a:pt x="272437" y="661760"/>
                </a:lnTo>
                <a:lnTo>
                  <a:pt x="271303" y="673099"/>
                </a:lnTo>
                <a:lnTo>
                  <a:pt x="270849" y="684665"/>
                </a:lnTo>
                <a:lnTo>
                  <a:pt x="270622" y="696005"/>
                </a:lnTo>
                <a:lnTo>
                  <a:pt x="270395" y="707571"/>
                </a:lnTo>
                <a:lnTo>
                  <a:pt x="270622" y="719364"/>
                </a:lnTo>
                <a:lnTo>
                  <a:pt x="271076" y="731157"/>
                </a:lnTo>
                <a:lnTo>
                  <a:pt x="271757" y="743176"/>
                </a:lnTo>
                <a:lnTo>
                  <a:pt x="272664" y="754969"/>
                </a:lnTo>
                <a:lnTo>
                  <a:pt x="274026" y="766989"/>
                </a:lnTo>
                <a:lnTo>
                  <a:pt x="275614" y="779008"/>
                </a:lnTo>
                <a:lnTo>
                  <a:pt x="277203" y="791255"/>
                </a:lnTo>
                <a:lnTo>
                  <a:pt x="279245" y="803501"/>
                </a:lnTo>
                <a:lnTo>
                  <a:pt x="281287" y="815521"/>
                </a:lnTo>
                <a:lnTo>
                  <a:pt x="284010" y="827994"/>
                </a:lnTo>
                <a:lnTo>
                  <a:pt x="286733" y="840467"/>
                </a:lnTo>
                <a:lnTo>
                  <a:pt x="289910" y="852714"/>
                </a:lnTo>
                <a:lnTo>
                  <a:pt x="293087" y="864960"/>
                </a:lnTo>
                <a:lnTo>
                  <a:pt x="296718" y="877660"/>
                </a:lnTo>
                <a:lnTo>
                  <a:pt x="300576" y="889906"/>
                </a:lnTo>
                <a:lnTo>
                  <a:pt x="304660" y="902380"/>
                </a:lnTo>
                <a:lnTo>
                  <a:pt x="308972" y="914853"/>
                </a:lnTo>
                <a:lnTo>
                  <a:pt x="313964" y="927099"/>
                </a:lnTo>
                <a:lnTo>
                  <a:pt x="318729" y="939800"/>
                </a:lnTo>
                <a:lnTo>
                  <a:pt x="323949" y="952046"/>
                </a:lnTo>
                <a:lnTo>
                  <a:pt x="329168" y="964519"/>
                </a:lnTo>
                <a:lnTo>
                  <a:pt x="334841" y="976766"/>
                </a:lnTo>
                <a:lnTo>
                  <a:pt x="340741" y="989466"/>
                </a:lnTo>
                <a:lnTo>
                  <a:pt x="347095" y="1001712"/>
                </a:lnTo>
                <a:lnTo>
                  <a:pt x="353675" y="1013959"/>
                </a:lnTo>
                <a:lnTo>
                  <a:pt x="360256" y="1026205"/>
                </a:lnTo>
                <a:lnTo>
                  <a:pt x="367518" y="1038225"/>
                </a:lnTo>
                <a:lnTo>
                  <a:pt x="374552" y="1050471"/>
                </a:lnTo>
                <a:lnTo>
                  <a:pt x="382041" y="1062491"/>
                </a:lnTo>
                <a:lnTo>
                  <a:pt x="389983" y="1074510"/>
                </a:lnTo>
                <a:lnTo>
                  <a:pt x="397925" y="1086757"/>
                </a:lnTo>
                <a:lnTo>
                  <a:pt x="406321" y="1098323"/>
                </a:lnTo>
                <a:lnTo>
                  <a:pt x="414717" y="1110116"/>
                </a:lnTo>
                <a:lnTo>
                  <a:pt x="423567" y="1121682"/>
                </a:lnTo>
                <a:lnTo>
                  <a:pt x="432190" y="1133021"/>
                </a:lnTo>
                <a:lnTo>
                  <a:pt x="441040" y="1143907"/>
                </a:lnTo>
                <a:lnTo>
                  <a:pt x="450344" y="1155019"/>
                </a:lnTo>
                <a:lnTo>
                  <a:pt x="459648" y="1165451"/>
                </a:lnTo>
                <a:lnTo>
                  <a:pt x="468951" y="1175884"/>
                </a:lnTo>
                <a:lnTo>
                  <a:pt x="478482" y="1185862"/>
                </a:lnTo>
                <a:lnTo>
                  <a:pt x="488013" y="1195841"/>
                </a:lnTo>
                <a:lnTo>
                  <a:pt x="497770" y="1205593"/>
                </a:lnTo>
                <a:lnTo>
                  <a:pt x="507755" y="1214891"/>
                </a:lnTo>
                <a:lnTo>
                  <a:pt x="517740" y="1223962"/>
                </a:lnTo>
                <a:lnTo>
                  <a:pt x="527724" y="1233034"/>
                </a:lnTo>
                <a:lnTo>
                  <a:pt x="537936" y="1241651"/>
                </a:lnTo>
                <a:lnTo>
                  <a:pt x="548147" y="1250269"/>
                </a:lnTo>
                <a:lnTo>
                  <a:pt x="558358" y="1258434"/>
                </a:lnTo>
                <a:lnTo>
                  <a:pt x="568797" y="1266371"/>
                </a:lnTo>
                <a:lnTo>
                  <a:pt x="579462" y="1274082"/>
                </a:lnTo>
                <a:lnTo>
                  <a:pt x="589901" y="1281339"/>
                </a:lnTo>
                <a:lnTo>
                  <a:pt x="600566" y="1288823"/>
                </a:lnTo>
                <a:lnTo>
                  <a:pt x="611231" y="1295626"/>
                </a:lnTo>
                <a:lnTo>
                  <a:pt x="621896" y="1302430"/>
                </a:lnTo>
                <a:lnTo>
                  <a:pt x="622512" y="1302797"/>
                </a:lnTo>
                <a:lnTo>
                  <a:pt x="612180" y="1296195"/>
                </a:lnTo>
                <a:lnTo>
                  <a:pt x="601518" y="1289382"/>
                </a:lnTo>
                <a:lnTo>
                  <a:pt x="590856" y="1281888"/>
                </a:lnTo>
                <a:lnTo>
                  <a:pt x="580422" y="1274621"/>
                </a:lnTo>
                <a:lnTo>
                  <a:pt x="569760" y="1266900"/>
                </a:lnTo>
                <a:lnTo>
                  <a:pt x="559325" y="1258952"/>
                </a:lnTo>
                <a:lnTo>
                  <a:pt x="549118" y="1250777"/>
                </a:lnTo>
                <a:lnTo>
                  <a:pt x="538910" y="1242148"/>
                </a:lnTo>
                <a:lnTo>
                  <a:pt x="528702" y="1233519"/>
                </a:lnTo>
                <a:lnTo>
                  <a:pt x="518721" y="1224435"/>
                </a:lnTo>
                <a:lnTo>
                  <a:pt x="508740" y="1215352"/>
                </a:lnTo>
                <a:lnTo>
                  <a:pt x="498759" y="1206041"/>
                </a:lnTo>
                <a:lnTo>
                  <a:pt x="489005" y="1196276"/>
                </a:lnTo>
                <a:lnTo>
                  <a:pt x="479477" y="1186284"/>
                </a:lnTo>
                <a:lnTo>
                  <a:pt x="469950" y="1176293"/>
                </a:lnTo>
                <a:lnTo>
                  <a:pt x="460649" y="1165847"/>
                </a:lnTo>
                <a:lnTo>
                  <a:pt x="451349" y="1155401"/>
                </a:lnTo>
                <a:lnTo>
                  <a:pt x="442048" y="1144273"/>
                </a:lnTo>
                <a:lnTo>
                  <a:pt x="433201" y="1133373"/>
                </a:lnTo>
                <a:lnTo>
                  <a:pt x="424581" y="1122019"/>
                </a:lnTo>
                <a:lnTo>
                  <a:pt x="415735" y="1110437"/>
                </a:lnTo>
                <a:lnTo>
                  <a:pt x="407341" y="1098629"/>
                </a:lnTo>
                <a:lnTo>
                  <a:pt x="398948" y="1087047"/>
                </a:lnTo>
                <a:lnTo>
                  <a:pt x="391009" y="1074785"/>
                </a:lnTo>
                <a:lnTo>
                  <a:pt x="383069" y="1062749"/>
                </a:lnTo>
                <a:lnTo>
                  <a:pt x="375584" y="1050714"/>
                </a:lnTo>
                <a:lnTo>
                  <a:pt x="368552" y="1038451"/>
                </a:lnTo>
                <a:lnTo>
                  <a:pt x="361293" y="1026415"/>
                </a:lnTo>
                <a:lnTo>
                  <a:pt x="354714" y="1014153"/>
                </a:lnTo>
                <a:lnTo>
                  <a:pt x="348136" y="1001890"/>
                </a:lnTo>
                <a:lnTo>
                  <a:pt x="341784" y="989627"/>
                </a:lnTo>
                <a:lnTo>
                  <a:pt x="335886" y="976910"/>
                </a:lnTo>
                <a:lnTo>
                  <a:pt x="330215" y="964648"/>
                </a:lnTo>
                <a:lnTo>
                  <a:pt x="324998" y="952158"/>
                </a:lnTo>
                <a:lnTo>
                  <a:pt x="319781" y="939895"/>
                </a:lnTo>
                <a:lnTo>
                  <a:pt x="315017" y="927178"/>
                </a:lnTo>
                <a:lnTo>
                  <a:pt x="310026" y="914915"/>
                </a:lnTo>
                <a:lnTo>
                  <a:pt x="305716" y="902425"/>
                </a:lnTo>
                <a:lnTo>
                  <a:pt x="301633" y="889936"/>
                </a:lnTo>
                <a:lnTo>
                  <a:pt x="297777" y="877673"/>
                </a:lnTo>
                <a:lnTo>
                  <a:pt x="294147" y="864956"/>
                </a:lnTo>
                <a:lnTo>
                  <a:pt x="290972" y="852693"/>
                </a:lnTo>
                <a:lnTo>
                  <a:pt x="287796" y="840431"/>
                </a:lnTo>
                <a:lnTo>
                  <a:pt x="285074" y="827941"/>
                </a:lnTo>
                <a:lnTo>
                  <a:pt x="282352" y="815451"/>
                </a:lnTo>
                <a:lnTo>
                  <a:pt x="280310" y="803415"/>
                </a:lnTo>
                <a:lnTo>
                  <a:pt x="278269" y="791153"/>
                </a:lnTo>
                <a:lnTo>
                  <a:pt x="276681" y="778890"/>
                </a:lnTo>
                <a:lnTo>
                  <a:pt x="275093" y="766854"/>
                </a:lnTo>
                <a:lnTo>
                  <a:pt x="273732" y="754819"/>
                </a:lnTo>
                <a:lnTo>
                  <a:pt x="272824" y="743010"/>
                </a:lnTo>
                <a:lnTo>
                  <a:pt x="272144" y="730975"/>
                </a:lnTo>
                <a:lnTo>
                  <a:pt x="271690" y="719166"/>
                </a:lnTo>
                <a:lnTo>
                  <a:pt x="271463" y="707358"/>
                </a:lnTo>
                <a:lnTo>
                  <a:pt x="271690" y="695776"/>
                </a:lnTo>
                <a:lnTo>
                  <a:pt x="271917" y="684422"/>
                </a:lnTo>
                <a:lnTo>
                  <a:pt x="272371" y="672840"/>
                </a:lnTo>
                <a:lnTo>
                  <a:pt x="273505" y="661486"/>
                </a:lnTo>
                <a:lnTo>
                  <a:pt x="274639" y="650359"/>
                </a:lnTo>
                <a:lnTo>
                  <a:pt x="276000" y="639232"/>
                </a:lnTo>
                <a:lnTo>
                  <a:pt x="277588" y="628331"/>
                </a:lnTo>
                <a:lnTo>
                  <a:pt x="279630" y="617431"/>
                </a:lnTo>
                <a:lnTo>
                  <a:pt x="281671" y="606758"/>
                </a:lnTo>
                <a:lnTo>
                  <a:pt x="284166" y="596312"/>
                </a:lnTo>
                <a:lnTo>
                  <a:pt x="286888" y="585639"/>
                </a:lnTo>
                <a:lnTo>
                  <a:pt x="289837" y="575420"/>
                </a:lnTo>
                <a:lnTo>
                  <a:pt x="293240" y="565428"/>
                </a:lnTo>
                <a:lnTo>
                  <a:pt x="296643" y="555436"/>
                </a:lnTo>
                <a:lnTo>
                  <a:pt x="300272" y="545672"/>
                </a:lnTo>
                <a:lnTo>
                  <a:pt x="304582" y="535907"/>
                </a:lnTo>
                <a:lnTo>
                  <a:pt x="308665" y="526823"/>
                </a:lnTo>
                <a:lnTo>
                  <a:pt x="313202" y="517513"/>
                </a:lnTo>
                <a:lnTo>
                  <a:pt x="317966" y="508202"/>
                </a:lnTo>
                <a:lnTo>
                  <a:pt x="323183" y="499573"/>
                </a:lnTo>
                <a:lnTo>
                  <a:pt x="328627" y="490944"/>
                </a:lnTo>
                <a:lnTo>
                  <a:pt x="334072" y="482542"/>
                </a:lnTo>
                <a:lnTo>
                  <a:pt x="339969" y="474139"/>
                </a:lnTo>
                <a:lnTo>
                  <a:pt x="345867" y="466191"/>
                </a:lnTo>
                <a:lnTo>
                  <a:pt x="352219" y="458243"/>
                </a:lnTo>
                <a:lnTo>
                  <a:pt x="359024" y="450976"/>
                </a:lnTo>
                <a:lnTo>
                  <a:pt x="365829" y="443483"/>
                </a:lnTo>
                <a:lnTo>
                  <a:pt x="373315" y="436216"/>
                </a:lnTo>
                <a:lnTo>
                  <a:pt x="380801" y="429403"/>
                </a:lnTo>
                <a:lnTo>
                  <a:pt x="388514" y="423045"/>
                </a:lnTo>
                <a:lnTo>
                  <a:pt x="396453" y="416459"/>
                </a:lnTo>
                <a:lnTo>
                  <a:pt x="404619" y="410328"/>
                </a:lnTo>
                <a:lnTo>
                  <a:pt x="411651" y="405559"/>
                </a:lnTo>
                <a:lnTo>
                  <a:pt x="418991" y="400883"/>
                </a:lnTo>
                <a:close/>
                <a:moveTo>
                  <a:pt x="1336999" y="252412"/>
                </a:moveTo>
                <a:lnTo>
                  <a:pt x="1344943" y="252638"/>
                </a:lnTo>
                <a:lnTo>
                  <a:pt x="1352660" y="253092"/>
                </a:lnTo>
                <a:lnTo>
                  <a:pt x="1360603" y="254224"/>
                </a:lnTo>
                <a:lnTo>
                  <a:pt x="1368547" y="255357"/>
                </a:lnTo>
                <a:lnTo>
                  <a:pt x="1376264" y="256943"/>
                </a:lnTo>
                <a:lnTo>
                  <a:pt x="1383981" y="258982"/>
                </a:lnTo>
                <a:lnTo>
                  <a:pt x="1391243" y="261475"/>
                </a:lnTo>
                <a:lnTo>
                  <a:pt x="1398733" y="264420"/>
                </a:lnTo>
                <a:lnTo>
                  <a:pt x="1406223" y="267365"/>
                </a:lnTo>
                <a:lnTo>
                  <a:pt x="1413259" y="270990"/>
                </a:lnTo>
                <a:lnTo>
                  <a:pt x="1420295" y="274842"/>
                </a:lnTo>
                <a:lnTo>
                  <a:pt x="1427104" y="279147"/>
                </a:lnTo>
                <a:lnTo>
                  <a:pt x="1433913" y="283905"/>
                </a:lnTo>
                <a:lnTo>
                  <a:pt x="1440268" y="288663"/>
                </a:lnTo>
                <a:lnTo>
                  <a:pt x="1446396" y="293874"/>
                </a:lnTo>
                <a:lnTo>
                  <a:pt x="1452524" y="299764"/>
                </a:lnTo>
                <a:lnTo>
                  <a:pt x="1458425" y="305428"/>
                </a:lnTo>
                <a:lnTo>
                  <a:pt x="1463872" y="311999"/>
                </a:lnTo>
                <a:lnTo>
                  <a:pt x="1469092" y="318569"/>
                </a:lnTo>
                <a:lnTo>
                  <a:pt x="1474086" y="325593"/>
                </a:lnTo>
                <a:lnTo>
                  <a:pt x="1478398" y="332390"/>
                </a:lnTo>
                <a:lnTo>
                  <a:pt x="1482483" y="339867"/>
                </a:lnTo>
                <a:lnTo>
                  <a:pt x="1486342" y="346890"/>
                </a:lnTo>
                <a:lnTo>
                  <a:pt x="1489746" y="354593"/>
                </a:lnTo>
                <a:lnTo>
                  <a:pt x="1492470" y="362070"/>
                </a:lnTo>
                <a:lnTo>
                  <a:pt x="1494966" y="369773"/>
                </a:lnTo>
                <a:lnTo>
                  <a:pt x="1497009" y="377703"/>
                </a:lnTo>
                <a:lnTo>
                  <a:pt x="1498825" y="385407"/>
                </a:lnTo>
                <a:lnTo>
                  <a:pt x="1500186" y="393336"/>
                </a:lnTo>
                <a:lnTo>
                  <a:pt x="1500867" y="401266"/>
                </a:lnTo>
                <a:lnTo>
                  <a:pt x="1501775" y="409196"/>
                </a:lnTo>
                <a:lnTo>
                  <a:pt x="1501775" y="416899"/>
                </a:lnTo>
                <a:lnTo>
                  <a:pt x="1501775" y="424829"/>
                </a:lnTo>
                <a:lnTo>
                  <a:pt x="1500867" y="432532"/>
                </a:lnTo>
                <a:lnTo>
                  <a:pt x="1500186" y="440462"/>
                </a:lnTo>
                <a:lnTo>
                  <a:pt x="1498598" y="448165"/>
                </a:lnTo>
                <a:lnTo>
                  <a:pt x="1497009" y="456095"/>
                </a:lnTo>
                <a:lnTo>
                  <a:pt x="1494966" y="463572"/>
                </a:lnTo>
                <a:lnTo>
                  <a:pt x="1492470" y="471275"/>
                </a:lnTo>
                <a:lnTo>
                  <a:pt x="1489746" y="478525"/>
                </a:lnTo>
                <a:lnTo>
                  <a:pt x="1486569" y="485776"/>
                </a:lnTo>
                <a:lnTo>
                  <a:pt x="1482937" y="493026"/>
                </a:lnTo>
                <a:lnTo>
                  <a:pt x="1479079" y="500049"/>
                </a:lnTo>
                <a:lnTo>
                  <a:pt x="1474993" y="506846"/>
                </a:lnTo>
                <a:lnTo>
                  <a:pt x="1470454" y="513417"/>
                </a:lnTo>
                <a:lnTo>
                  <a:pt x="1465234" y="519987"/>
                </a:lnTo>
                <a:lnTo>
                  <a:pt x="1460241" y="526104"/>
                </a:lnTo>
                <a:lnTo>
                  <a:pt x="1454567" y="532222"/>
                </a:lnTo>
                <a:lnTo>
                  <a:pt x="1448439" y="537886"/>
                </a:lnTo>
                <a:lnTo>
                  <a:pt x="1442311" y="543550"/>
                </a:lnTo>
                <a:lnTo>
                  <a:pt x="1435502" y="548761"/>
                </a:lnTo>
                <a:lnTo>
                  <a:pt x="1430508" y="552160"/>
                </a:lnTo>
                <a:lnTo>
                  <a:pt x="1425515" y="555558"/>
                </a:lnTo>
                <a:lnTo>
                  <a:pt x="1420522" y="558730"/>
                </a:lnTo>
                <a:lnTo>
                  <a:pt x="1415075" y="561675"/>
                </a:lnTo>
                <a:lnTo>
                  <a:pt x="1410082" y="564168"/>
                </a:lnTo>
                <a:lnTo>
                  <a:pt x="1404634" y="566886"/>
                </a:lnTo>
                <a:lnTo>
                  <a:pt x="1399187" y="569152"/>
                </a:lnTo>
                <a:lnTo>
                  <a:pt x="1393967" y="571191"/>
                </a:lnTo>
                <a:lnTo>
                  <a:pt x="1388293" y="573230"/>
                </a:lnTo>
                <a:lnTo>
                  <a:pt x="1382846" y="575043"/>
                </a:lnTo>
                <a:lnTo>
                  <a:pt x="1377172" y="576402"/>
                </a:lnTo>
                <a:lnTo>
                  <a:pt x="1371498" y="577762"/>
                </a:lnTo>
                <a:lnTo>
                  <a:pt x="1366050" y="578894"/>
                </a:lnTo>
                <a:lnTo>
                  <a:pt x="1360376" y="579574"/>
                </a:lnTo>
                <a:lnTo>
                  <a:pt x="1354702" y="580480"/>
                </a:lnTo>
                <a:lnTo>
                  <a:pt x="1349028" y="580934"/>
                </a:lnTo>
                <a:lnTo>
                  <a:pt x="1343354" y="581160"/>
                </a:lnTo>
                <a:lnTo>
                  <a:pt x="1337680" y="581387"/>
                </a:lnTo>
                <a:lnTo>
                  <a:pt x="1332006" y="581387"/>
                </a:lnTo>
                <a:lnTo>
                  <a:pt x="1326332" y="580934"/>
                </a:lnTo>
                <a:lnTo>
                  <a:pt x="1320658" y="580707"/>
                </a:lnTo>
                <a:lnTo>
                  <a:pt x="1314983" y="579801"/>
                </a:lnTo>
                <a:lnTo>
                  <a:pt x="1309309" y="579121"/>
                </a:lnTo>
                <a:lnTo>
                  <a:pt x="1304089" y="577988"/>
                </a:lnTo>
                <a:lnTo>
                  <a:pt x="1298415" y="576855"/>
                </a:lnTo>
                <a:lnTo>
                  <a:pt x="1292968" y="575269"/>
                </a:lnTo>
                <a:lnTo>
                  <a:pt x="1287294" y="573683"/>
                </a:lnTo>
                <a:lnTo>
                  <a:pt x="1282074" y="571871"/>
                </a:lnTo>
                <a:lnTo>
                  <a:pt x="1276626" y="569832"/>
                </a:lnTo>
                <a:lnTo>
                  <a:pt x="1271406" y="567793"/>
                </a:lnTo>
                <a:lnTo>
                  <a:pt x="1266413" y="565527"/>
                </a:lnTo>
                <a:lnTo>
                  <a:pt x="1261193" y="563035"/>
                </a:lnTo>
                <a:lnTo>
                  <a:pt x="753246" y="941401"/>
                </a:lnTo>
                <a:lnTo>
                  <a:pt x="750296" y="943667"/>
                </a:lnTo>
                <a:lnTo>
                  <a:pt x="747118" y="945480"/>
                </a:lnTo>
                <a:lnTo>
                  <a:pt x="743941" y="947292"/>
                </a:lnTo>
                <a:lnTo>
                  <a:pt x="740990" y="949105"/>
                </a:lnTo>
                <a:lnTo>
                  <a:pt x="737586" y="950238"/>
                </a:lnTo>
                <a:lnTo>
                  <a:pt x="734181" y="951597"/>
                </a:lnTo>
                <a:lnTo>
                  <a:pt x="731004" y="952956"/>
                </a:lnTo>
                <a:lnTo>
                  <a:pt x="727599" y="953636"/>
                </a:lnTo>
                <a:lnTo>
                  <a:pt x="723968" y="954316"/>
                </a:lnTo>
                <a:lnTo>
                  <a:pt x="720790" y="954995"/>
                </a:lnTo>
                <a:lnTo>
                  <a:pt x="717159" y="955449"/>
                </a:lnTo>
                <a:lnTo>
                  <a:pt x="713754" y="955675"/>
                </a:lnTo>
                <a:lnTo>
                  <a:pt x="710123" y="955675"/>
                </a:lnTo>
                <a:lnTo>
                  <a:pt x="706945" y="955675"/>
                </a:lnTo>
                <a:lnTo>
                  <a:pt x="703314" y="955449"/>
                </a:lnTo>
                <a:lnTo>
                  <a:pt x="699910" y="954995"/>
                </a:lnTo>
                <a:lnTo>
                  <a:pt x="696505" y="954316"/>
                </a:lnTo>
                <a:lnTo>
                  <a:pt x="693101" y="953636"/>
                </a:lnTo>
                <a:lnTo>
                  <a:pt x="689696" y="952956"/>
                </a:lnTo>
                <a:lnTo>
                  <a:pt x="686519" y="951824"/>
                </a:lnTo>
                <a:lnTo>
                  <a:pt x="683341" y="950691"/>
                </a:lnTo>
                <a:lnTo>
                  <a:pt x="679937" y="949105"/>
                </a:lnTo>
                <a:lnTo>
                  <a:pt x="676986" y="947519"/>
                </a:lnTo>
                <a:lnTo>
                  <a:pt x="673809" y="945933"/>
                </a:lnTo>
                <a:lnTo>
                  <a:pt x="671085" y="944120"/>
                </a:lnTo>
                <a:lnTo>
                  <a:pt x="667908" y="942081"/>
                </a:lnTo>
                <a:lnTo>
                  <a:pt x="665184" y="939815"/>
                </a:lnTo>
                <a:lnTo>
                  <a:pt x="662460" y="937550"/>
                </a:lnTo>
                <a:lnTo>
                  <a:pt x="659737" y="935284"/>
                </a:lnTo>
                <a:lnTo>
                  <a:pt x="657240" y="932792"/>
                </a:lnTo>
                <a:lnTo>
                  <a:pt x="654971" y="929847"/>
                </a:lnTo>
                <a:lnTo>
                  <a:pt x="652474" y="926901"/>
                </a:lnTo>
                <a:lnTo>
                  <a:pt x="650431" y="923956"/>
                </a:lnTo>
                <a:lnTo>
                  <a:pt x="648389" y="921010"/>
                </a:lnTo>
                <a:lnTo>
                  <a:pt x="646573" y="917612"/>
                </a:lnTo>
                <a:lnTo>
                  <a:pt x="645211" y="914440"/>
                </a:lnTo>
                <a:lnTo>
                  <a:pt x="643622" y="911268"/>
                </a:lnTo>
                <a:lnTo>
                  <a:pt x="642261" y="907869"/>
                </a:lnTo>
                <a:lnTo>
                  <a:pt x="641353" y="904471"/>
                </a:lnTo>
                <a:lnTo>
                  <a:pt x="640218" y="901299"/>
                </a:lnTo>
                <a:lnTo>
                  <a:pt x="639537" y="897674"/>
                </a:lnTo>
                <a:lnTo>
                  <a:pt x="639083" y="894275"/>
                </a:lnTo>
                <a:lnTo>
                  <a:pt x="638629" y="890877"/>
                </a:lnTo>
                <a:lnTo>
                  <a:pt x="638402" y="887478"/>
                </a:lnTo>
                <a:lnTo>
                  <a:pt x="638175" y="883853"/>
                </a:lnTo>
                <a:lnTo>
                  <a:pt x="638402" y="880455"/>
                </a:lnTo>
                <a:lnTo>
                  <a:pt x="638629" y="877056"/>
                </a:lnTo>
                <a:lnTo>
                  <a:pt x="639083" y="873658"/>
                </a:lnTo>
                <a:lnTo>
                  <a:pt x="639764" y="870259"/>
                </a:lnTo>
                <a:lnTo>
                  <a:pt x="640218" y="867087"/>
                </a:lnTo>
                <a:lnTo>
                  <a:pt x="641353" y="863689"/>
                </a:lnTo>
                <a:lnTo>
                  <a:pt x="642261" y="860290"/>
                </a:lnTo>
                <a:lnTo>
                  <a:pt x="643622" y="857118"/>
                </a:lnTo>
                <a:lnTo>
                  <a:pt x="644984" y="853946"/>
                </a:lnTo>
                <a:lnTo>
                  <a:pt x="646346" y="850548"/>
                </a:lnTo>
                <a:lnTo>
                  <a:pt x="648162" y="847603"/>
                </a:lnTo>
                <a:lnTo>
                  <a:pt x="649977" y="844657"/>
                </a:lnTo>
                <a:lnTo>
                  <a:pt x="652020" y="841712"/>
                </a:lnTo>
                <a:lnTo>
                  <a:pt x="654063" y="838766"/>
                </a:lnTo>
                <a:lnTo>
                  <a:pt x="656332" y="836274"/>
                </a:lnTo>
                <a:lnTo>
                  <a:pt x="659056" y="833555"/>
                </a:lnTo>
                <a:lnTo>
                  <a:pt x="661553" y="831290"/>
                </a:lnTo>
                <a:lnTo>
                  <a:pt x="664276" y="828571"/>
                </a:lnTo>
                <a:lnTo>
                  <a:pt x="667227" y="826305"/>
                </a:lnTo>
                <a:lnTo>
                  <a:pt x="1174946" y="447939"/>
                </a:lnTo>
                <a:lnTo>
                  <a:pt x="1174265" y="442275"/>
                </a:lnTo>
                <a:lnTo>
                  <a:pt x="1173358" y="436611"/>
                </a:lnTo>
                <a:lnTo>
                  <a:pt x="1172677" y="431173"/>
                </a:lnTo>
                <a:lnTo>
                  <a:pt x="1172450" y="425282"/>
                </a:lnTo>
                <a:lnTo>
                  <a:pt x="1172223" y="419618"/>
                </a:lnTo>
                <a:lnTo>
                  <a:pt x="1172223" y="413954"/>
                </a:lnTo>
                <a:lnTo>
                  <a:pt x="1172450" y="408290"/>
                </a:lnTo>
                <a:lnTo>
                  <a:pt x="1172677" y="402626"/>
                </a:lnTo>
                <a:lnTo>
                  <a:pt x="1173358" y="396961"/>
                </a:lnTo>
                <a:lnTo>
                  <a:pt x="1174265" y="391524"/>
                </a:lnTo>
                <a:lnTo>
                  <a:pt x="1175173" y="385860"/>
                </a:lnTo>
                <a:lnTo>
                  <a:pt x="1176308" y="380195"/>
                </a:lnTo>
                <a:lnTo>
                  <a:pt x="1177443" y="374758"/>
                </a:lnTo>
                <a:lnTo>
                  <a:pt x="1179032" y="369094"/>
                </a:lnTo>
                <a:lnTo>
                  <a:pt x="1180847" y="363883"/>
                </a:lnTo>
                <a:lnTo>
                  <a:pt x="1182890" y="358445"/>
                </a:lnTo>
                <a:lnTo>
                  <a:pt x="1184933" y="353461"/>
                </a:lnTo>
                <a:lnTo>
                  <a:pt x="1187202" y="348023"/>
                </a:lnTo>
                <a:lnTo>
                  <a:pt x="1189699" y="342812"/>
                </a:lnTo>
                <a:lnTo>
                  <a:pt x="1192423" y="337828"/>
                </a:lnTo>
                <a:lnTo>
                  <a:pt x="1195146" y="332843"/>
                </a:lnTo>
                <a:lnTo>
                  <a:pt x="1198324" y="328085"/>
                </a:lnTo>
                <a:lnTo>
                  <a:pt x="1201274" y="323101"/>
                </a:lnTo>
                <a:lnTo>
                  <a:pt x="1204906" y="318569"/>
                </a:lnTo>
                <a:lnTo>
                  <a:pt x="1208537" y="314038"/>
                </a:lnTo>
                <a:lnTo>
                  <a:pt x="1212168" y="309280"/>
                </a:lnTo>
                <a:lnTo>
                  <a:pt x="1216254" y="304975"/>
                </a:lnTo>
                <a:lnTo>
                  <a:pt x="1220339" y="300671"/>
                </a:lnTo>
                <a:lnTo>
                  <a:pt x="1224425" y="296592"/>
                </a:lnTo>
                <a:lnTo>
                  <a:pt x="1228964" y="292514"/>
                </a:lnTo>
                <a:lnTo>
                  <a:pt x="1233503" y="288663"/>
                </a:lnTo>
                <a:lnTo>
                  <a:pt x="1238496" y="285037"/>
                </a:lnTo>
                <a:lnTo>
                  <a:pt x="1245305" y="280280"/>
                </a:lnTo>
                <a:lnTo>
                  <a:pt x="1252341" y="275522"/>
                </a:lnTo>
                <a:lnTo>
                  <a:pt x="1259604" y="271443"/>
                </a:lnTo>
                <a:lnTo>
                  <a:pt x="1266867" y="268045"/>
                </a:lnTo>
                <a:lnTo>
                  <a:pt x="1274584" y="264646"/>
                </a:lnTo>
                <a:lnTo>
                  <a:pt x="1282074" y="261475"/>
                </a:lnTo>
                <a:lnTo>
                  <a:pt x="1289563" y="259209"/>
                </a:lnTo>
                <a:lnTo>
                  <a:pt x="1297507" y="256943"/>
                </a:lnTo>
                <a:lnTo>
                  <a:pt x="1305224" y="255357"/>
                </a:lnTo>
                <a:lnTo>
                  <a:pt x="1313168" y="253998"/>
                </a:lnTo>
                <a:lnTo>
                  <a:pt x="1321111" y="253092"/>
                </a:lnTo>
                <a:lnTo>
                  <a:pt x="1329055" y="252638"/>
                </a:lnTo>
                <a:lnTo>
                  <a:pt x="1336999" y="252412"/>
                </a:lnTo>
                <a:close/>
                <a:moveTo>
                  <a:pt x="545651" y="233362"/>
                </a:moveTo>
                <a:lnTo>
                  <a:pt x="557224" y="233589"/>
                </a:lnTo>
                <a:lnTo>
                  <a:pt x="568797" y="234042"/>
                </a:lnTo>
                <a:lnTo>
                  <a:pt x="580370" y="234723"/>
                </a:lnTo>
                <a:lnTo>
                  <a:pt x="592170" y="235403"/>
                </a:lnTo>
                <a:lnTo>
                  <a:pt x="603970" y="236764"/>
                </a:lnTo>
                <a:lnTo>
                  <a:pt x="615770" y="238351"/>
                </a:lnTo>
                <a:lnTo>
                  <a:pt x="627796" y="240165"/>
                </a:lnTo>
                <a:lnTo>
                  <a:pt x="639596" y="242207"/>
                </a:lnTo>
                <a:lnTo>
                  <a:pt x="651623" y="244701"/>
                </a:lnTo>
                <a:lnTo>
                  <a:pt x="663650" y="247196"/>
                </a:lnTo>
                <a:lnTo>
                  <a:pt x="675450" y="250144"/>
                </a:lnTo>
                <a:lnTo>
                  <a:pt x="687477" y="253319"/>
                </a:lnTo>
                <a:lnTo>
                  <a:pt x="699504" y="256721"/>
                </a:lnTo>
                <a:lnTo>
                  <a:pt x="711530" y="260576"/>
                </a:lnTo>
                <a:lnTo>
                  <a:pt x="723557" y="264658"/>
                </a:lnTo>
                <a:lnTo>
                  <a:pt x="735584" y="268740"/>
                </a:lnTo>
                <a:lnTo>
                  <a:pt x="747611" y="273276"/>
                </a:lnTo>
                <a:lnTo>
                  <a:pt x="759638" y="278265"/>
                </a:lnTo>
                <a:lnTo>
                  <a:pt x="771665" y="283255"/>
                </a:lnTo>
                <a:lnTo>
                  <a:pt x="783691" y="288471"/>
                </a:lnTo>
                <a:lnTo>
                  <a:pt x="795718" y="294140"/>
                </a:lnTo>
                <a:lnTo>
                  <a:pt x="807745" y="300037"/>
                </a:lnTo>
                <a:lnTo>
                  <a:pt x="819545" y="306160"/>
                </a:lnTo>
                <a:lnTo>
                  <a:pt x="831572" y="312510"/>
                </a:lnTo>
                <a:lnTo>
                  <a:pt x="843372" y="319087"/>
                </a:lnTo>
                <a:lnTo>
                  <a:pt x="855172" y="326117"/>
                </a:lnTo>
                <a:lnTo>
                  <a:pt x="866972" y="333148"/>
                </a:lnTo>
                <a:lnTo>
                  <a:pt x="878772" y="340405"/>
                </a:lnTo>
                <a:lnTo>
                  <a:pt x="890571" y="348115"/>
                </a:lnTo>
                <a:lnTo>
                  <a:pt x="901918" y="356053"/>
                </a:lnTo>
                <a:lnTo>
                  <a:pt x="913491" y="364217"/>
                </a:lnTo>
                <a:lnTo>
                  <a:pt x="925064" y="372382"/>
                </a:lnTo>
                <a:lnTo>
                  <a:pt x="936637" y="380999"/>
                </a:lnTo>
                <a:lnTo>
                  <a:pt x="947756" y="390071"/>
                </a:lnTo>
                <a:lnTo>
                  <a:pt x="959102" y="398915"/>
                </a:lnTo>
                <a:lnTo>
                  <a:pt x="970448" y="408440"/>
                </a:lnTo>
                <a:lnTo>
                  <a:pt x="981340" y="417965"/>
                </a:lnTo>
                <a:lnTo>
                  <a:pt x="992459" y="427717"/>
                </a:lnTo>
                <a:lnTo>
                  <a:pt x="1003351" y="437696"/>
                </a:lnTo>
                <a:lnTo>
                  <a:pt x="1014017" y="448128"/>
                </a:lnTo>
                <a:lnTo>
                  <a:pt x="1024909" y="458560"/>
                </a:lnTo>
                <a:lnTo>
                  <a:pt x="1035347" y="469446"/>
                </a:lnTo>
                <a:lnTo>
                  <a:pt x="1045786" y="480105"/>
                </a:lnTo>
                <a:lnTo>
                  <a:pt x="968447" y="537849"/>
                </a:lnTo>
                <a:lnTo>
                  <a:pt x="968548" y="537951"/>
                </a:lnTo>
                <a:lnTo>
                  <a:pt x="706546" y="733927"/>
                </a:lnTo>
                <a:lnTo>
                  <a:pt x="764164" y="550895"/>
                </a:lnTo>
                <a:lnTo>
                  <a:pt x="764617" y="545899"/>
                </a:lnTo>
                <a:lnTo>
                  <a:pt x="764617" y="541130"/>
                </a:lnTo>
                <a:lnTo>
                  <a:pt x="764164" y="536134"/>
                </a:lnTo>
                <a:lnTo>
                  <a:pt x="763256" y="531365"/>
                </a:lnTo>
                <a:lnTo>
                  <a:pt x="762122" y="526823"/>
                </a:lnTo>
                <a:lnTo>
                  <a:pt x="760534" y="522055"/>
                </a:lnTo>
                <a:lnTo>
                  <a:pt x="758493" y="517740"/>
                </a:lnTo>
                <a:lnTo>
                  <a:pt x="756224" y="513425"/>
                </a:lnTo>
                <a:lnTo>
                  <a:pt x="753729" y="509338"/>
                </a:lnTo>
                <a:lnTo>
                  <a:pt x="750553" y="505477"/>
                </a:lnTo>
                <a:lnTo>
                  <a:pt x="747377" y="502071"/>
                </a:lnTo>
                <a:lnTo>
                  <a:pt x="743975" y="498892"/>
                </a:lnTo>
                <a:lnTo>
                  <a:pt x="740345" y="495713"/>
                </a:lnTo>
                <a:lnTo>
                  <a:pt x="736489" y="493215"/>
                </a:lnTo>
                <a:lnTo>
                  <a:pt x="732406" y="491171"/>
                </a:lnTo>
                <a:lnTo>
                  <a:pt x="728096" y="489354"/>
                </a:lnTo>
                <a:lnTo>
                  <a:pt x="724013" y="487992"/>
                </a:lnTo>
                <a:lnTo>
                  <a:pt x="719929" y="487310"/>
                </a:lnTo>
                <a:lnTo>
                  <a:pt x="715846" y="487083"/>
                </a:lnTo>
                <a:lnTo>
                  <a:pt x="711990" y="487083"/>
                </a:lnTo>
                <a:lnTo>
                  <a:pt x="708134" y="487765"/>
                </a:lnTo>
                <a:lnTo>
                  <a:pt x="704504" y="488900"/>
                </a:lnTo>
                <a:lnTo>
                  <a:pt x="701102" y="490262"/>
                </a:lnTo>
                <a:lnTo>
                  <a:pt x="697926" y="492079"/>
                </a:lnTo>
                <a:lnTo>
                  <a:pt x="694977" y="494577"/>
                </a:lnTo>
                <a:lnTo>
                  <a:pt x="692255" y="497302"/>
                </a:lnTo>
                <a:lnTo>
                  <a:pt x="689986" y="500254"/>
                </a:lnTo>
                <a:lnTo>
                  <a:pt x="687945" y="503661"/>
                </a:lnTo>
                <a:lnTo>
                  <a:pt x="685903" y="507521"/>
                </a:lnTo>
                <a:lnTo>
                  <a:pt x="684542" y="511609"/>
                </a:lnTo>
                <a:lnTo>
                  <a:pt x="683181" y="515923"/>
                </a:lnTo>
                <a:lnTo>
                  <a:pt x="682501" y="520692"/>
                </a:lnTo>
                <a:lnTo>
                  <a:pt x="591310" y="808866"/>
                </a:lnTo>
                <a:lnTo>
                  <a:pt x="531651" y="534544"/>
                </a:lnTo>
                <a:lnTo>
                  <a:pt x="529156" y="529776"/>
                </a:lnTo>
                <a:lnTo>
                  <a:pt x="526433" y="525688"/>
                </a:lnTo>
                <a:lnTo>
                  <a:pt x="523258" y="521828"/>
                </a:lnTo>
                <a:lnTo>
                  <a:pt x="519855" y="518648"/>
                </a:lnTo>
                <a:lnTo>
                  <a:pt x="516452" y="515696"/>
                </a:lnTo>
                <a:lnTo>
                  <a:pt x="512823" y="513198"/>
                </a:lnTo>
                <a:lnTo>
                  <a:pt x="508967" y="510927"/>
                </a:lnTo>
                <a:lnTo>
                  <a:pt x="505110" y="509338"/>
                </a:lnTo>
                <a:lnTo>
                  <a:pt x="501481" y="507975"/>
                </a:lnTo>
                <a:lnTo>
                  <a:pt x="497624" y="507067"/>
                </a:lnTo>
                <a:lnTo>
                  <a:pt x="493768" y="506840"/>
                </a:lnTo>
                <a:lnTo>
                  <a:pt x="489912" y="506840"/>
                </a:lnTo>
                <a:lnTo>
                  <a:pt x="486509" y="507294"/>
                </a:lnTo>
                <a:lnTo>
                  <a:pt x="482880" y="507975"/>
                </a:lnTo>
                <a:lnTo>
                  <a:pt x="479477" y="509565"/>
                </a:lnTo>
                <a:lnTo>
                  <a:pt x="476301" y="511609"/>
                </a:lnTo>
                <a:lnTo>
                  <a:pt x="473352" y="513880"/>
                </a:lnTo>
                <a:lnTo>
                  <a:pt x="470857" y="516832"/>
                </a:lnTo>
                <a:lnTo>
                  <a:pt x="468589" y="519784"/>
                </a:lnTo>
                <a:lnTo>
                  <a:pt x="466774" y="523417"/>
                </a:lnTo>
                <a:lnTo>
                  <a:pt x="465186" y="527051"/>
                </a:lnTo>
                <a:lnTo>
                  <a:pt x="463825" y="531138"/>
                </a:lnTo>
                <a:lnTo>
                  <a:pt x="462918" y="535453"/>
                </a:lnTo>
                <a:lnTo>
                  <a:pt x="462464" y="539767"/>
                </a:lnTo>
                <a:lnTo>
                  <a:pt x="462010" y="544536"/>
                </a:lnTo>
                <a:lnTo>
                  <a:pt x="462464" y="549305"/>
                </a:lnTo>
                <a:lnTo>
                  <a:pt x="462691" y="554074"/>
                </a:lnTo>
                <a:lnTo>
                  <a:pt x="463371" y="559070"/>
                </a:lnTo>
                <a:lnTo>
                  <a:pt x="464506" y="564066"/>
                </a:lnTo>
                <a:lnTo>
                  <a:pt x="465867" y="569289"/>
                </a:lnTo>
                <a:lnTo>
                  <a:pt x="467455" y="574058"/>
                </a:lnTo>
                <a:lnTo>
                  <a:pt x="469496" y="579281"/>
                </a:lnTo>
                <a:lnTo>
                  <a:pt x="526207" y="858598"/>
                </a:lnTo>
                <a:lnTo>
                  <a:pt x="392143" y="734835"/>
                </a:lnTo>
                <a:lnTo>
                  <a:pt x="389194" y="732791"/>
                </a:lnTo>
                <a:lnTo>
                  <a:pt x="386018" y="731202"/>
                </a:lnTo>
                <a:lnTo>
                  <a:pt x="383069" y="730066"/>
                </a:lnTo>
                <a:lnTo>
                  <a:pt x="380120" y="729612"/>
                </a:lnTo>
                <a:lnTo>
                  <a:pt x="377398" y="729612"/>
                </a:lnTo>
                <a:lnTo>
                  <a:pt x="374676" y="730293"/>
                </a:lnTo>
                <a:lnTo>
                  <a:pt x="371954" y="731202"/>
                </a:lnTo>
                <a:lnTo>
                  <a:pt x="369459" y="732791"/>
                </a:lnTo>
                <a:lnTo>
                  <a:pt x="367190" y="734835"/>
                </a:lnTo>
                <a:lnTo>
                  <a:pt x="365149" y="737333"/>
                </a:lnTo>
                <a:lnTo>
                  <a:pt x="363107" y="740285"/>
                </a:lnTo>
                <a:lnTo>
                  <a:pt x="361293" y="743919"/>
                </a:lnTo>
                <a:lnTo>
                  <a:pt x="359932" y="747552"/>
                </a:lnTo>
                <a:lnTo>
                  <a:pt x="358797" y="751640"/>
                </a:lnTo>
                <a:lnTo>
                  <a:pt x="357663" y="756408"/>
                </a:lnTo>
                <a:lnTo>
                  <a:pt x="357209" y="761404"/>
                </a:lnTo>
                <a:lnTo>
                  <a:pt x="356756" y="766627"/>
                </a:lnTo>
                <a:lnTo>
                  <a:pt x="356756" y="772077"/>
                </a:lnTo>
                <a:lnTo>
                  <a:pt x="356983" y="777300"/>
                </a:lnTo>
                <a:lnTo>
                  <a:pt x="357436" y="782751"/>
                </a:lnTo>
                <a:lnTo>
                  <a:pt x="358117" y="788201"/>
                </a:lnTo>
                <a:lnTo>
                  <a:pt x="359251" y="793197"/>
                </a:lnTo>
                <a:lnTo>
                  <a:pt x="360612" y="798647"/>
                </a:lnTo>
                <a:lnTo>
                  <a:pt x="361746" y="803870"/>
                </a:lnTo>
                <a:lnTo>
                  <a:pt x="363561" y="808638"/>
                </a:lnTo>
                <a:lnTo>
                  <a:pt x="365376" y="813407"/>
                </a:lnTo>
                <a:lnTo>
                  <a:pt x="367417" y="817949"/>
                </a:lnTo>
                <a:lnTo>
                  <a:pt x="369686" y="822264"/>
                </a:lnTo>
                <a:lnTo>
                  <a:pt x="371954" y="826124"/>
                </a:lnTo>
                <a:lnTo>
                  <a:pt x="374676" y="829758"/>
                </a:lnTo>
                <a:lnTo>
                  <a:pt x="377172" y="832710"/>
                </a:lnTo>
                <a:lnTo>
                  <a:pt x="379667" y="835435"/>
                </a:lnTo>
                <a:lnTo>
                  <a:pt x="518267" y="953747"/>
                </a:lnTo>
                <a:lnTo>
                  <a:pt x="427077" y="1028686"/>
                </a:lnTo>
                <a:lnTo>
                  <a:pt x="425489" y="1030276"/>
                </a:lnTo>
                <a:lnTo>
                  <a:pt x="424581" y="1032319"/>
                </a:lnTo>
                <a:lnTo>
                  <a:pt x="423447" y="1034590"/>
                </a:lnTo>
                <a:lnTo>
                  <a:pt x="422994" y="1037315"/>
                </a:lnTo>
                <a:lnTo>
                  <a:pt x="422767" y="1040040"/>
                </a:lnTo>
                <a:lnTo>
                  <a:pt x="422994" y="1043220"/>
                </a:lnTo>
                <a:lnTo>
                  <a:pt x="423447" y="1046399"/>
                </a:lnTo>
                <a:lnTo>
                  <a:pt x="423901" y="1050032"/>
                </a:lnTo>
                <a:lnTo>
                  <a:pt x="425262" y="1053893"/>
                </a:lnTo>
                <a:lnTo>
                  <a:pt x="426623" y="1057753"/>
                </a:lnTo>
                <a:lnTo>
                  <a:pt x="427984" y="1061614"/>
                </a:lnTo>
                <a:lnTo>
                  <a:pt x="430026" y="1065701"/>
                </a:lnTo>
                <a:lnTo>
                  <a:pt x="432521" y="1069789"/>
                </a:lnTo>
                <a:lnTo>
                  <a:pt x="435016" y="1073876"/>
                </a:lnTo>
                <a:lnTo>
                  <a:pt x="437738" y="1077964"/>
                </a:lnTo>
                <a:lnTo>
                  <a:pt x="440914" y="1082052"/>
                </a:lnTo>
                <a:lnTo>
                  <a:pt x="444544" y="1085912"/>
                </a:lnTo>
                <a:lnTo>
                  <a:pt x="447719" y="1089773"/>
                </a:lnTo>
                <a:lnTo>
                  <a:pt x="451349" y="1093179"/>
                </a:lnTo>
                <a:lnTo>
                  <a:pt x="454978" y="1096131"/>
                </a:lnTo>
                <a:lnTo>
                  <a:pt x="458608" y="1098629"/>
                </a:lnTo>
                <a:lnTo>
                  <a:pt x="462010" y="1101354"/>
                </a:lnTo>
                <a:lnTo>
                  <a:pt x="465640" y="1103398"/>
                </a:lnTo>
                <a:lnTo>
                  <a:pt x="469042" y="1105214"/>
                </a:lnTo>
                <a:lnTo>
                  <a:pt x="472672" y="1106577"/>
                </a:lnTo>
                <a:lnTo>
                  <a:pt x="475621" y="1107712"/>
                </a:lnTo>
                <a:lnTo>
                  <a:pt x="478797" y="1108394"/>
                </a:lnTo>
                <a:lnTo>
                  <a:pt x="481746" y="1108621"/>
                </a:lnTo>
                <a:lnTo>
                  <a:pt x="484695" y="1108621"/>
                </a:lnTo>
                <a:lnTo>
                  <a:pt x="486963" y="1108394"/>
                </a:lnTo>
                <a:lnTo>
                  <a:pt x="489231" y="1107485"/>
                </a:lnTo>
                <a:lnTo>
                  <a:pt x="491273" y="1106350"/>
                </a:lnTo>
                <a:lnTo>
                  <a:pt x="585185" y="1028913"/>
                </a:lnTo>
                <a:lnTo>
                  <a:pt x="670478" y="1199001"/>
                </a:lnTo>
                <a:lnTo>
                  <a:pt x="672066" y="1202862"/>
                </a:lnTo>
                <a:lnTo>
                  <a:pt x="673881" y="1206495"/>
                </a:lnTo>
                <a:lnTo>
                  <a:pt x="676149" y="1210129"/>
                </a:lnTo>
                <a:lnTo>
                  <a:pt x="678644" y="1213989"/>
                </a:lnTo>
                <a:lnTo>
                  <a:pt x="681366" y="1217850"/>
                </a:lnTo>
                <a:lnTo>
                  <a:pt x="684769" y="1221483"/>
                </a:lnTo>
                <a:lnTo>
                  <a:pt x="688172" y="1225116"/>
                </a:lnTo>
                <a:lnTo>
                  <a:pt x="692028" y="1228296"/>
                </a:lnTo>
                <a:lnTo>
                  <a:pt x="695884" y="1231702"/>
                </a:lnTo>
                <a:lnTo>
                  <a:pt x="699967" y="1234881"/>
                </a:lnTo>
                <a:lnTo>
                  <a:pt x="704051" y="1237606"/>
                </a:lnTo>
                <a:lnTo>
                  <a:pt x="708361" y="1240331"/>
                </a:lnTo>
                <a:lnTo>
                  <a:pt x="712897" y="1242829"/>
                </a:lnTo>
                <a:lnTo>
                  <a:pt x="717434" y="1244873"/>
                </a:lnTo>
                <a:lnTo>
                  <a:pt x="722198" y="1246917"/>
                </a:lnTo>
                <a:lnTo>
                  <a:pt x="726735" y="1248052"/>
                </a:lnTo>
                <a:lnTo>
                  <a:pt x="731272" y="1249415"/>
                </a:lnTo>
                <a:lnTo>
                  <a:pt x="735808" y="1249869"/>
                </a:lnTo>
                <a:lnTo>
                  <a:pt x="739892" y="1250096"/>
                </a:lnTo>
                <a:lnTo>
                  <a:pt x="743748" y="1249869"/>
                </a:lnTo>
                <a:lnTo>
                  <a:pt x="747377" y="1249188"/>
                </a:lnTo>
                <a:lnTo>
                  <a:pt x="750780" y="1248052"/>
                </a:lnTo>
                <a:lnTo>
                  <a:pt x="754183" y="1246690"/>
                </a:lnTo>
                <a:lnTo>
                  <a:pt x="756905" y="1244873"/>
                </a:lnTo>
                <a:lnTo>
                  <a:pt x="759400" y="1242829"/>
                </a:lnTo>
                <a:lnTo>
                  <a:pt x="761668" y="1240104"/>
                </a:lnTo>
                <a:lnTo>
                  <a:pt x="763256" y="1237379"/>
                </a:lnTo>
                <a:lnTo>
                  <a:pt x="764844" y="1233973"/>
                </a:lnTo>
                <a:lnTo>
                  <a:pt x="765751" y="1230794"/>
                </a:lnTo>
                <a:lnTo>
                  <a:pt x="766205" y="1227160"/>
                </a:lnTo>
                <a:lnTo>
                  <a:pt x="766432" y="1223073"/>
                </a:lnTo>
                <a:lnTo>
                  <a:pt x="765978" y="1218985"/>
                </a:lnTo>
                <a:lnTo>
                  <a:pt x="688172" y="1040495"/>
                </a:lnTo>
                <a:lnTo>
                  <a:pt x="924314" y="1204224"/>
                </a:lnTo>
                <a:lnTo>
                  <a:pt x="927490" y="1208312"/>
                </a:lnTo>
                <a:lnTo>
                  <a:pt x="930892" y="1212172"/>
                </a:lnTo>
                <a:lnTo>
                  <a:pt x="934522" y="1215806"/>
                </a:lnTo>
                <a:lnTo>
                  <a:pt x="938378" y="1218985"/>
                </a:lnTo>
                <a:lnTo>
                  <a:pt x="942461" y="1221710"/>
                </a:lnTo>
                <a:lnTo>
                  <a:pt x="946318" y="1224208"/>
                </a:lnTo>
                <a:lnTo>
                  <a:pt x="950401" y="1226252"/>
                </a:lnTo>
                <a:lnTo>
                  <a:pt x="954484" y="1227841"/>
                </a:lnTo>
                <a:lnTo>
                  <a:pt x="958567" y="1229204"/>
                </a:lnTo>
                <a:lnTo>
                  <a:pt x="962423" y="1229885"/>
                </a:lnTo>
                <a:lnTo>
                  <a:pt x="966506" y="1230112"/>
                </a:lnTo>
                <a:lnTo>
                  <a:pt x="970363" y="1230112"/>
                </a:lnTo>
                <a:lnTo>
                  <a:pt x="973992" y="1229658"/>
                </a:lnTo>
                <a:lnTo>
                  <a:pt x="977622" y="1228750"/>
                </a:lnTo>
                <a:lnTo>
                  <a:pt x="980797" y="1227387"/>
                </a:lnTo>
                <a:lnTo>
                  <a:pt x="984200" y="1225343"/>
                </a:lnTo>
                <a:lnTo>
                  <a:pt x="986922" y="1223073"/>
                </a:lnTo>
                <a:lnTo>
                  <a:pt x="989644" y="1220120"/>
                </a:lnTo>
                <a:lnTo>
                  <a:pt x="991686" y="1217168"/>
                </a:lnTo>
                <a:lnTo>
                  <a:pt x="993501" y="1213762"/>
                </a:lnTo>
                <a:lnTo>
                  <a:pt x="994635" y="1210129"/>
                </a:lnTo>
                <a:lnTo>
                  <a:pt x="995769" y="1206268"/>
                </a:lnTo>
                <a:lnTo>
                  <a:pt x="996223" y="1202181"/>
                </a:lnTo>
                <a:lnTo>
                  <a:pt x="996223" y="1198093"/>
                </a:lnTo>
                <a:lnTo>
                  <a:pt x="996223" y="1193778"/>
                </a:lnTo>
                <a:lnTo>
                  <a:pt x="995542" y="1189464"/>
                </a:lnTo>
                <a:lnTo>
                  <a:pt x="994408" y="1184922"/>
                </a:lnTo>
                <a:lnTo>
                  <a:pt x="993274" y="1180380"/>
                </a:lnTo>
                <a:lnTo>
                  <a:pt x="991459" y="1175838"/>
                </a:lnTo>
                <a:lnTo>
                  <a:pt x="989417" y="1171297"/>
                </a:lnTo>
                <a:lnTo>
                  <a:pt x="986695" y="1166982"/>
                </a:lnTo>
                <a:lnTo>
                  <a:pt x="983973" y="1162440"/>
                </a:lnTo>
                <a:lnTo>
                  <a:pt x="757812" y="992352"/>
                </a:lnTo>
                <a:lnTo>
                  <a:pt x="760988" y="990763"/>
                </a:lnTo>
                <a:lnTo>
                  <a:pt x="1045901" y="1023690"/>
                </a:lnTo>
                <a:lnTo>
                  <a:pt x="1050211" y="1024826"/>
                </a:lnTo>
                <a:lnTo>
                  <a:pt x="1054294" y="1025734"/>
                </a:lnTo>
                <a:lnTo>
                  <a:pt x="1058377" y="1025961"/>
                </a:lnTo>
                <a:lnTo>
                  <a:pt x="1062234" y="1025961"/>
                </a:lnTo>
                <a:lnTo>
                  <a:pt x="1066090" y="1025280"/>
                </a:lnTo>
                <a:lnTo>
                  <a:pt x="1069493" y="1024144"/>
                </a:lnTo>
                <a:lnTo>
                  <a:pt x="1072668" y="1022782"/>
                </a:lnTo>
                <a:lnTo>
                  <a:pt x="1075617" y="1020965"/>
                </a:lnTo>
                <a:lnTo>
                  <a:pt x="1078339" y="1018694"/>
                </a:lnTo>
                <a:lnTo>
                  <a:pt x="1080608" y="1016196"/>
                </a:lnTo>
                <a:lnTo>
                  <a:pt x="1083103" y="1013244"/>
                </a:lnTo>
                <a:lnTo>
                  <a:pt x="1084464" y="1010065"/>
                </a:lnTo>
                <a:lnTo>
                  <a:pt x="1086052" y="1006432"/>
                </a:lnTo>
                <a:lnTo>
                  <a:pt x="1087186" y="1002344"/>
                </a:lnTo>
                <a:lnTo>
                  <a:pt x="1087640" y="998256"/>
                </a:lnTo>
                <a:lnTo>
                  <a:pt x="1087867" y="993715"/>
                </a:lnTo>
                <a:lnTo>
                  <a:pt x="1087640" y="988946"/>
                </a:lnTo>
                <a:lnTo>
                  <a:pt x="1086733" y="984404"/>
                </a:lnTo>
                <a:lnTo>
                  <a:pt x="1085825" y="979862"/>
                </a:lnTo>
                <a:lnTo>
                  <a:pt x="1084464" y="975548"/>
                </a:lnTo>
                <a:lnTo>
                  <a:pt x="1082423" y="970779"/>
                </a:lnTo>
                <a:lnTo>
                  <a:pt x="1080381" y="966464"/>
                </a:lnTo>
                <a:lnTo>
                  <a:pt x="1077886" y="962150"/>
                </a:lnTo>
                <a:lnTo>
                  <a:pt x="1075164" y="958062"/>
                </a:lnTo>
                <a:lnTo>
                  <a:pt x="1071988" y="954202"/>
                </a:lnTo>
                <a:lnTo>
                  <a:pt x="1068585" y="950568"/>
                </a:lnTo>
                <a:lnTo>
                  <a:pt x="1065183" y="947389"/>
                </a:lnTo>
                <a:lnTo>
                  <a:pt x="1061553" y="944210"/>
                </a:lnTo>
                <a:lnTo>
                  <a:pt x="1057470" y="941485"/>
                </a:lnTo>
                <a:lnTo>
                  <a:pt x="1053387" y="938760"/>
                </a:lnTo>
                <a:lnTo>
                  <a:pt x="1048850" y="936716"/>
                </a:lnTo>
                <a:lnTo>
                  <a:pt x="1044313" y="934899"/>
                </a:lnTo>
                <a:lnTo>
                  <a:pt x="860118" y="918549"/>
                </a:lnTo>
                <a:lnTo>
                  <a:pt x="1109698" y="731671"/>
                </a:lnTo>
                <a:lnTo>
                  <a:pt x="1109551" y="731383"/>
                </a:lnTo>
                <a:lnTo>
                  <a:pt x="1187385" y="673553"/>
                </a:lnTo>
                <a:lnTo>
                  <a:pt x="1194873" y="687387"/>
                </a:lnTo>
                <a:lnTo>
                  <a:pt x="1202362" y="701221"/>
                </a:lnTo>
                <a:lnTo>
                  <a:pt x="1209169" y="715055"/>
                </a:lnTo>
                <a:lnTo>
                  <a:pt x="1216204" y="728889"/>
                </a:lnTo>
                <a:lnTo>
                  <a:pt x="1222558" y="742723"/>
                </a:lnTo>
                <a:lnTo>
                  <a:pt x="1228684" y="756783"/>
                </a:lnTo>
                <a:lnTo>
                  <a:pt x="1234811" y="770617"/>
                </a:lnTo>
                <a:lnTo>
                  <a:pt x="1240484" y="784678"/>
                </a:lnTo>
                <a:lnTo>
                  <a:pt x="1245703" y="798512"/>
                </a:lnTo>
                <a:lnTo>
                  <a:pt x="1250923" y="812573"/>
                </a:lnTo>
                <a:lnTo>
                  <a:pt x="1255688" y="826406"/>
                </a:lnTo>
                <a:lnTo>
                  <a:pt x="1260680" y="840467"/>
                </a:lnTo>
                <a:lnTo>
                  <a:pt x="1264992" y="854301"/>
                </a:lnTo>
                <a:lnTo>
                  <a:pt x="1269076" y="868362"/>
                </a:lnTo>
                <a:lnTo>
                  <a:pt x="1272934" y="882196"/>
                </a:lnTo>
                <a:lnTo>
                  <a:pt x="1276338" y="896030"/>
                </a:lnTo>
                <a:lnTo>
                  <a:pt x="1279515" y="910090"/>
                </a:lnTo>
                <a:lnTo>
                  <a:pt x="1282692" y="923924"/>
                </a:lnTo>
                <a:lnTo>
                  <a:pt x="1285415" y="937759"/>
                </a:lnTo>
                <a:lnTo>
                  <a:pt x="1288138" y="951366"/>
                </a:lnTo>
                <a:lnTo>
                  <a:pt x="1290180" y="964973"/>
                </a:lnTo>
                <a:lnTo>
                  <a:pt x="1292222" y="978580"/>
                </a:lnTo>
                <a:lnTo>
                  <a:pt x="1294038" y="992187"/>
                </a:lnTo>
                <a:lnTo>
                  <a:pt x="1295172" y="1005794"/>
                </a:lnTo>
                <a:lnTo>
                  <a:pt x="1296534" y="1019175"/>
                </a:lnTo>
                <a:lnTo>
                  <a:pt x="1297215" y="1032555"/>
                </a:lnTo>
                <a:lnTo>
                  <a:pt x="1298122" y="1045709"/>
                </a:lnTo>
                <a:lnTo>
                  <a:pt x="1298349" y="1059089"/>
                </a:lnTo>
                <a:lnTo>
                  <a:pt x="1298576" y="1072016"/>
                </a:lnTo>
                <a:lnTo>
                  <a:pt x="1298349" y="1085169"/>
                </a:lnTo>
                <a:lnTo>
                  <a:pt x="1297669" y="1098096"/>
                </a:lnTo>
                <a:lnTo>
                  <a:pt x="1296988" y="1111023"/>
                </a:lnTo>
                <a:lnTo>
                  <a:pt x="1296307" y="1123496"/>
                </a:lnTo>
                <a:lnTo>
                  <a:pt x="1294945" y="1135969"/>
                </a:lnTo>
                <a:lnTo>
                  <a:pt x="1293357" y="1148669"/>
                </a:lnTo>
                <a:lnTo>
                  <a:pt x="1291542" y="1160916"/>
                </a:lnTo>
                <a:lnTo>
                  <a:pt x="1289499" y="1173162"/>
                </a:lnTo>
                <a:lnTo>
                  <a:pt x="1287230" y="1185182"/>
                </a:lnTo>
                <a:lnTo>
                  <a:pt x="1284734" y="1197201"/>
                </a:lnTo>
                <a:lnTo>
                  <a:pt x="1282011" y="1208994"/>
                </a:lnTo>
                <a:lnTo>
                  <a:pt x="1278834" y="1220560"/>
                </a:lnTo>
                <a:lnTo>
                  <a:pt x="1275203" y="1231900"/>
                </a:lnTo>
                <a:lnTo>
                  <a:pt x="1271573" y="1243239"/>
                </a:lnTo>
                <a:lnTo>
                  <a:pt x="1267715" y="1254578"/>
                </a:lnTo>
                <a:lnTo>
                  <a:pt x="1263630" y="1265464"/>
                </a:lnTo>
                <a:lnTo>
                  <a:pt x="1259092" y="1276350"/>
                </a:lnTo>
                <a:lnTo>
                  <a:pt x="1254553" y="1287009"/>
                </a:lnTo>
                <a:lnTo>
                  <a:pt x="1249334" y="1297441"/>
                </a:lnTo>
                <a:lnTo>
                  <a:pt x="1244342" y="1307646"/>
                </a:lnTo>
                <a:lnTo>
                  <a:pt x="1238669" y="1317625"/>
                </a:lnTo>
                <a:lnTo>
                  <a:pt x="1232996" y="1327603"/>
                </a:lnTo>
                <a:lnTo>
                  <a:pt x="1226869" y="1337128"/>
                </a:lnTo>
                <a:lnTo>
                  <a:pt x="1220515" y="1346653"/>
                </a:lnTo>
                <a:lnTo>
                  <a:pt x="1214161" y="1355951"/>
                </a:lnTo>
                <a:lnTo>
                  <a:pt x="1207127" y="1365023"/>
                </a:lnTo>
                <a:lnTo>
                  <a:pt x="1200092" y="1373868"/>
                </a:lnTo>
                <a:lnTo>
                  <a:pt x="1192604" y="1382259"/>
                </a:lnTo>
                <a:lnTo>
                  <a:pt x="1184889" y="1390650"/>
                </a:lnTo>
                <a:lnTo>
                  <a:pt x="1177173" y="1398587"/>
                </a:lnTo>
                <a:lnTo>
                  <a:pt x="1169004" y="1406525"/>
                </a:lnTo>
                <a:lnTo>
                  <a:pt x="1160381" y="1414235"/>
                </a:lnTo>
                <a:lnTo>
                  <a:pt x="1151531" y="1421493"/>
                </a:lnTo>
                <a:lnTo>
                  <a:pt x="1142681" y="1428523"/>
                </a:lnTo>
                <a:lnTo>
                  <a:pt x="1133377" y="1435553"/>
                </a:lnTo>
                <a:lnTo>
                  <a:pt x="1122939" y="1442584"/>
                </a:lnTo>
                <a:lnTo>
                  <a:pt x="1112501" y="1449387"/>
                </a:lnTo>
                <a:lnTo>
                  <a:pt x="1101381" y="1455737"/>
                </a:lnTo>
                <a:lnTo>
                  <a:pt x="1090489" y="1461634"/>
                </a:lnTo>
                <a:lnTo>
                  <a:pt x="1079143" y="1467076"/>
                </a:lnTo>
                <a:lnTo>
                  <a:pt x="1067797" y="1472293"/>
                </a:lnTo>
                <a:lnTo>
                  <a:pt x="1055997" y="1477282"/>
                </a:lnTo>
                <a:lnTo>
                  <a:pt x="1044651" y="1481591"/>
                </a:lnTo>
                <a:lnTo>
                  <a:pt x="1032624" y="1485446"/>
                </a:lnTo>
                <a:lnTo>
                  <a:pt x="1020597" y="1488848"/>
                </a:lnTo>
                <a:lnTo>
                  <a:pt x="1008571" y="1492023"/>
                </a:lnTo>
                <a:lnTo>
                  <a:pt x="996090" y="1494744"/>
                </a:lnTo>
                <a:lnTo>
                  <a:pt x="983609" y="1497239"/>
                </a:lnTo>
                <a:lnTo>
                  <a:pt x="971129" y="1499280"/>
                </a:lnTo>
                <a:lnTo>
                  <a:pt x="958648" y="1500641"/>
                </a:lnTo>
                <a:lnTo>
                  <a:pt x="945713" y="1502001"/>
                </a:lnTo>
                <a:lnTo>
                  <a:pt x="933006" y="1502682"/>
                </a:lnTo>
                <a:lnTo>
                  <a:pt x="919844" y="1503362"/>
                </a:lnTo>
                <a:lnTo>
                  <a:pt x="906910" y="1503362"/>
                </a:lnTo>
                <a:lnTo>
                  <a:pt x="893748" y="1502909"/>
                </a:lnTo>
                <a:lnTo>
                  <a:pt x="880587" y="1502228"/>
                </a:lnTo>
                <a:lnTo>
                  <a:pt x="867199" y="1501321"/>
                </a:lnTo>
                <a:lnTo>
                  <a:pt x="853810" y="1499960"/>
                </a:lnTo>
                <a:lnTo>
                  <a:pt x="840195" y="1498146"/>
                </a:lnTo>
                <a:lnTo>
                  <a:pt x="827033" y="1496105"/>
                </a:lnTo>
                <a:lnTo>
                  <a:pt x="813418" y="1493610"/>
                </a:lnTo>
                <a:lnTo>
                  <a:pt x="799803" y="1490662"/>
                </a:lnTo>
                <a:lnTo>
                  <a:pt x="786188" y="1487487"/>
                </a:lnTo>
                <a:lnTo>
                  <a:pt x="772799" y="1483859"/>
                </a:lnTo>
                <a:lnTo>
                  <a:pt x="759184" y="1480003"/>
                </a:lnTo>
                <a:lnTo>
                  <a:pt x="745342" y="1475694"/>
                </a:lnTo>
                <a:lnTo>
                  <a:pt x="731726" y="1470932"/>
                </a:lnTo>
                <a:lnTo>
                  <a:pt x="718111" y="1466169"/>
                </a:lnTo>
                <a:lnTo>
                  <a:pt x="704269" y="1460726"/>
                </a:lnTo>
                <a:lnTo>
                  <a:pt x="690881" y="1455057"/>
                </a:lnTo>
                <a:lnTo>
                  <a:pt x="677265" y="1449387"/>
                </a:lnTo>
                <a:lnTo>
                  <a:pt x="663650" y="1442810"/>
                </a:lnTo>
                <a:lnTo>
                  <a:pt x="650035" y="1436234"/>
                </a:lnTo>
                <a:lnTo>
                  <a:pt x="636419" y="1429203"/>
                </a:lnTo>
                <a:lnTo>
                  <a:pt x="623031" y="1422173"/>
                </a:lnTo>
                <a:lnTo>
                  <a:pt x="609643" y="1414462"/>
                </a:lnTo>
                <a:lnTo>
                  <a:pt x="596254" y="1406525"/>
                </a:lnTo>
                <a:lnTo>
                  <a:pt x="583093" y="1398134"/>
                </a:lnTo>
                <a:lnTo>
                  <a:pt x="569705" y="1389743"/>
                </a:lnTo>
                <a:lnTo>
                  <a:pt x="556316" y="1380671"/>
                </a:lnTo>
                <a:lnTo>
                  <a:pt x="543382" y="1371373"/>
                </a:lnTo>
                <a:lnTo>
                  <a:pt x="530220" y="1361848"/>
                </a:lnTo>
                <a:lnTo>
                  <a:pt x="517513" y="1352096"/>
                </a:lnTo>
                <a:lnTo>
                  <a:pt x="504578" y="1341891"/>
                </a:lnTo>
                <a:lnTo>
                  <a:pt x="491870" y="1331232"/>
                </a:lnTo>
                <a:lnTo>
                  <a:pt x="479390" y="1320573"/>
                </a:lnTo>
                <a:lnTo>
                  <a:pt x="466682" y="1309460"/>
                </a:lnTo>
                <a:lnTo>
                  <a:pt x="454428" y="1298121"/>
                </a:lnTo>
                <a:lnTo>
                  <a:pt x="442175" y="1286555"/>
                </a:lnTo>
                <a:lnTo>
                  <a:pt x="430148" y="1274535"/>
                </a:lnTo>
                <a:lnTo>
                  <a:pt x="418121" y="1262289"/>
                </a:lnTo>
                <a:lnTo>
                  <a:pt x="406321" y="1249589"/>
                </a:lnTo>
                <a:lnTo>
                  <a:pt x="394748" y="1236889"/>
                </a:lnTo>
                <a:lnTo>
                  <a:pt x="383402" y="1223509"/>
                </a:lnTo>
                <a:lnTo>
                  <a:pt x="372056" y="1210355"/>
                </a:lnTo>
                <a:lnTo>
                  <a:pt x="360937" y="1196521"/>
                </a:lnTo>
                <a:lnTo>
                  <a:pt x="350045" y="1182687"/>
                </a:lnTo>
                <a:lnTo>
                  <a:pt x="339152" y="1168173"/>
                </a:lnTo>
                <a:lnTo>
                  <a:pt x="328714" y="1153659"/>
                </a:lnTo>
                <a:lnTo>
                  <a:pt x="318276" y="1139144"/>
                </a:lnTo>
                <a:lnTo>
                  <a:pt x="308291" y="1124176"/>
                </a:lnTo>
                <a:lnTo>
                  <a:pt x="298760" y="1109209"/>
                </a:lnTo>
                <a:lnTo>
                  <a:pt x="289230" y="1094241"/>
                </a:lnTo>
                <a:lnTo>
                  <a:pt x="280380" y="1079273"/>
                </a:lnTo>
                <a:lnTo>
                  <a:pt x="271757" y="1064078"/>
                </a:lnTo>
                <a:lnTo>
                  <a:pt x="263588" y="1048657"/>
                </a:lnTo>
                <a:lnTo>
                  <a:pt x="255191" y="1033689"/>
                </a:lnTo>
                <a:lnTo>
                  <a:pt x="247703" y="1018268"/>
                </a:lnTo>
                <a:lnTo>
                  <a:pt x="240215" y="1003073"/>
                </a:lnTo>
                <a:lnTo>
                  <a:pt x="233180" y="987651"/>
                </a:lnTo>
                <a:lnTo>
                  <a:pt x="226599" y="972230"/>
                </a:lnTo>
                <a:lnTo>
                  <a:pt x="220246" y="956809"/>
                </a:lnTo>
                <a:lnTo>
                  <a:pt x="214119" y="941614"/>
                </a:lnTo>
                <a:lnTo>
                  <a:pt x="208219" y="925965"/>
                </a:lnTo>
                <a:lnTo>
                  <a:pt x="202773" y="910544"/>
                </a:lnTo>
                <a:lnTo>
                  <a:pt x="197780" y="895123"/>
                </a:lnTo>
                <a:lnTo>
                  <a:pt x="193015" y="879928"/>
                </a:lnTo>
                <a:lnTo>
                  <a:pt x="188477" y="864280"/>
                </a:lnTo>
                <a:lnTo>
                  <a:pt x="184392" y="848858"/>
                </a:lnTo>
                <a:lnTo>
                  <a:pt x="180534" y="833437"/>
                </a:lnTo>
                <a:lnTo>
                  <a:pt x="177130" y="818469"/>
                </a:lnTo>
                <a:lnTo>
                  <a:pt x="174180" y="803048"/>
                </a:lnTo>
                <a:lnTo>
                  <a:pt x="171004" y="788080"/>
                </a:lnTo>
                <a:lnTo>
                  <a:pt x="168734" y="772885"/>
                </a:lnTo>
                <a:lnTo>
                  <a:pt x="166465" y="757690"/>
                </a:lnTo>
                <a:lnTo>
                  <a:pt x="164650" y="742723"/>
                </a:lnTo>
                <a:lnTo>
                  <a:pt x="163061" y="727755"/>
                </a:lnTo>
                <a:lnTo>
                  <a:pt x="161927" y="713014"/>
                </a:lnTo>
                <a:lnTo>
                  <a:pt x="161019" y="698499"/>
                </a:lnTo>
                <a:lnTo>
                  <a:pt x="160565" y="683532"/>
                </a:lnTo>
                <a:lnTo>
                  <a:pt x="160338" y="669244"/>
                </a:lnTo>
                <a:lnTo>
                  <a:pt x="160338" y="654730"/>
                </a:lnTo>
                <a:lnTo>
                  <a:pt x="160792" y="640669"/>
                </a:lnTo>
                <a:lnTo>
                  <a:pt x="161473" y="626155"/>
                </a:lnTo>
                <a:lnTo>
                  <a:pt x="162607" y="612321"/>
                </a:lnTo>
                <a:lnTo>
                  <a:pt x="164196" y="598260"/>
                </a:lnTo>
                <a:lnTo>
                  <a:pt x="166011" y="584880"/>
                </a:lnTo>
                <a:lnTo>
                  <a:pt x="168053" y="571273"/>
                </a:lnTo>
                <a:lnTo>
                  <a:pt x="170323" y="557665"/>
                </a:lnTo>
                <a:lnTo>
                  <a:pt x="173046" y="544285"/>
                </a:lnTo>
                <a:lnTo>
                  <a:pt x="175996" y="531358"/>
                </a:lnTo>
                <a:lnTo>
                  <a:pt x="179400" y="518432"/>
                </a:lnTo>
                <a:lnTo>
                  <a:pt x="183030" y="505732"/>
                </a:lnTo>
                <a:lnTo>
                  <a:pt x="187115" y="493258"/>
                </a:lnTo>
                <a:lnTo>
                  <a:pt x="191426" y="480785"/>
                </a:lnTo>
                <a:lnTo>
                  <a:pt x="196192" y="468765"/>
                </a:lnTo>
                <a:lnTo>
                  <a:pt x="200957" y="456746"/>
                </a:lnTo>
                <a:lnTo>
                  <a:pt x="206403" y="445407"/>
                </a:lnTo>
                <a:lnTo>
                  <a:pt x="212076" y="433840"/>
                </a:lnTo>
                <a:lnTo>
                  <a:pt x="217976" y="422501"/>
                </a:lnTo>
                <a:lnTo>
                  <a:pt x="224330" y="411842"/>
                </a:lnTo>
                <a:lnTo>
                  <a:pt x="230911" y="400957"/>
                </a:lnTo>
                <a:lnTo>
                  <a:pt x="237945" y="390524"/>
                </a:lnTo>
                <a:lnTo>
                  <a:pt x="244980" y="380319"/>
                </a:lnTo>
                <a:lnTo>
                  <a:pt x="252695" y="370340"/>
                </a:lnTo>
                <a:lnTo>
                  <a:pt x="260638" y="360589"/>
                </a:lnTo>
                <a:lnTo>
                  <a:pt x="268807" y="351290"/>
                </a:lnTo>
                <a:lnTo>
                  <a:pt x="277657" y="342219"/>
                </a:lnTo>
                <a:lnTo>
                  <a:pt x="286507" y="333374"/>
                </a:lnTo>
                <a:lnTo>
                  <a:pt x="295810" y="324983"/>
                </a:lnTo>
                <a:lnTo>
                  <a:pt x="305114" y="316819"/>
                </a:lnTo>
                <a:lnTo>
                  <a:pt x="315099" y="308882"/>
                </a:lnTo>
                <a:lnTo>
                  <a:pt x="325537" y="301171"/>
                </a:lnTo>
                <a:lnTo>
                  <a:pt x="334614" y="294821"/>
                </a:lnTo>
                <a:lnTo>
                  <a:pt x="343918" y="288924"/>
                </a:lnTo>
                <a:lnTo>
                  <a:pt x="353675" y="283255"/>
                </a:lnTo>
                <a:lnTo>
                  <a:pt x="362979" y="278039"/>
                </a:lnTo>
                <a:lnTo>
                  <a:pt x="372964" y="272823"/>
                </a:lnTo>
                <a:lnTo>
                  <a:pt x="382948" y="268060"/>
                </a:lnTo>
                <a:lnTo>
                  <a:pt x="392933" y="263524"/>
                </a:lnTo>
                <a:lnTo>
                  <a:pt x="403371" y="259442"/>
                </a:lnTo>
                <a:lnTo>
                  <a:pt x="413583" y="255587"/>
                </a:lnTo>
                <a:lnTo>
                  <a:pt x="424021" y="252185"/>
                </a:lnTo>
                <a:lnTo>
                  <a:pt x="434459" y="248783"/>
                </a:lnTo>
                <a:lnTo>
                  <a:pt x="445352" y="246062"/>
                </a:lnTo>
                <a:lnTo>
                  <a:pt x="456017" y="243340"/>
                </a:lnTo>
                <a:lnTo>
                  <a:pt x="466909" y="241073"/>
                </a:lnTo>
                <a:lnTo>
                  <a:pt x="478028" y="239032"/>
                </a:lnTo>
                <a:lnTo>
                  <a:pt x="488920" y="237444"/>
                </a:lnTo>
                <a:lnTo>
                  <a:pt x="500267" y="236083"/>
                </a:lnTo>
                <a:lnTo>
                  <a:pt x="511613" y="234949"/>
                </a:lnTo>
                <a:lnTo>
                  <a:pt x="522732" y="234269"/>
                </a:lnTo>
                <a:lnTo>
                  <a:pt x="534078" y="233589"/>
                </a:lnTo>
                <a:lnTo>
                  <a:pt x="545651" y="233362"/>
                </a:lnTo>
                <a:close/>
                <a:moveTo>
                  <a:pt x="1471613" y="153987"/>
                </a:moveTo>
                <a:lnTo>
                  <a:pt x="1475922" y="153987"/>
                </a:lnTo>
                <a:lnTo>
                  <a:pt x="1481819" y="154667"/>
                </a:lnTo>
                <a:lnTo>
                  <a:pt x="1488849" y="155799"/>
                </a:lnTo>
                <a:lnTo>
                  <a:pt x="1497240" y="157839"/>
                </a:lnTo>
                <a:lnTo>
                  <a:pt x="1506538" y="160557"/>
                </a:lnTo>
                <a:lnTo>
                  <a:pt x="1511301" y="162143"/>
                </a:lnTo>
                <a:lnTo>
                  <a:pt x="1516517" y="164182"/>
                </a:lnTo>
                <a:lnTo>
                  <a:pt x="1521733" y="166222"/>
                </a:lnTo>
                <a:lnTo>
                  <a:pt x="1527176" y="168714"/>
                </a:lnTo>
                <a:lnTo>
                  <a:pt x="1532846" y="171433"/>
                </a:lnTo>
                <a:lnTo>
                  <a:pt x="1538515" y="174605"/>
                </a:lnTo>
                <a:lnTo>
                  <a:pt x="1544185" y="177550"/>
                </a:lnTo>
                <a:lnTo>
                  <a:pt x="1549628" y="181175"/>
                </a:lnTo>
                <a:lnTo>
                  <a:pt x="1555524" y="185027"/>
                </a:lnTo>
                <a:lnTo>
                  <a:pt x="1561194" y="189105"/>
                </a:lnTo>
                <a:lnTo>
                  <a:pt x="1567090" y="193636"/>
                </a:lnTo>
                <a:lnTo>
                  <a:pt x="1572760" y="198394"/>
                </a:lnTo>
                <a:lnTo>
                  <a:pt x="1578430" y="203379"/>
                </a:lnTo>
                <a:lnTo>
                  <a:pt x="1583646" y="209043"/>
                </a:lnTo>
                <a:lnTo>
                  <a:pt x="1589315" y="214934"/>
                </a:lnTo>
                <a:lnTo>
                  <a:pt x="1594531" y="221051"/>
                </a:lnTo>
                <a:lnTo>
                  <a:pt x="1599521" y="227622"/>
                </a:lnTo>
                <a:lnTo>
                  <a:pt x="1604737" y="234645"/>
                </a:lnTo>
                <a:lnTo>
                  <a:pt x="1609273" y="241669"/>
                </a:lnTo>
                <a:lnTo>
                  <a:pt x="1613582" y="248919"/>
                </a:lnTo>
                <a:lnTo>
                  <a:pt x="1617437" y="256396"/>
                </a:lnTo>
                <a:lnTo>
                  <a:pt x="1621065" y="263420"/>
                </a:lnTo>
                <a:lnTo>
                  <a:pt x="1624240" y="270670"/>
                </a:lnTo>
                <a:lnTo>
                  <a:pt x="1626962" y="277467"/>
                </a:lnTo>
                <a:lnTo>
                  <a:pt x="1629230" y="284717"/>
                </a:lnTo>
                <a:lnTo>
                  <a:pt x="1631271" y="291514"/>
                </a:lnTo>
                <a:lnTo>
                  <a:pt x="1633085" y="298538"/>
                </a:lnTo>
                <a:lnTo>
                  <a:pt x="1634673" y="305108"/>
                </a:lnTo>
                <a:lnTo>
                  <a:pt x="1636033" y="311905"/>
                </a:lnTo>
                <a:lnTo>
                  <a:pt x="1636714" y="318249"/>
                </a:lnTo>
                <a:lnTo>
                  <a:pt x="1637394" y="324593"/>
                </a:lnTo>
                <a:lnTo>
                  <a:pt x="1638074" y="330711"/>
                </a:lnTo>
                <a:lnTo>
                  <a:pt x="1638301" y="336601"/>
                </a:lnTo>
                <a:lnTo>
                  <a:pt x="1638301" y="342492"/>
                </a:lnTo>
                <a:lnTo>
                  <a:pt x="1638301" y="347930"/>
                </a:lnTo>
                <a:lnTo>
                  <a:pt x="1638074" y="352914"/>
                </a:lnTo>
                <a:lnTo>
                  <a:pt x="1637167" y="362657"/>
                </a:lnTo>
                <a:lnTo>
                  <a:pt x="1636033" y="371040"/>
                </a:lnTo>
                <a:lnTo>
                  <a:pt x="1634673" y="378290"/>
                </a:lnTo>
                <a:lnTo>
                  <a:pt x="1632858" y="383954"/>
                </a:lnTo>
                <a:lnTo>
                  <a:pt x="1631271" y="387806"/>
                </a:lnTo>
                <a:lnTo>
                  <a:pt x="1630817" y="388939"/>
                </a:lnTo>
                <a:lnTo>
                  <a:pt x="1630137" y="390072"/>
                </a:lnTo>
                <a:lnTo>
                  <a:pt x="1629457" y="390525"/>
                </a:lnTo>
                <a:lnTo>
                  <a:pt x="1629003" y="390298"/>
                </a:lnTo>
                <a:lnTo>
                  <a:pt x="1628549" y="390072"/>
                </a:lnTo>
                <a:lnTo>
                  <a:pt x="1628323" y="389619"/>
                </a:lnTo>
                <a:lnTo>
                  <a:pt x="1628096" y="386900"/>
                </a:lnTo>
                <a:lnTo>
                  <a:pt x="1627869" y="377157"/>
                </a:lnTo>
                <a:lnTo>
                  <a:pt x="1627869" y="370360"/>
                </a:lnTo>
                <a:lnTo>
                  <a:pt x="1627415" y="362430"/>
                </a:lnTo>
                <a:lnTo>
                  <a:pt x="1626962" y="353141"/>
                </a:lnTo>
                <a:lnTo>
                  <a:pt x="1626055" y="343172"/>
                </a:lnTo>
                <a:lnTo>
                  <a:pt x="1624694" y="332297"/>
                </a:lnTo>
                <a:lnTo>
                  <a:pt x="1622653" y="320742"/>
                </a:lnTo>
                <a:lnTo>
                  <a:pt x="1621292" y="314851"/>
                </a:lnTo>
                <a:lnTo>
                  <a:pt x="1619932" y="308733"/>
                </a:lnTo>
                <a:lnTo>
                  <a:pt x="1618117" y="302616"/>
                </a:lnTo>
                <a:lnTo>
                  <a:pt x="1616076" y="296272"/>
                </a:lnTo>
                <a:lnTo>
                  <a:pt x="1614035" y="289928"/>
                </a:lnTo>
                <a:lnTo>
                  <a:pt x="1611314" y="283358"/>
                </a:lnTo>
                <a:lnTo>
                  <a:pt x="1608592" y="277014"/>
                </a:lnTo>
                <a:lnTo>
                  <a:pt x="1605417" y="270443"/>
                </a:lnTo>
                <a:lnTo>
                  <a:pt x="1602242" y="264099"/>
                </a:lnTo>
                <a:lnTo>
                  <a:pt x="1598614" y="257302"/>
                </a:lnTo>
                <a:lnTo>
                  <a:pt x="1594531" y="250958"/>
                </a:lnTo>
                <a:lnTo>
                  <a:pt x="1590223" y="244614"/>
                </a:lnTo>
                <a:lnTo>
                  <a:pt x="1585687" y="238271"/>
                </a:lnTo>
                <a:lnTo>
                  <a:pt x="1581151" y="232153"/>
                </a:lnTo>
                <a:lnTo>
                  <a:pt x="1576615" y="226262"/>
                </a:lnTo>
                <a:lnTo>
                  <a:pt x="1571626" y="220825"/>
                </a:lnTo>
                <a:lnTo>
                  <a:pt x="1566864" y="215614"/>
                </a:lnTo>
                <a:lnTo>
                  <a:pt x="1561647" y="210856"/>
                </a:lnTo>
                <a:lnTo>
                  <a:pt x="1556658" y="205871"/>
                </a:lnTo>
                <a:lnTo>
                  <a:pt x="1551442" y="201566"/>
                </a:lnTo>
                <a:lnTo>
                  <a:pt x="1546453" y="197488"/>
                </a:lnTo>
                <a:lnTo>
                  <a:pt x="1541237" y="193636"/>
                </a:lnTo>
                <a:lnTo>
                  <a:pt x="1536247" y="190011"/>
                </a:lnTo>
                <a:lnTo>
                  <a:pt x="1531031" y="186839"/>
                </a:lnTo>
                <a:lnTo>
                  <a:pt x="1521053" y="180722"/>
                </a:lnTo>
                <a:lnTo>
                  <a:pt x="1511301" y="175284"/>
                </a:lnTo>
                <a:lnTo>
                  <a:pt x="1502456" y="170980"/>
                </a:lnTo>
                <a:lnTo>
                  <a:pt x="1494292" y="167128"/>
                </a:lnTo>
                <a:lnTo>
                  <a:pt x="1486808" y="163729"/>
                </a:lnTo>
                <a:lnTo>
                  <a:pt x="1480458" y="161237"/>
                </a:lnTo>
                <a:lnTo>
                  <a:pt x="1475015" y="159198"/>
                </a:lnTo>
                <a:lnTo>
                  <a:pt x="1471386" y="157612"/>
                </a:lnTo>
                <a:lnTo>
                  <a:pt x="1469119" y="156253"/>
                </a:lnTo>
                <a:lnTo>
                  <a:pt x="1468665" y="155799"/>
                </a:lnTo>
                <a:lnTo>
                  <a:pt x="1468438" y="155346"/>
                </a:lnTo>
                <a:lnTo>
                  <a:pt x="1468665" y="154893"/>
                </a:lnTo>
                <a:lnTo>
                  <a:pt x="1469119" y="154667"/>
                </a:lnTo>
                <a:lnTo>
                  <a:pt x="1470253" y="154213"/>
                </a:lnTo>
                <a:lnTo>
                  <a:pt x="1471613" y="153987"/>
                </a:lnTo>
                <a:close/>
                <a:moveTo>
                  <a:pt x="1488832" y="74612"/>
                </a:moveTo>
                <a:lnTo>
                  <a:pt x="1491542" y="74612"/>
                </a:lnTo>
                <a:lnTo>
                  <a:pt x="1494705" y="74839"/>
                </a:lnTo>
                <a:lnTo>
                  <a:pt x="1498546" y="75066"/>
                </a:lnTo>
                <a:lnTo>
                  <a:pt x="1502838" y="75519"/>
                </a:lnTo>
                <a:lnTo>
                  <a:pt x="1507356" y="76426"/>
                </a:lnTo>
                <a:lnTo>
                  <a:pt x="1512552" y="77107"/>
                </a:lnTo>
                <a:lnTo>
                  <a:pt x="1518200" y="78467"/>
                </a:lnTo>
                <a:lnTo>
                  <a:pt x="1524074" y="80055"/>
                </a:lnTo>
                <a:lnTo>
                  <a:pt x="1530400" y="81642"/>
                </a:lnTo>
                <a:lnTo>
                  <a:pt x="1536951" y="83910"/>
                </a:lnTo>
                <a:lnTo>
                  <a:pt x="1543954" y="86178"/>
                </a:lnTo>
                <a:lnTo>
                  <a:pt x="1550732" y="88673"/>
                </a:lnTo>
                <a:lnTo>
                  <a:pt x="1558187" y="91848"/>
                </a:lnTo>
                <a:lnTo>
                  <a:pt x="1565642" y="95023"/>
                </a:lnTo>
                <a:lnTo>
                  <a:pt x="1573097" y="98878"/>
                </a:lnTo>
                <a:lnTo>
                  <a:pt x="1581004" y="102960"/>
                </a:lnTo>
                <a:lnTo>
                  <a:pt x="1588911" y="107496"/>
                </a:lnTo>
                <a:lnTo>
                  <a:pt x="1596818" y="112485"/>
                </a:lnTo>
                <a:lnTo>
                  <a:pt x="1604725" y="117928"/>
                </a:lnTo>
                <a:lnTo>
                  <a:pt x="1612632" y="123371"/>
                </a:lnTo>
                <a:lnTo>
                  <a:pt x="1620539" y="129721"/>
                </a:lnTo>
                <a:lnTo>
                  <a:pt x="1628446" y="136298"/>
                </a:lnTo>
                <a:lnTo>
                  <a:pt x="1636127" y="143328"/>
                </a:lnTo>
                <a:lnTo>
                  <a:pt x="1643808" y="151039"/>
                </a:lnTo>
                <a:lnTo>
                  <a:pt x="1651489" y="159203"/>
                </a:lnTo>
                <a:lnTo>
                  <a:pt x="1658493" y="168048"/>
                </a:lnTo>
                <a:lnTo>
                  <a:pt x="1665722" y="177119"/>
                </a:lnTo>
                <a:lnTo>
                  <a:pt x="1672499" y="186871"/>
                </a:lnTo>
                <a:lnTo>
                  <a:pt x="1679051" y="196623"/>
                </a:lnTo>
                <a:lnTo>
                  <a:pt x="1685150" y="206601"/>
                </a:lnTo>
                <a:lnTo>
                  <a:pt x="1690346" y="216580"/>
                </a:lnTo>
                <a:lnTo>
                  <a:pt x="1695316" y="226559"/>
                </a:lnTo>
                <a:lnTo>
                  <a:pt x="1699609" y="236537"/>
                </a:lnTo>
                <a:lnTo>
                  <a:pt x="1703449" y="246516"/>
                </a:lnTo>
                <a:lnTo>
                  <a:pt x="1706838" y="256268"/>
                </a:lnTo>
                <a:lnTo>
                  <a:pt x="1709549" y="266019"/>
                </a:lnTo>
                <a:lnTo>
                  <a:pt x="1712034" y="275544"/>
                </a:lnTo>
                <a:lnTo>
                  <a:pt x="1714067" y="284616"/>
                </a:lnTo>
                <a:lnTo>
                  <a:pt x="1715649" y="293914"/>
                </a:lnTo>
                <a:lnTo>
                  <a:pt x="1717004" y="302759"/>
                </a:lnTo>
                <a:lnTo>
                  <a:pt x="1717908" y="311830"/>
                </a:lnTo>
                <a:lnTo>
                  <a:pt x="1718811" y="320221"/>
                </a:lnTo>
                <a:lnTo>
                  <a:pt x="1719037" y="328385"/>
                </a:lnTo>
                <a:lnTo>
                  <a:pt x="1719263" y="336323"/>
                </a:lnTo>
                <a:lnTo>
                  <a:pt x="1719037" y="344034"/>
                </a:lnTo>
                <a:lnTo>
                  <a:pt x="1718811" y="351291"/>
                </a:lnTo>
                <a:lnTo>
                  <a:pt x="1718134" y="358094"/>
                </a:lnTo>
                <a:lnTo>
                  <a:pt x="1717682" y="364444"/>
                </a:lnTo>
                <a:lnTo>
                  <a:pt x="1717004" y="370794"/>
                </a:lnTo>
                <a:lnTo>
                  <a:pt x="1715875" y="376237"/>
                </a:lnTo>
                <a:lnTo>
                  <a:pt x="1714971" y="381453"/>
                </a:lnTo>
                <a:lnTo>
                  <a:pt x="1713841" y="385989"/>
                </a:lnTo>
                <a:lnTo>
                  <a:pt x="1712938" y="390298"/>
                </a:lnTo>
                <a:lnTo>
                  <a:pt x="1711808" y="393927"/>
                </a:lnTo>
                <a:lnTo>
                  <a:pt x="1710904" y="397102"/>
                </a:lnTo>
                <a:lnTo>
                  <a:pt x="1709775" y="399596"/>
                </a:lnTo>
                <a:lnTo>
                  <a:pt x="1708871" y="401411"/>
                </a:lnTo>
                <a:lnTo>
                  <a:pt x="1707742" y="402771"/>
                </a:lnTo>
                <a:lnTo>
                  <a:pt x="1707064" y="403225"/>
                </a:lnTo>
                <a:lnTo>
                  <a:pt x="1706838" y="403225"/>
                </a:lnTo>
                <a:lnTo>
                  <a:pt x="1706160" y="403225"/>
                </a:lnTo>
                <a:lnTo>
                  <a:pt x="1705708" y="402771"/>
                </a:lnTo>
                <a:lnTo>
                  <a:pt x="1705483" y="401864"/>
                </a:lnTo>
                <a:lnTo>
                  <a:pt x="1705257" y="400277"/>
                </a:lnTo>
                <a:lnTo>
                  <a:pt x="1705031" y="398236"/>
                </a:lnTo>
                <a:lnTo>
                  <a:pt x="1704805" y="392339"/>
                </a:lnTo>
                <a:lnTo>
                  <a:pt x="1704805" y="384855"/>
                </a:lnTo>
                <a:lnTo>
                  <a:pt x="1704353" y="375330"/>
                </a:lnTo>
                <a:lnTo>
                  <a:pt x="1704127" y="363991"/>
                </a:lnTo>
                <a:lnTo>
                  <a:pt x="1703449" y="351518"/>
                </a:lnTo>
                <a:lnTo>
                  <a:pt x="1702094" y="337457"/>
                </a:lnTo>
                <a:lnTo>
                  <a:pt x="1701416" y="329973"/>
                </a:lnTo>
                <a:lnTo>
                  <a:pt x="1700061" y="322262"/>
                </a:lnTo>
                <a:lnTo>
                  <a:pt x="1698931" y="314325"/>
                </a:lnTo>
                <a:lnTo>
                  <a:pt x="1697350" y="306387"/>
                </a:lnTo>
                <a:lnTo>
                  <a:pt x="1695542" y="297996"/>
                </a:lnTo>
                <a:lnTo>
                  <a:pt x="1693509" y="289605"/>
                </a:lnTo>
                <a:lnTo>
                  <a:pt x="1691250" y="280760"/>
                </a:lnTo>
                <a:lnTo>
                  <a:pt x="1688313" y="272143"/>
                </a:lnTo>
                <a:lnTo>
                  <a:pt x="1685376" y="263525"/>
                </a:lnTo>
                <a:lnTo>
                  <a:pt x="1681988" y="254453"/>
                </a:lnTo>
                <a:lnTo>
                  <a:pt x="1678147" y="245609"/>
                </a:lnTo>
                <a:lnTo>
                  <a:pt x="1673855" y="236310"/>
                </a:lnTo>
                <a:lnTo>
                  <a:pt x="1669336" y="227466"/>
                </a:lnTo>
                <a:lnTo>
                  <a:pt x="1664140" y="218394"/>
                </a:lnTo>
                <a:lnTo>
                  <a:pt x="1658944" y="209550"/>
                </a:lnTo>
                <a:lnTo>
                  <a:pt x="1652619" y="200478"/>
                </a:lnTo>
                <a:lnTo>
                  <a:pt x="1646519" y="191633"/>
                </a:lnTo>
                <a:lnTo>
                  <a:pt x="1640194" y="183016"/>
                </a:lnTo>
                <a:lnTo>
                  <a:pt x="1633868" y="175078"/>
                </a:lnTo>
                <a:lnTo>
                  <a:pt x="1627091" y="167594"/>
                </a:lnTo>
                <a:lnTo>
                  <a:pt x="1620313" y="160337"/>
                </a:lnTo>
                <a:lnTo>
                  <a:pt x="1613310" y="153307"/>
                </a:lnTo>
                <a:lnTo>
                  <a:pt x="1606307" y="146957"/>
                </a:lnTo>
                <a:lnTo>
                  <a:pt x="1599303" y="140833"/>
                </a:lnTo>
                <a:lnTo>
                  <a:pt x="1592074" y="135164"/>
                </a:lnTo>
                <a:lnTo>
                  <a:pt x="1584845" y="129948"/>
                </a:lnTo>
                <a:lnTo>
                  <a:pt x="1577841" y="124732"/>
                </a:lnTo>
                <a:lnTo>
                  <a:pt x="1570612" y="120196"/>
                </a:lnTo>
                <a:lnTo>
                  <a:pt x="1563835" y="115887"/>
                </a:lnTo>
                <a:lnTo>
                  <a:pt x="1556831" y="111805"/>
                </a:lnTo>
                <a:lnTo>
                  <a:pt x="1550280" y="107949"/>
                </a:lnTo>
                <a:lnTo>
                  <a:pt x="1543728" y="104321"/>
                </a:lnTo>
                <a:lnTo>
                  <a:pt x="1531077" y="98198"/>
                </a:lnTo>
                <a:lnTo>
                  <a:pt x="1519782" y="92755"/>
                </a:lnTo>
                <a:lnTo>
                  <a:pt x="1509390" y="88446"/>
                </a:lnTo>
                <a:lnTo>
                  <a:pt x="1500579" y="84817"/>
                </a:lnTo>
                <a:lnTo>
                  <a:pt x="1493350" y="81642"/>
                </a:lnTo>
                <a:lnTo>
                  <a:pt x="1488380" y="79374"/>
                </a:lnTo>
                <a:lnTo>
                  <a:pt x="1486346" y="78694"/>
                </a:lnTo>
                <a:lnTo>
                  <a:pt x="1484991" y="78014"/>
                </a:lnTo>
                <a:lnTo>
                  <a:pt x="1484539" y="77107"/>
                </a:lnTo>
                <a:lnTo>
                  <a:pt x="1484313" y="76653"/>
                </a:lnTo>
                <a:lnTo>
                  <a:pt x="1484313" y="76199"/>
                </a:lnTo>
                <a:lnTo>
                  <a:pt x="1484539" y="75973"/>
                </a:lnTo>
                <a:lnTo>
                  <a:pt x="1485217" y="75292"/>
                </a:lnTo>
                <a:lnTo>
                  <a:pt x="1486798" y="74839"/>
                </a:lnTo>
                <a:lnTo>
                  <a:pt x="1488832" y="74612"/>
                </a:lnTo>
                <a:close/>
                <a:moveTo>
                  <a:pt x="1523085" y="0"/>
                </a:moveTo>
                <a:lnTo>
                  <a:pt x="1526481" y="0"/>
                </a:lnTo>
                <a:lnTo>
                  <a:pt x="1530330" y="0"/>
                </a:lnTo>
                <a:lnTo>
                  <a:pt x="1534859" y="226"/>
                </a:lnTo>
                <a:lnTo>
                  <a:pt x="1540293" y="906"/>
                </a:lnTo>
                <a:lnTo>
                  <a:pt x="1545954" y="1811"/>
                </a:lnTo>
                <a:lnTo>
                  <a:pt x="1552294" y="2943"/>
                </a:lnTo>
                <a:lnTo>
                  <a:pt x="1559313" y="4528"/>
                </a:lnTo>
                <a:lnTo>
                  <a:pt x="1566332" y="6339"/>
                </a:lnTo>
                <a:lnTo>
                  <a:pt x="1574031" y="8377"/>
                </a:lnTo>
                <a:lnTo>
                  <a:pt x="1581956" y="10867"/>
                </a:lnTo>
                <a:lnTo>
                  <a:pt x="1590334" y="13810"/>
                </a:lnTo>
                <a:lnTo>
                  <a:pt x="1599165" y="16980"/>
                </a:lnTo>
                <a:lnTo>
                  <a:pt x="1607995" y="20602"/>
                </a:lnTo>
                <a:lnTo>
                  <a:pt x="1617279" y="24678"/>
                </a:lnTo>
                <a:lnTo>
                  <a:pt x="1626336" y="29432"/>
                </a:lnTo>
                <a:lnTo>
                  <a:pt x="1635846" y="34413"/>
                </a:lnTo>
                <a:lnTo>
                  <a:pt x="1645582" y="39846"/>
                </a:lnTo>
                <a:lnTo>
                  <a:pt x="1655319" y="45959"/>
                </a:lnTo>
                <a:lnTo>
                  <a:pt x="1665055" y="52298"/>
                </a:lnTo>
                <a:lnTo>
                  <a:pt x="1674565" y="59317"/>
                </a:lnTo>
                <a:lnTo>
                  <a:pt x="1684302" y="66788"/>
                </a:lnTo>
                <a:lnTo>
                  <a:pt x="1694038" y="75165"/>
                </a:lnTo>
                <a:lnTo>
                  <a:pt x="1703548" y="83768"/>
                </a:lnTo>
                <a:lnTo>
                  <a:pt x="1712832" y="93051"/>
                </a:lnTo>
                <a:lnTo>
                  <a:pt x="1721889" y="103012"/>
                </a:lnTo>
                <a:lnTo>
                  <a:pt x="1730946" y="113427"/>
                </a:lnTo>
                <a:lnTo>
                  <a:pt x="1735248" y="119087"/>
                </a:lnTo>
                <a:lnTo>
                  <a:pt x="1739550" y="124520"/>
                </a:lnTo>
                <a:lnTo>
                  <a:pt x="1743626" y="130407"/>
                </a:lnTo>
                <a:lnTo>
                  <a:pt x="1747928" y="136293"/>
                </a:lnTo>
                <a:lnTo>
                  <a:pt x="1752004" y="142406"/>
                </a:lnTo>
                <a:lnTo>
                  <a:pt x="1755853" y="148745"/>
                </a:lnTo>
                <a:lnTo>
                  <a:pt x="1759703" y="154405"/>
                </a:lnTo>
                <a:lnTo>
                  <a:pt x="1763099" y="160744"/>
                </a:lnTo>
                <a:lnTo>
                  <a:pt x="1769665" y="172970"/>
                </a:lnTo>
                <a:lnTo>
                  <a:pt x="1775553" y="184969"/>
                </a:lnTo>
                <a:lnTo>
                  <a:pt x="1780987" y="197195"/>
                </a:lnTo>
                <a:lnTo>
                  <a:pt x="1785515" y="209194"/>
                </a:lnTo>
                <a:lnTo>
                  <a:pt x="1789591" y="220967"/>
                </a:lnTo>
                <a:lnTo>
                  <a:pt x="1793214" y="232740"/>
                </a:lnTo>
                <a:lnTo>
                  <a:pt x="1795931" y="244513"/>
                </a:lnTo>
                <a:lnTo>
                  <a:pt x="1798648" y="255606"/>
                </a:lnTo>
                <a:lnTo>
                  <a:pt x="1800686" y="266926"/>
                </a:lnTo>
                <a:lnTo>
                  <a:pt x="1802045" y="277793"/>
                </a:lnTo>
                <a:lnTo>
                  <a:pt x="1803403" y="288661"/>
                </a:lnTo>
                <a:lnTo>
                  <a:pt x="1804083" y="298849"/>
                </a:lnTo>
                <a:lnTo>
                  <a:pt x="1804762" y="308810"/>
                </a:lnTo>
                <a:lnTo>
                  <a:pt x="1804988" y="318546"/>
                </a:lnTo>
                <a:lnTo>
                  <a:pt x="1804762" y="327828"/>
                </a:lnTo>
                <a:lnTo>
                  <a:pt x="1804535" y="336658"/>
                </a:lnTo>
                <a:lnTo>
                  <a:pt x="1803856" y="345034"/>
                </a:lnTo>
                <a:lnTo>
                  <a:pt x="1802950" y="352959"/>
                </a:lnTo>
                <a:lnTo>
                  <a:pt x="1802045" y="360430"/>
                </a:lnTo>
                <a:lnTo>
                  <a:pt x="1800913" y="367222"/>
                </a:lnTo>
                <a:lnTo>
                  <a:pt x="1799780" y="373561"/>
                </a:lnTo>
                <a:lnTo>
                  <a:pt x="1798648" y="378995"/>
                </a:lnTo>
                <a:lnTo>
                  <a:pt x="1797290" y="384202"/>
                </a:lnTo>
                <a:lnTo>
                  <a:pt x="1795705" y="388730"/>
                </a:lnTo>
                <a:lnTo>
                  <a:pt x="1794573" y="392352"/>
                </a:lnTo>
                <a:lnTo>
                  <a:pt x="1793214" y="395522"/>
                </a:lnTo>
                <a:lnTo>
                  <a:pt x="1792082" y="397786"/>
                </a:lnTo>
                <a:lnTo>
                  <a:pt x="1790950" y="399371"/>
                </a:lnTo>
                <a:lnTo>
                  <a:pt x="1790044" y="400050"/>
                </a:lnTo>
                <a:lnTo>
                  <a:pt x="1789591" y="400050"/>
                </a:lnTo>
                <a:lnTo>
                  <a:pt x="1789138" y="399823"/>
                </a:lnTo>
                <a:lnTo>
                  <a:pt x="1788912" y="399823"/>
                </a:lnTo>
                <a:lnTo>
                  <a:pt x="1788685" y="399597"/>
                </a:lnTo>
                <a:lnTo>
                  <a:pt x="1788006" y="398239"/>
                </a:lnTo>
                <a:lnTo>
                  <a:pt x="1787780" y="396427"/>
                </a:lnTo>
                <a:lnTo>
                  <a:pt x="1787553" y="393937"/>
                </a:lnTo>
                <a:lnTo>
                  <a:pt x="1787327" y="386919"/>
                </a:lnTo>
                <a:lnTo>
                  <a:pt x="1787100" y="377636"/>
                </a:lnTo>
                <a:lnTo>
                  <a:pt x="1787100" y="365863"/>
                </a:lnTo>
                <a:lnTo>
                  <a:pt x="1786648" y="352279"/>
                </a:lnTo>
                <a:lnTo>
                  <a:pt x="1785742" y="336884"/>
                </a:lnTo>
                <a:lnTo>
                  <a:pt x="1785063" y="328507"/>
                </a:lnTo>
                <a:lnTo>
                  <a:pt x="1784157" y="319904"/>
                </a:lnTo>
                <a:lnTo>
                  <a:pt x="1783025" y="310848"/>
                </a:lnTo>
                <a:lnTo>
                  <a:pt x="1781666" y="301339"/>
                </a:lnTo>
                <a:lnTo>
                  <a:pt x="1780081" y="292057"/>
                </a:lnTo>
                <a:lnTo>
                  <a:pt x="1778496" y="282095"/>
                </a:lnTo>
                <a:lnTo>
                  <a:pt x="1776005" y="272133"/>
                </a:lnTo>
                <a:lnTo>
                  <a:pt x="1773515" y="261493"/>
                </a:lnTo>
                <a:lnTo>
                  <a:pt x="1770798" y="251078"/>
                </a:lnTo>
                <a:lnTo>
                  <a:pt x="1767401" y="240437"/>
                </a:lnTo>
                <a:lnTo>
                  <a:pt x="1763552" y="229570"/>
                </a:lnTo>
                <a:lnTo>
                  <a:pt x="1759476" y="218929"/>
                </a:lnTo>
                <a:lnTo>
                  <a:pt x="1754948" y="207836"/>
                </a:lnTo>
                <a:lnTo>
                  <a:pt x="1749513" y="196968"/>
                </a:lnTo>
                <a:lnTo>
                  <a:pt x="1743852" y="185875"/>
                </a:lnTo>
                <a:lnTo>
                  <a:pt x="1737739" y="175008"/>
                </a:lnTo>
                <a:lnTo>
                  <a:pt x="1731172" y="163914"/>
                </a:lnTo>
                <a:lnTo>
                  <a:pt x="1723700" y="153047"/>
                </a:lnTo>
                <a:lnTo>
                  <a:pt x="1716228" y="142179"/>
                </a:lnTo>
                <a:lnTo>
                  <a:pt x="1708303" y="131765"/>
                </a:lnTo>
                <a:lnTo>
                  <a:pt x="1700378" y="122030"/>
                </a:lnTo>
                <a:lnTo>
                  <a:pt x="1692227" y="112974"/>
                </a:lnTo>
                <a:lnTo>
                  <a:pt x="1683849" y="104144"/>
                </a:lnTo>
                <a:lnTo>
                  <a:pt x="1675471" y="95767"/>
                </a:lnTo>
                <a:lnTo>
                  <a:pt x="1666867" y="87843"/>
                </a:lnTo>
                <a:lnTo>
                  <a:pt x="1658036" y="80372"/>
                </a:lnTo>
                <a:lnTo>
                  <a:pt x="1649432" y="73580"/>
                </a:lnTo>
                <a:lnTo>
                  <a:pt x="1640601" y="67241"/>
                </a:lnTo>
                <a:lnTo>
                  <a:pt x="1631997" y="60902"/>
                </a:lnTo>
                <a:lnTo>
                  <a:pt x="1623392" y="55015"/>
                </a:lnTo>
                <a:lnTo>
                  <a:pt x="1614788" y="49808"/>
                </a:lnTo>
                <a:lnTo>
                  <a:pt x="1606410" y="44827"/>
                </a:lnTo>
                <a:lnTo>
                  <a:pt x="1598259" y="40299"/>
                </a:lnTo>
                <a:lnTo>
                  <a:pt x="1590334" y="35998"/>
                </a:lnTo>
                <a:lnTo>
                  <a:pt x="1582409" y="31922"/>
                </a:lnTo>
                <a:lnTo>
                  <a:pt x="1574937" y="28300"/>
                </a:lnTo>
                <a:lnTo>
                  <a:pt x="1560898" y="21961"/>
                </a:lnTo>
                <a:lnTo>
                  <a:pt x="1548445" y="16527"/>
                </a:lnTo>
                <a:lnTo>
                  <a:pt x="1537802" y="12226"/>
                </a:lnTo>
                <a:lnTo>
                  <a:pt x="1528972" y="8603"/>
                </a:lnTo>
                <a:lnTo>
                  <a:pt x="1522405" y="5886"/>
                </a:lnTo>
                <a:lnTo>
                  <a:pt x="1520367" y="4754"/>
                </a:lnTo>
                <a:lnTo>
                  <a:pt x="1518556" y="3849"/>
                </a:lnTo>
                <a:lnTo>
                  <a:pt x="1517877" y="2717"/>
                </a:lnTo>
                <a:lnTo>
                  <a:pt x="1517650" y="2490"/>
                </a:lnTo>
                <a:lnTo>
                  <a:pt x="1517650" y="2038"/>
                </a:lnTo>
                <a:lnTo>
                  <a:pt x="1517650" y="1811"/>
                </a:lnTo>
                <a:lnTo>
                  <a:pt x="1517877" y="1132"/>
                </a:lnTo>
                <a:lnTo>
                  <a:pt x="1518782" y="679"/>
                </a:lnTo>
                <a:lnTo>
                  <a:pt x="1520594" y="226"/>
                </a:lnTo>
                <a:lnTo>
                  <a:pt x="1523085" y="0"/>
                </a:lnTo>
                <a:close/>
              </a:path>
            </a:pathLst>
          </a:custGeom>
          <a:solidFill>
            <a:srgbClr val="5698D3"/>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itchFamily="2" charset="-122"/>
                <a:cs typeface="+mn-cs"/>
              </a:defRPr>
            </a:lvl9pPr>
          </a:lstStyle>
          <a:p>
            <a:pPr algn="ctr">
              <a:defRPr/>
            </a:pPr>
            <a:endParaRPr lang="zh-CN" altLang="en-US" sz="1350">
              <a:solidFill>
                <a:srgbClr val="FFFFFF"/>
              </a:solidFill>
            </a:endParaRPr>
          </a:p>
        </p:txBody>
      </p:sp>
      <p:grpSp>
        <p:nvGrpSpPr>
          <p:cNvPr id="57" name="组合 51"/>
          <p:cNvGrpSpPr/>
          <p:nvPr/>
        </p:nvGrpSpPr>
        <p:grpSpPr>
          <a:xfrm>
            <a:off x="4841582" y="2743888"/>
            <a:ext cx="1025369" cy="1025369"/>
            <a:chOff x="6580866" y="1752601"/>
            <a:chExt cx="1671873" cy="1671872"/>
          </a:xfrm>
        </p:grpSpPr>
        <p:grpSp>
          <p:nvGrpSpPr>
            <p:cNvPr id="71" name="组合 39"/>
            <p:cNvGrpSpPr/>
            <p:nvPr/>
          </p:nvGrpSpPr>
          <p:grpSpPr>
            <a:xfrm>
              <a:off x="6580866" y="1752601"/>
              <a:ext cx="1671873" cy="1671872"/>
              <a:chOff x="797563" y="1739901"/>
              <a:chExt cx="2336801" cy="2336800"/>
            </a:xfrm>
          </p:grpSpPr>
          <p:sp>
            <p:nvSpPr>
              <p:cNvPr id="73" name="椭圆 72"/>
              <p:cNvSpPr/>
              <p:nvPr/>
            </p:nvSpPr>
            <p:spPr>
              <a:xfrm>
                <a:off x="797563" y="1739901"/>
                <a:ext cx="2336801" cy="2336800"/>
              </a:xfrm>
              <a:prstGeom prst="ellipse">
                <a:avLst/>
              </a:prstGeom>
              <a:solidFill>
                <a:srgbClr val="5FC3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74" name="椭圆 73"/>
              <p:cNvSpPr/>
              <p:nvPr/>
            </p:nvSpPr>
            <p:spPr>
              <a:xfrm>
                <a:off x="858418" y="1864393"/>
                <a:ext cx="2192022" cy="2192021"/>
              </a:xfrm>
              <a:prstGeom prst="ellipse">
                <a:avLst/>
              </a:prstGeom>
              <a:solidFill>
                <a:srgbClr val="FAFA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prstClr val="white"/>
                  </a:solidFill>
                </a:endParaRPr>
              </a:p>
            </p:txBody>
          </p:sp>
        </p:grpSp>
        <p:sp>
          <p:nvSpPr>
            <p:cNvPr id="72" name="KSO_Shape"/>
            <p:cNvSpPr/>
            <p:nvPr/>
          </p:nvSpPr>
          <p:spPr bwMode="auto">
            <a:xfrm>
              <a:off x="7124913" y="2388157"/>
              <a:ext cx="635708" cy="455592"/>
            </a:xfrm>
            <a:custGeom>
              <a:avLst/>
              <a:gdLst>
                <a:gd name="T0" fmla="*/ 134077 w 5868"/>
                <a:gd name="T1" fmla="*/ 590892 h 4208"/>
                <a:gd name="T2" fmla="*/ 192837 w 5868"/>
                <a:gd name="T3" fmla="*/ 596084 h 4208"/>
                <a:gd name="T4" fmla="*/ 512935 w 5868"/>
                <a:gd name="T5" fmla="*/ 497764 h 4208"/>
                <a:gd name="T6" fmla="*/ 530465 w 5868"/>
                <a:gd name="T7" fmla="*/ 456230 h 4208"/>
                <a:gd name="T8" fmla="*/ 704473 w 5868"/>
                <a:gd name="T9" fmla="*/ 239797 h 4208"/>
                <a:gd name="T10" fmla="*/ 980744 w 5868"/>
                <a:gd name="T11" fmla="*/ 212215 h 4208"/>
                <a:gd name="T12" fmla="*/ 1253119 w 5868"/>
                <a:gd name="T13" fmla="*/ 253750 h 4208"/>
                <a:gd name="T14" fmla="*/ 1374859 w 5868"/>
                <a:gd name="T15" fmla="*/ 461746 h 4208"/>
                <a:gd name="T16" fmla="*/ 1400831 w 5868"/>
                <a:gd name="T17" fmla="*/ 505228 h 4208"/>
                <a:gd name="T18" fmla="*/ 1725798 w 5868"/>
                <a:gd name="T19" fmla="*/ 598031 h 4208"/>
                <a:gd name="T20" fmla="*/ 1779363 w 5868"/>
                <a:gd name="T21" fmla="*/ 585052 h 4208"/>
                <a:gd name="T22" fmla="*/ 1901104 w 5868"/>
                <a:gd name="T23" fmla="*/ 336494 h 4208"/>
                <a:gd name="T24" fmla="*/ 1897533 w 5868"/>
                <a:gd name="T25" fmla="*/ 289443 h 4208"/>
                <a:gd name="T26" fmla="*/ 1777740 w 5868"/>
                <a:gd name="T27" fmla="*/ 214162 h 4208"/>
                <a:gd name="T28" fmla="*/ 1493029 w 5868"/>
                <a:gd name="T29" fmla="*/ 92155 h 4208"/>
                <a:gd name="T30" fmla="*/ 1208318 w 5868"/>
                <a:gd name="T31" fmla="*/ 20767 h 4208"/>
                <a:gd name="T32" fmla="*/ 924256 w 5868"/>
                <a:gd name="T33" fmla="*/ 649 h 4208"/>
                <a:gd name="T34" fmla="*/ 639545 w 5868"/>
                <a:gd name="T35" fmla="*/ 30826 h 4208"/>
                <a:gd name="T36" fmla="*/ 355158 w 5868"/>
                <a:gd name="T37" fmla="*/ 112273 h 4208"/>
                <a:gd name="T38" fmla="*/ 70123 w 5868"/>
                <a:gd name="T39" fmla="*/ 244664 h 4208"/>
                <a:gd name="T40" fmla="*/ 3246 w 5868"/>
                <a:gd name="T41" fmla="*/ 297880 h 4208"/>
                <a:gd name="T42" fmla="*/ 10713 w 5868"/>
                <a:gd name="T43" fmla="*/ 355314 h 4208"/>
                <a:gd name="T44" fmla="*/ 772973 w 5868"/>
                <a:gd name="T45" fmla="*/ 339414 h 4208"/>
                <a:gd name="T46" fmla="*/ 960941 w 5868"/>
                <a:gd name="T47" fmla="*/ 320919 h 4208"/>
                <a:gd name="T48" fmla="*/ 1130729 w 5868"/>
                <a:gd name="T49" fmla="*/ 336169 h 4208"/>
                <a:gd name="T50" fmla="*/ 1259936 w 5868"/>
                <a:gd name="T51" fmla="*/ 525021 h 4208"/>
                <a:gd name="T52" fmla="*/ 1298244 w 5868"/>
                <a:gd name="T53" fmla="*/ 601925 h 4208"/>
                <a:gd name="T54" fmla="*/ 1598862 w 5868"/>
                <a:gd name="T55" fmla="*/ 671041 h 4208"/>
                <a:gd name="T56" fmla="*/ 1662168 w 5868"/>
                <a:gd name="T57" fmla="*/ 717767 h 4208"/>
                <a:gd name="T58" fmla="*/ 253546 w 5868"/>
                <a:gd name="T59" fmla="*/ 1210015 h 4208"/>
                <a:gd name="T60" fmla="*/ 273024 w 5868"/>
                <a:gd name="T61" fmla="*/ 698947 h 4208"/>
                <a:gd name="T62" fmla="*/ 576240 w 5868"/>
                <a:gd name="T63" fmla="*/ 620745 h 4208"/>
                <a:gd name="T64" fmla="*/ 641493 w 5868"/>
                <a:gd name="T65" fmla="*/ 585376 h 4208"/>
                <a:gd name="T66" fmla="*/ 662595 w 5868"/>
                <a:gd name="T67" fmla="*/ 367969 h 4208"/>
                <a:gd name="T68" fmla="*/ 1077163 w 5868"/>
                <a:gd name="T69" fmla="*/ 564933 h 4208"/>
                <a:gd name="T70" fmla="*/ 1178776 w 5868"/>
                <a:gd name="T71" fmla="*/ 636970 h 4208"/>
                <a:gd name="T72" fmla="*/ 1245003 w 5868"/>
                <a:gd name="T73" fmla="*/ 759302 h 4208"/>
                <a:gd name="T74" fmla="*/ 1252145 w 5868"/>
                <a:gd name="T75" fmla="*/ 867032 h 4208"/>
                <a:gd name="T76" fmla="*/ 1229095 w 5868"/>
                <a:gd name="T77" fmla="*/ 949452 h 4208"/>
                <a:gd name="T78" fmla="*/ 1125210 w 5868"/>
                <a:gd name="T79" fmla="*/ 852430 h 4208"/>
                <a:gd name="T80" fmla="*/ 1117094 w 5868"/>
                <a:gd name="T81" fmla="*/ 775851 h 4208"/>
                <a:gd name="T82" fmla="*/ 1079435 w 5868"/>
                <a:gd name="T83" fmla="*/ 716794 h 4208"/>
                <a:gd name="T84" fmla="*/ 1012883 w 5868"/>
                <a:gd name="T85" fmla="*/ 676882 h 4208"/>
                <a:gd name="T86" fmla="*/ 940164 w 5868"/>
                <a:gd name="T87" fmla="*/ 671365 h 4208"/>
                <a:gd name="T88" fmla="*/ 867768 w 5868"/>
                <a:gd name="T89" fmla="*/ 701867 h 4208"/>
                <a:gd name="T90" fmla="*/ 821994 w 5868"/>
                <a:gd name="T91" fmla="*/ 754434 h 4208"/>
                <a:gd name="T92" fmla="*/ 802515 w 5868"/>
                <a:gd name="T93" fmla="*/ 831662 h 4208"/>
                <a:gd name="T94" fmla="*/ 818423 w 5868"/>
                <a:gd name="T95" fmla="*/ 901752 h 4208"/>
                <a:gd name="T96" fmla="*/ 861600 w 5868"/>
                <a:gd name="T97" fmla="*/ 956590 h 4208"/>
                <a:gd name="T98" fmla="*/ 932048 w 5868"/>
                <a:gd name="T99" fmla="*/ 990337 h 4208"/>
                <a:gd name="T100" fmla="*/ 999573 w 5868"/>
                <a:gd name="T101" fmla="*/ 990013 h 4208"/>
                <a:gd name="T102" fmla="*/ 1060606 w 5868"/>
                <a:gd name="T103" fmla="*/ 962107 h 4208"/>
                <a:gd name="T104" fmla="*/ 1081058 w 5868"/>
                <a:gd name="T105" fmla="*/ 1096445 h 4208"/>
                <a:gd name="T106" fmla="*/ 964512 w 5868"/>
                <a:gd name="T107" fmla="*/ 1120781 h 4208"/>
                <a:gd name="T108" fmla="*/ 826863 w 5868"/>
                <a:gd name="T109" fmla="*/ 1085736 h 4208"/>
                <a:gd name="T110" fmla="*/ 732717 w 5868"/>
                <a:gd name="T111" fmla="*/ 1004614 h 4208"/>
                <a:gd name="T112" fmla="*/ 678827 w 5868"/>
                <a:gd name="T113" fmla="*/ 875793 h 4208"/>
                <a:gd name="T114" fmla="*/ 688241 w 5868"/>
                <a:gd name="T115" fmla="*/ 745673 h 4208"/>
                <a:gd name="T116" fmla="*/ 760312 w 5868"/>
                <a:gd name="T117" fmla="*/ 627235 h 4208"/>
                <a:gd name="T118" fmla="*/ 865171 w 5868"/>
                <a:gd name="T119" fmla="*/ 560066 h 4208"/>
                <a:gd name="T120" fmla="*/ 1577111 w 5868"/>
                <a:gd name="T121" fmla="*/ 1240842 h 4208"/>
                <a:gd name="T122" fmla="*/ 345419 w 5868"/>
                <a:gd name="T123" fmla="*/ 1240842 h 420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5868" h="4208">
                  <a:moveTo>
                    <a:pt x="49" y="1128"/>
                  </a:moveTo>
                  <a:lnTo>
                    <a:pt x="49" y="1128"/>
                  </a:lnTo>
                  <a:lnTo>
                    <a:pt x="345" y="1748"/>
                  </a:lnTo>
                  <a:lnTo>
                    <a:pt x="354" y="1764"/>
                  </a:lnTo>
                  <a:lnTo>
                    <a:pt x="364" y="1778"/>
                  </a:lnTo>
                  <a:lnTo>
                    <a:pt x="375" y="1790"/>
                  </a:lnTo>
                  <a:lnTo>
                    <a:pt x="387" y="1803"/>
                  </a:lnTo>
                  <a:lnTo>
                    <a:pt x="400" y="1813"/>
                  </a:lnTo>
                  <a:lnTo>
                    <a:pt x="413" y="1821"/>
                  </a:lnTo>
                  <a:lnTo>
                    <a:pt x="428" y="1828"/>
                  </a:lnTo>
                  <a:lnTo>
                    <a:pt x="443" y="1834"/>
                  </a:lnTo>
                  <a:lnTo>
                    <a:pt x="460" y="1838"/>
                  </a:lnTo>
                  <a:lnTo>
                    <a:pt x="477" y="1842"/>
                  </a:lnTo>
                  <a:lnTo>
                    <a:pt x="495" y="1844"/>
                  </a:lnTo>
                  <a:lnTo>
                    <a:pt x="512" y="1845"/>
                  </a:lnTo>
                  <a:lnTo>
                    <a:pt x="531" y="1845"/>
                  </a:lnTo>
                  <a:lnTo>
                    <a:pt x="551" y="1843"/>
                  </a:lnTo>
                  <a:lnTo>
                    <a:pt x="573" y="1841"/>
                  </a:lnTo>
                  <a:lnTo>
                    <a:pt x="594" y="1837"/>
                  </a:lnTo>
                  <a:lnTo>
                    <a:pt x="1457" y="1607"/>
                  </a:lnTo>
                  <a:lnTo>
                    <a:pt x="1479" y="1599"/>
                  </a:lnTo>
                  <a:lnTo>
                    <a:pt x="1500" y="1589"/>
                  </a:lnTo>
                  <a:lnTo>
                    <a:pt x="1519" y="1579"/>
                  </a:lnTo>
                  <a:lnTo>
                    <a:pt x="1537" y="1569"/>
                  </a:lnTo>
                  <a:lnTo>
                    <a:pt x="1552" y="1557"/>
                  </a:lnTo>
                  <a:lnTo>
                    <a:pt x="1567" y="1546"/>
                  </a:lnTo>
                  <a:lnTo>
                    <a:pt x="1580" y="1534"/>
                  </a:lnTo>
                  <a:lnTo>
                    <a:pt x="1591" y="1522"/>
                  </a:lnTo>
                  <a:lnTo>
                    <a:pt x="1601" y="1510"/>
                  </a:lnTo>
                  <a:lnTo>
                    <a:pt x="1610" y="1496"/>
                  </a:lnTo>
                  <a:lnTo>
                    <a:pt x="1617" y="1482"/>
                  </a:lnTo>
                  <a:lnTo>
                    <a:pt x="1624" y="1467"/>
                  </a:lnTo>
                  <a:lnTo>
                    <a:pt x="1628" y="1453"/>
                  </a:lnTo>
                  <a:lnTo>
                    <a:pt x="1632" y="1438"/>
                  </a:lnTo>
                  <a:lnTo>
                    <a:pt x="1633" y="1423"/>
                  </a:lnTo>
                  <a:lnTo>
                    <a:pt x="1634" y="1406"/>
                  </a:lnTo>
                  <a:lnTo>
                    <a:pt x="1627" y="927"/>
                  </a:lnTo>
                  <a:lnTo>
                    <a:pt x="1664" y="910"/>
                  </a:lnTo>
                  <a:lnTo>
                    <a:pt x="1701" y="894"/>
                  </a:lnTo>
                  <a:lnTo>
                    <a:pt x="1775" y="863"/>
                  </a:lnTo>
                  <a:lnTo>
                    <a:pt x="1851" y="834"/>
                  </a:lnTo>
                  <a:lnTo>
                    <a:pt x="1929" y="807"/>
                  </a:lnTo>
                  <a:lnTo>
                    <a:pt x="2008" y="782"/>
                  </a:lnTo>
                  <a:lnTo>
                    <a:pt x="2089" y="759"/>
                  </a:lnTo>
                  <a:lnTo>
                    <a:pt x="2170" y="739"/>
                  </a:lnTo>
                  <a:lnTo>
                    <a:pt x="2252" y="720"/>
                  </a:lnTo>
                  <a:lnTo>
                    <a:pt x="2335" y="705"/>
                  </a:lnTo>
                  <a:lnTo>
                    <a:pt x="2420" y="690"/>
                  </a:lnTo>
                  <a:lnTo>
                    <a:pt x="2504" y="679"/>
                  </a:lnTo>
                  <a:lnTo>
                    <a:pt x="2589" y="669"/>
                  </a:lnTo>
                  <a:lnTo>
                    <a:pt x="2675" y="661"/>
                  </a:lnTo>
                  <a:lnTo>
                    <a:pt x="2761" y="657"/>
                  </a:lnTo>
                  <a:lnTo>
                    <a:pt x="2848" y="654"/>
                  </a:lnTo>
                  <a:lnTo>
                    <a:pt x="2934" y="652"/>
                  </a:lnTo>
                  <a:lnTo>
                    <a:pt x="3021" y="654"/>
                  </a:lnTo>
                  <a:lnTo>
                    <a:pt x="3106" y="657"/>
                  </a:lnTo>
                  <a:lnTo>
                    <a:pt x="3192" y="661"/>
                  </a:lnTo>
                  <a:lnTo>
                    <a:pt x="3278" y="669"/>
                  </a:lnTo>
                  <a:lnTo>
                    <a:pt x="3364" y="679"/>
                  </a:lnTo>
                  <a:lnTo>
                    <a:pt x="3449" y="690"/>
                  </a:lnTo>
                  <a:lnTo>
                    <a:pt x="3532" y="705"/>
                  </a:lnTo>
                  <a:lnTo>
                    <a:pt x="3616" y="720"/>
                  </a:lnTo>
                  <a:lnTo>
                    <a:pt x="3698" y="739"/>
                  </a:lnTo>
                  <a:lnTo>
                    <a:pt x="3780" y="759"/>
                  </a:lnTo>
                  <a:lnTo>
                    <a:pt x="3860" y="782"/>
                  </a:lnTo>
                  <a:lnTo>
                    <a:pt x="3939" y="807"/>
                  </a:lnTo>
                  <a:lnTo>
                    <a:pt x="4017" y="834"/>
                  </a:lnTo>
                  <a:lnTo>
                    <a:pt x="4093" y="863"/>
                  </a:lnTo>
                  <a:lnTo>
                    <a:pt x="4168" y="894"/>
                  </a:lnTo>
                  <a:lnTo>
                    <a:pt x="4204" y="910"/>
                  </a:lnTo>
                  <a:lnTo>
                    <a:pt x="4241" y="927"/>
                  </a:lnTo>
                  <a:lnTo>
                    <a:pt x="4235" y="1406"/>
                  </a:lnTo>
                  <a:lnTo>
                    <a:pt x="4235" y="1423"/>
                  </a:lnTo>
                  <a:lnTo>
                    <a:pt x="4237" y="1438"/>
                  </a:lnTo>
                  <a:lnTo>
                    <a:pt x="4240" y="1453"/>
                  </a:lnTo>
                  <a:lnTo>
                    <a:pt x="4245" y="1467"/>
                  </a:lnTo>
                  <a:lnTo>
                    <a:pt x="4250" y="1482"/>
                  </a:lnTo>
                  <a:lnTo>
                    <a:pt x="4258" y="1496"/>
                  </a:lnTo>
                  <a:lnTo>
                    <a:pt x="4266" y="1510"/>
                  </a:lnTo>
                  <a:lnTo>
                    <a:pt x="4276" y="1522"/>
                  </a:lnTo>
                  <a:lnTo>
                    <a:pt x="4288" y="1534"/>
                  </a:lnTo>
                  <a:lnTo>
                    <a:pt x="4300" y="1546"/>
                  </a:lnTo>
                  <a:lnTo>
                    <a:pt x="4315" y="1557"/>
                  </a:lnTo>
                  <a:lnTo>
                    <a:pt x="4331" y="1569"/>
                  </a:lnTo>
                  <a:lnTo>
                    <a:pt x="4349" y="1579"/>
                  </a:lnTo>
                  <a:lnTo>
                    <a:pt x="4368" y="1589"/>
                  </a:lnTo>
                  <a:lnTo>
                    <a:pt x="4389" y="1599"/>
                  </a:lnTo>
                  <a:lnTo>
                    <a:pt x="4412" y="1607"/>
                  </a:lnTo>
                  <a:lnTo>
                    <a:pt x="5275" y="1837"/>
                  </a:lnTo>
                  <a:lnTo>
                    <a:pt x="5296" y="1841"/>
                  </a:lnTo>
                  <a:lnTo>
                    <a:pt x="5316" y="1843"/>
                  </a:lnTo>
                  <a:lnTo>
                    <a:pt x="5336" y="1845"/>
                  </a:lnTo>
                  <a:lnTo>
                    <a:pt x="5355" y="1845"/>
                  </a:lnTo>
                  <a:lnTo>
                    <a:pt x="5374" y="1844"/>
                  </a:lnTo>
                  <a:lnTo>
                    <a:pt x="5392" y="1842"/>
                  </a:lnTo>
                  <a:lnTo>
                    <a:pt x="5408" y="1838"/>
                  </a:lnTo>
                  <a:lnTo>
                    <a:pt x="5425" y="1834"/>
                  </a:lnTo>
                  <a:lnTo>
                    <a:pt x="5440" y="1828"/>
                  </a:lnTo>
                  <a:lnTo>
                    <a:pt x="5454" y="1821"/>
                  </a:lnTo>
                  <a:lnTo>
                    <a:pt x="5469" y="1813"/>
                  </a:lnTo>
                  <a:lnTo>
                    <a:pt x="5481" y="1803"/>
                  </a:lnTo>
                  <a:lnTo>
                    <a:pt x="5493" y="1790"/>
                  </a:lnTo>
                  <a:lnTo>
                    <a:pt x="5504" y="1778"/>
                  </a:lnTo>
                  <a:lnTo>
                    <a:pt x="5514" y="1764"/>
                  </a:lnTo>
                  <a:lnTo>
                    <a:pt x="5523" y="1748"/>
                  </a:lnTo>
                  <a:lnTo>
                    <a:pt x="5820" y="1128"/>
                  </a:lnTo>
                  <a:lnTo>
                    <a:pt x="5835" y="1095"/>
                  </a:lnTo>
                  <a:lnTo>
                    <a:pt x="5848" y="1065"/>
                  </a:lnTo>
                  <a:lnTo>
                    <a:pt x="5856" y="1037"/>
                  </a:lnTo>
                  <a:lnTo>
                    <a:pt x="5863" y="1011"/>
                  </a:lnTo>
                  <a:lnTo>
                    <a:pt x="5867" y="988"/>
                  </a:lnTo>
                  <a:lnTo>
                    <a:pt x="5868" y="966"/>
                  </a:lnTo>
                  <a:lnTo>
                    <a:pt x="5868" y="956"/>
                  </a:lnTo>
                  <a:lnTo>
                    <a:pt x="5867" y="946"/>
                  </a:lnTo>
                  <a:lnTo>
                    <a:pt x="5864" y="936"/>
                  </a:lnTo>
                  <a:lnTo>
                    <a:pt x="5862" y="927"/>
                  </a:lnTo>
                  <a:lnTo>
                    <a:pt x="5859" y="918"/>
                  </a:lnTo>
                  <a:lnTo>
                    <a:pt x="5854" y="909"/>
                  </a:lnTo>
                  <a:lnTo>
                    <a:pt x="5845" y="892"/>
                  </a:lnTo>
                  <a:lnTo>
                    <a:pt x="5833" y="876"/>
                  </a:lnTo>
                  <a:lnTo>
                    <a:pt x="5820" y="861"/>
                  </a:lnTo>
                  <a:lnTo>
                    <a:pt x="5803" y="846"/>
                  </a:lnTo>
                  <a:lnTo>
                    <a:pt x="5784" y="832"/>
                  </a:lnTo>
                  <a:lnTo>
                    <a:pt x="5763" y="817"/>
                  </a:lnTo>
                  <a:lnTo>
                    <a:pt x="5741" y="803"/>
                  </a:lnTo>
                  <a:lnTo>
                    <a:pt x="5652" y="754"/>
                  </a:lnTo>
                  <a:lnTo>
                    <a:pt x="5564" y="706"/>
                  </a:lnTo>
                  <a:lnTo>
                    <a:pt x="5476" y="660"/>
                  </a:lnTo>
                  <a:lnTo>
                    <a:pt x="5389" y="616"/>
                  </a:lnTo>
                  <a:lnTo>
                    <a:pt x="5301" y="572"/>
                  </a:lnTo>
                  <a:lnTo>
                    <a:pt x="5213" y="531"/>
                  </a:lnTo>
                  <a:lnTo>
                    <a:pt x="5125" y="491"/>
                  </a:lnTo>
                  <a:lnTo>
                    <a:pt x="5037" y="452"/>
                  </a:lnTo>
                  <a:lnTo>
                    <a:pt x="4950" y="415"/>
                  </a:lnTo>
                  <a:lnTo>
                    <a:pt x="4862" y="381"/>
                  </a:lnTo>
                  <a:lnTo>
                    <a:pt x="4774" y="346"/>
                  </a:lnTo>
                  <a:lnTo>
                    <a:pt x="4686" y="315"/>
                  </a:lnTo>
                  <a:lnTo>
                    <a:pt x="4599" y="284"/>
                  </a:lnTo>
                  <a:lnTo>
                    <a:pt x="4511" y="255"/>
                  </a:lnTo>
                  <a:lnTo>
                    <a:pt x="4423" y="228"/>
                  </a:lnTo>
                  <a:lnTo>
                    <a:pt x="4336" y="201"/>
                  </a:lnTo>
                  <a:lnTo>
                    <a:pt x="4248" y="178"/>
                  </a:lnTo>
                  <a:lnTo>
                    <a:pt x="4161" y="154"/>
                  </a:lnTo>
                  <a:lnTo>
                    <a:pt x="4073" y="133"/>
                  </a:lnTo>
                  <a:lnTo>
                    <a:pt x="3985" y="114"/>
                  </a:lnTo>
                  <a:lnTo>
                    <a:pt x="3898" y="95"/>
                  </a:lnTo>
                  <a:lnTo>
                    <a:pt x="3810" y="80"/>
                  </a:lnTo>
                  <a:lnTo>
                    <a:pt x="3722" y="64"/>
                  </a:lnTo>
                  <a:lnTo>
                    <a:pt x="3635" y="51"/>
                  </a:lnTo>
                  <a:lnTo>
                    <a:pt x="3547" y="39"/>
                  </a:lnTo>
                  <a:lnTo>
                    <a:pt x="3460" y="29"/>
                  </a:lnTo>
                  <a:lnTo>
                    <a:pt x="3372" y="21"/>
                  </a:lnTo>
                  <a:lnTo>
                    <a:pt x="3285" y="14"/>
                  </a:lnTo>
                  <a:lnTo>
                    <a:pt x="3197" y="8"/>
                  </a:lnTo>
                  <a:lnTo>
                    <a:pt x="3109" y="4"/>
                  </a:lnTo>
                  <a:lnTo>
                    <a:pt x="3022" y="2"/>
                  </a:lnTo>
                  <a:lnTo>
                    <a:pt x="2934" y="0"/>
                  </a:lnTo>
                  <a:lnTo>
                    <a:pt x="2847" y="2"/>
                  </a:lnTo>
                  <a:lnTo>
                    <a:pt x="2759" y="4"/>
                  </a:lnTo>
                  <a:lnTo>
                    <a:pt x="2672" y="8"/>
                  </a:lnTo>
                  <a:lnTo>
                    <a:pt x="2584" y="14"/>
                  </a:lnTo>
                  <a:lnTo>
                    <a:pt x="2497" y="21"/>
                  </a:lnTo>
                  <a:lnTo>
                    <a:pt x="2409" y="29"/>
                  </a:lnTo>
                  <a:lnTo>
                    <a:pt x="2320" y="39"/>
                  </a:lnTo>
                  <a:lnTo>
                    <a:pt x="2234" y="51"/>
                  </a:lnTo>
                  <a:lnTo>
                    <a:pt x="2145" y="64"/>
                  </a:lnTo>
                  <a:lnTo>
                    <a:pt x="2059" y="80"/>
                  </a:lnTo>
                  <a:lnTo>
                    <a:pt x="1970" y="95"/>
                  </a:lnTo>
                  <a:lnTo>
                    <a:pt x="1882" y="114"/>
                  </a:lnTo>
                  <a:lnTo>
                    <a:pt x="1795" y="133"/>
                  </a:lnTo>
                  <a:lnTo>
                    <a:pt x="1707" y="154"/>
                  </a:lnTo>
                  <a:lnTo>
                    <a:pt x="1620" y="178"/>
                  </a:lnTo>
                  <a:lnTo>
                    <a:pt x="1532" y="201"/>
                  </a:lnTo>
                  <a:lnTo>
                    <a:pt x="1444" y="228"/>
                  </a:lnTo>
                  <a:lnTo>
                    <a:pt x="1357" y="255"/>
                  </a:lnTo>
                  <a:lnTo>
                    <a:pt x="1269" y="284"/>
                  </a:lnTo>
                  <a:lnTo>
                    <a:pt x="1181" y="315"/>
                  </a:lnTo>
                  <a:lnTo>
                    <a:pt x="1094" y="346"/>
                  </a:lnTo>
                  <a:lnTo>
                    <a:pt x="1006" y="381"/>
                  </a:lnTo>
                  <a:lnTo>
                    <a:pt x="918" y="415"/>
                  </a:lnTo>
                  <a:lnTo>
                    <a:pt x="830" y="452"/>
                  </a:lnTo>
                  <a:lnTo>
                    <a:pt x="743" y="491"/>
                  </a:lnTo>
                  <a:lnTo>
                    <a:pt x="655" y="531"/>
                  </a:lnTo>
                  <a:lnTo>
                    <a:pt x="567" y="572"/>
                  </a:lnTo>
                  <a:lnTo>
                    <a:pt x="479" y="616"/>
                  </a:lnTo>
                  <a:lnTo>
                    <a:pt x="391" y="660"/>
                  </a:lnTo>
                  <a:lnTo>
                    <a:pt x="303" y="706"/>
                  </a:lnTo>
                  <a:lnTo>
                    <a:pt x="216" y="754"/>
                  </a:lnTo>
                  <a:lnTo>
                    <a:pt x="128" y="803"/>
                  </a:lnTo>
                  <a:lnTo>
                    <a:pt x="104" y="817"/>
                  </a:lnTo>
                  <a:lnTo>
                    <a:pt x="84" y="832"/>
                  </a:lnTo>
                  <a:lnTo>
                    <a:pt x="65" y="846"/>
                  </a:lnTo>
                  <a:lnTo>
                    <a:pt x="49" y="861"/>
                  </a:lnTo>
                  <a:lnTo>
                    <a:pt x="34" y="876"/>
                  </a:lnTo>
                  <a:lnTo>
                    <a:pt x="23" y="892"/>
                  </a:lnTo>
                  <a:lnTo>
                    <a:pt x="13" y="909"/>
                  </a:lnTo>
                  <a:lnTo>
                    <a:pt x="10" y="918"/>
                  </a:lnTo>
                  <a:lnTo>
                    <a:pt x="6" y="927"/>
                  </a:lnTo>
                  <a:lnTo>
                    <a:pt x="4" y="936"/>
                  </a:lnTo>
                  <a:lnTo>
                    <a:pt x="2" y="946"/>
                  </a:lnTo>
                  <a:lnTo>
                    <a:pt x="1" y="956"/>
                  </a:lnTo>
                  <a:lnTo>
                    <a:pt x="0" y="966"/>
                  </a:lnTo>
                  <a:lnTo>
                    <a:pt x="1" y="988"/>
                  </a:lnTo>
                  <a:lnTo>
                    <a:pt x="4" y="1011"/>
                  </a:lnTo>
                  <a:lnTo>
                    <a:pt x="11" y="1037"/>
                  </a:lnTo>
                  <a:lnTo>
                    <a:pt x="21" y="1065"/>
                  </a:lnTo>
                  <a:lnTo>
                    <a:pt x="33" y="1095"/>
                  </a:lnTo>
                  <a:lnTo>
                    <a:pt x="49" y="1128"/>
                  </a:lnTo>
                  <a:close/>
                  <a:moveTo>
                    <a:pt x="2041" y="1134"/>
                  </a:moveTo>
                  <a:lnTo>
                    <a:pt x="2041" y="1134"/>
                  </a:lnTo>
                  <a:lnTo>
                    <a:pt x="2096" y="1117"/>
                  </a:lnTo>
                  <a:lnTo>
                    <a:pt x="2153" y="1101"/>
                  </a:lnTo>
                  <a:lnTo>
                    <a:pt x="2210" y="1085"/>
                  </a:lnTo>
                  <a:lnTo>
                    <a:pt x="2267" y="1072"/>
                  </a:lnTo>
                  <a:lnTo>
                    <a:pt x="2324" y="1058"/>
                  </a:lnTo>
                  <a:lnTo>
                    <a:pt x="2381" y="1046"/>
                  </a:lnTo>
                  <a:lnTo>
                    <a:pt x="2438" y="1036"/>
                  </a:lnTo>
                  <a:lnTo>
                    <a:pt x="2495" y="1026"/>
                  </a:lnTo>
                  <a:lnTo>
                    <a:pt x="2553" y="1017"/>
                  </a:lnTo>
                  <a:lnTo>
                    <a:pt x="2610" y="1009"/>
                  </a:lnTo>
                  <a:lnTo>
                    <a:pt x="2668" y="1004"/>
                  </a:lnTo>
                  <a:lnTo>
                    <a:pt x="2726" y="998"/>
                  </a:lnTo>
                  <a:lnTo>
                    <a:pt x="2785" y="995"/>
                  </a:lnTo>
                  <a:lnTo>
                    <a:pt x="2843" y="991"/>
                  </a:lnTo>
                  <a:lnTo>
                    <a:pt x="2902" y="989"/>
                  </a:lnTo>
                  <a:lnTo>
                    <a:pt x="2960" y="989"/>
                  </a:lnTo>
                  <a:lnTo>
                    <a:pt x="3019" y="989"/>
                  </a:lnTo>
                  <a:lnTo>
                    <a:pt x="3079" y="991"/>
                  </a:lnTo>
                  <a:lnTo>
                    <a:pt x="3136" y="995"/>
                  </a:lnTo>
                  <a:lnTo>
                    <a:pt x="3194" y="998"/>
                  </a:lnTo>
                  <a:lnTo>
                    <a:pt x="3252" y="1004"/>
                  </a:lnTo>
                  <a:lnTo>
                    <a:pt x="3310" y="1009"/>
                  </a:lnTo>
                  <a:lnTo>
                    <a:pt x="3368" y="1017"/>
                  </a:lnTo>
                  <a:lnTo>
                    <a:pt x="3426" y="1026"/>
                  </a:lnTo>
                  <a:lnTo>
                    <a:pt x="3483" y="1036"/>
                  </a:lnTo>
                  <a:lnTo>
                    <a:pt x="3541" y="1046"/>
                  </a:lnTo>
                  <a:lnTo>
                    <a:pt x="3598" y="1058"/>
                  </a:lnTo>
                  <a:lnTo>
                    <a:pt x="3655" y="1072"/>
                  </a:lnTo>
                  <a:lnTo>
                    <a:pt x="3712" y="1085"/>
                  </a:lnTo>
                  <a:lnTo>
                    <a:pt x="3769" y="1101"/>
                  </a:lnTo>
                  <a:lnTo>
                    <a:pt x="3824" y="1117"/>
                  </a:lnTo>
                  <a:lnTo>
                    <a:pt x="3881" y="1134"/>
                  </a:lnTo>
                  <a:lnTo>
                    <a:pt x="3881" y="1618"/>
                  </a:lnTo>
                  <a:lnTo>
                    <a:pt x="3884" y="1651"/>
                  </a:lnTo>
                  <a:lnTo>
                    <a:pt x="3890" y="1681"/>
                  </a:lnTo>
                  <a:lnTo>
                    <a:pt x="3898" y="1709"/>
                  </a:lnTo>
                  <a:lnTo>
                    <a:pt x="3907" y="1736"/>
                  </a:lnTo>
                  <a:lnTo>
                    <a:pt x="3918" y="1760"/>
                  </a:lnTo>
                  <a:lnTo>
                    <a:pt x="3931" y="1783"/>
                  </a:lnTo>
                  <a:lnTo>
                    <a:pt x="3946" y="1804"/>
                  </a:lnTo>
                  <a:lnTo>
                    <a:pt x="3961" y="1823"/>
                  </a:lnTo>
                  <a:lnTo>
                    <a:pt x="3979" y="1839"/>
                  </a:lnTo>
                  <a:lnTo>
                    <a:pt x="3999" y="1855"/>
                  </a:lnTo>
                  <a:lnTo>
                    <a:pt x="4020" y="1868"/>
                  </a:lnTo>
                  <a:lnTo>
                    <a:pt x="4043" y="1881"/>
                  </a:lnTo>
                  <a:lnTo>
                    <a:pt x="4066" y="1891"/>
                  </a:lnTo>
                  <a:lnTo>
                    <a:pt x="4092" y="1900"/>
                  </a:lnTo>
                  <a:lnTo>
                    <a:pt x="4119" y="1907"/>
                  </a:lnTo>
                  <a:lnTo>
                    <a:pt x="4146" y="1913"/>
                  </a:lnTo>
                  <a:lnTo>
                    <a:pt x="4896" y="2061"/>
                  </a:lnTo>
                  <a:lnTo>
                    <a:pt x="4925" y="2068"/>
                  </a:lnTo>
                  <a:lnTo>
                    <a:pt x="4951" y="2077"/>
                  </a:lnTo>
                  <a:lnTo>
                    <a:pt x="4977" y="2086"/>
                  </a:lnTo>
                  <a:lnTo>
                    <a:pt x="5001" y="2097"/>
                  </a:lnTo>
                  <a:lnTo>
                    <a:pt x="5024" y="2109"/>
                  </a:lnTo>
                  <a:lnTo>
                    <a:pt x="5044" y="2123"/>
                  </a:lnTo>
                  <a:lnTo>
                    <a:pt x="5063" y="2137"/>
                  </a:lnTo>
                  <a:lnTo>
                    <a:pt x="5081" y="2154"/>
                  </a:lnTo>
                  <a:lnTo>
                    <a:pt x="5095" y="2172"/>
                  </a:lnTo>
                  <a:lnTo>
                    <a:pt x="5108" y="2191"/>
                  </a:lnTo>
                  <a:lnTo>
                    <a:pt x="5120" y="2212"/>
                  </a:lnTo>
                  <a:lnTo>
                    <a:pt x="5129" y="2235"/>
                  </a:lnTo>
                  <a:lnTo>
                    <a:pt x="5134" y="2260"/>
                  </a:lnTo>
                  <a:lnTo>
                    <a:pt x="5139" y="2285"/>
                  </a:lnTo>
                  <a:lnTo>
                    <a:pt x="5141" y="2314"/>
                  </a:lnTo>
                  <a:lnTo>
                    <a:pt x="5141" y="2344"/>
                  </a:lnTo>
                  <a:lnTo>
                    <a:pt x="5141" y="3729"/>
                  </a:lnTo>
                  <a:lnTo>
                    <a:pt x="2960" y="3729"/>
                  </a:lnTo>
                  <a:lnTo>
                    <a:pt x="781" y="3729"/>
                  </a:lnTo>
                  <a:lnTo>
                    <a:pt x="781" y="2344"/>
                  </a:lnTo>
                  <a:lnTo>
                    <a:pt x="780" y="2314"/>
                  </a:lnTo>
                  <a:lnTo>
                    <a:pt x="782" y="2285"/>
                  </a:lnTo>
                  <a:lnTo>
                    <a:pt x="787" y="2260"/>
                  </a:lnTo>
                  <a:lnTo>
                    <a:pt x="793" y="2235"/>
                  </a:lnTo>
                  <a:lnTo>
                    <a:pt x="802" y="2212"/>
                  </a:lnTo>
                  <a:lnTo>
                    <a:pt x="813" y="2191"/>
                  </a:lnTo>
                  <a:lnTo>
                    <a:pt x="826" y="2172"/>
                  </a:lnTo>
                  <a:lnTo>
                    <a:pt x="841" y="2154"/>
                  </a:lnTo>
                  <a:lnTo>
                    <a:pt x="858" y="2137"/>
                  </a:lnTo>
                  <a:lnTo>
                    <a:pt x="877" y="2123"/>
                  </a:lnTo>
                  <a:lnTo>
                    <a:pt x="898" y="2109"/>
                  </a:lnTo>
                  <a:lnTo>
                    <a:pt x="920" y="2097"/>
                  </a:lnTo>
                  <a:lnTo>
                    <a:pt x="944" y="2086"/>
                  </a:lnTo>
                  <a:lnTo>
                    <a:pt x="971" y="2077"/>
                  </a:lnTo>
                  <a:lnTo>
                    <a:pt x="997" y="2068"/>
                  </a:lnTo>
                  <a:lnTo>
                    <a:pt x="1026" y="2061"/>
                  </a:lnTo>
                  <a:lnTo>
                    <a:pt x="1775" y="1913"/>
                  </a:lnTo>
                  <a:lnTo>
                    <a:pt x="1803" y="1907"/>
                  </a:lnTo>
                  <a:lnTo>
                    <a:pt x="1830" y="1900"/>
                  </a:lnTo>
                  <a:lnTo>
                    <a:pt x="1855" y="1891"/>
                  </a:lnTo>
                  <a:lnTo>
                    <a:pt x="1879" y="1881"/>
                  </a:lnTo>
                  <a:lnTo>
                    <a:pt x="1901" y="1868"/>
                  </a:lnTo>
                  <a:lnTo>
                    <a:pt x="1923" y="1855"/>
                  </a:lnTo>
                  <a:lnTo>
                    <a:pt x="1941" y="1839"/>
                  </a:lnTo>
                  <a:lnTo>
                    <a:pt x="1959" y="1823"/>
                  </a:lnTo>
                  <a:lnTo>
                    <a:pt x="1976" y="1804"/>
                  </a:lnTo>
                  <a:lnTo>
                    <a:pt x="1991" y="1783"/>
                  </a:lnTo>
                  <a:lnTo>
                    <a:pt x="2003" y="1760"/>
                  </a:lnTo>
                  <a:lnTo>
                    <a:pt x="2014" y="1736"/>
                  </a:lnTo>
                  <a:lnTo>
                    <a:pt x="2024" y="1709"/>
                  </a:lnTo>
                  <a:lnTo>
                    <a:pt x="2031" y="1681"/>
                  </a:lnTo>
                  <a:lnTo>
                    <a:pt x="2037" y="1651"/>
                  </a:lnTo>
                  <a:lnTo>
                    <a:pt x="2041" y="1618"/>
                  </a:lnTo>
                  <a:lnTo>
                    <a:pt x="2041" y="1134"/>
                  </a:lnTo>
                  <a:close/>
                  <a:moveTo>
                    <a:pt x="2971" y="1671"/>
                  </a:moveTo>
                  <a:lnTo>
                    <a:pt x="2971" y="1671"/>
                  </a:lnTo>
                  <a:lnTo>
                    <a:pt x="3017" y="1672"/>
                  </a:lnTo>
                  <a:lnTo>
                    <a:pt x="3063" y="1676"/>
                  </a:lnTo>
                  <a:lnTo>
                    <a:pt x="3107" y="1682"/>
                  </a:lnTo>
                  <a:lnTo>
                    <a:pt x="3151" y="1690"/>
                  </a:lnTo>
                  <a:lnTo>
                    <a:pt x="3194" y="1699"/>
                  </a:lnTo>
                  <a:lnTo>
                    <a:pt x="3237" y="1711"/>
                  </a:lnTo>
                  <a:lnTo>
                    <a:pt x="3278" y="1726"/>
                  </a:lnTo>
                  <a:lnTo>
                    <a:pt x="3318" y="1741"/>
                  </a:lnTo>
                  <a:lnTo>
                    <a:pt x="3358" y="1759"/>
                  </a:lnTo>
                  <a:lnTo>
                    <a:pt x="3396" y="1779"/>
                  </a:lnTo>
                  <a:lnTo>
                    <a:pt x="3434" y="1800"/>
                  </a:lnTo>
                  <a:lnTo>
                    <a:pt x="3470" y="1824"/>
                  </a:lnTo>
                  <a:lnTo>
                    <a:pt x="3505" y="1848"/>
                  </a:lnTo>
                  <a:lnTo>
                    <a:pt x="3539" y="1875"/>
                  </a:lnTo>
                  <a:lnTo>
                    <a:pt x="3571" y="1903"/>
                  </a:lnTo>
                  <a:lnTo>
                    <a:pt x="3602" y="1933"/>
                  </a:lnTo>
                  <a:lnTo>
                    <a:pt x="3631" y="1963"/>
                  </a:lnTo>
                  <a:lnTo>
                    <a:pt x="3659" y="1995"/>
                  </a:lnTo>
                  <a:lnTo>
                    <a:pt x="3686" y="2030"/>
                  </a:lnTo>
                  <a:lnTo>
                    <a:pt x="3711" y="2065"/>
                  </a:lnTo>
                  <a:lnTo>
                    <a:pt x="3734" y="2100"/>
                  </a:lnTo>
                  <a:lnTo>
                    <a:pt x="3755" y="2138"/>
                  </a:lnTo>
                  <a:lnTo>
                    <a:pt x="3775" y="2176"/>
                  </a:lnTo>
                  <a:lnTo>
                    <a:pt x="3793" y="2216"/>
                  </a:lnTo>
                  <a:lnTo>
                    <a:pt x="3809" y="2256"/>
                  </a:lnTo>
                  <a:lnTo>
                    <a:pt x="3823" y="2298"/>
                  </a:lnTo>
                  <a:lnTo>
                    <a:pt x="3835" y="2340"/>
                  </a:lnTo>
                  <a:lnTo>
                    <a:pt x="3845" y="2383"/>
                  </a:lnTo>
                  <a:lnTo>
                    <a:pt x="3853" y="2427"/>
                  </a:lnTo>
                  <a:lnTo>
                    <a:pt x="3859" y="2471"/>
                  </a:lnTo>
                  <a:lnTo>
                    <a:pt x="3862" y="2517"/>
                  </a:lnTo>
                  <a:lnTo>
                    <a:pt x="3863" y="2563"/>
                  </a:lnTo>
                  <a:lnTo>
                    <a:pt x="3863" y="2591"/>
                  </a:lnTo>
                  <a:lnTo>
                    <a:pt x="3861" y="2617"/>
                  </a:lnTo>
                  <a:lnTo>
                    <a:pt x="3860" y="2645"/>
                  </a:lnTo>
                  <a:lnTo>
                    <a:pt x="3857" y="2672"/>
                  </a:lnTo>
                  <a:lnTo>
                    <a:pt x="3853" y="2699"/>
                  </a:lnTo>
                  <a:lnTo>
                    <a:pt x="3849" y="2726"/>
                  </a:lnTo>
                  <a:lnTo>
                    <a:pt x="3843" y="2751"/>
                  </a:lnTo>
                  <a:lnTo>
                    <a:pt x="3838" y="2778"/>
                  </a:lnTo>
                  <a:lnTo>
                    <a:pt x="3831" y="2802"/>
                  </a:lnTo>
                  <a:lnTo>
                    <a:pt x="3823" y="2828"/>
                  </a:lnTo>
                  <a:lnTo>
                    <a:pt x="3814" y="2854"/>
                  </a:lnTo>
                  <a:lnTo>
                    <a:pt x="3805" y="2878"/>
                  </a:lnTo>
                  <a:lnTo>
                    <a:pt x="3796" y="2903"/>
                  </a:lnTo>
                  <a:lnTo>
                    <a:pt x="3786" y="2926"/>
                  </a:lnTo>
                  <a:lnTo>
                    <a:pt x="3775" y="2950"/>
                  </a:lnTo>
                  <a:lnTo>
                    <a:pt x="3763" y="2973"/>
                  </a:lnTo>
                  <a:lnTo>
                    <a:pt x="3410" y="2802"/>
                  </a:lnTo>
                  <a:lnTo>
                    <a:pt x="3423" y="2776"/>
                  </a:lnTo>
                  <a:lnTo>
                    <a:pt x="3435" y="2748"/>
                  </a:lnTo>
                  <a:lnTo>
                    <a:pt x="3446" y="2719"/>
                  </a:lnTo>
                  <a:lnTo>
                    <a:pt x="3455" y="2689"/>
                  </a:lnTo>
                  <a:lnTo>
                    <a:pt x="3462" y="2659"/>
                  </a:lnTo>
                  <a:lnTo>
                    <a:pt x="3466" y="2627"/>
                  </a:lnTo>
                  <a:lnTo>
                    <a:pt x="3470" y="2595"/>
                  </a:lnTo>
                  <a:lnTo>
                    <a:pt x="3471" y="2563"/>
                  </a:lnTo>
                  <a:lnTo>
                    <a:pt x="3470" y="2537"/>
                  </a:lnTo>
                  <a:lnTo>
                    <a:pt x="3469" y="2512"/>
                  </a:lnTo>
                  <a:lnTo>
                    <a:pt x="3465" y="2487"/>
                  </a:lnTo>
                  <a:lnTo>
                    <a:pt x="3461" y="2462"/>
                  </a:lnTo>
                  <a:lnTo>
                    <a:pt x="3455" y="2438"/>
                  </a:lnTo>
                  <a:lnTo>
                    <a:pt x="3449" y="2415"/>
                  </a:lnTo>
                  <a:lnTo>
                    <a:pt x="3441" y="2391"/>
                  </a:lnTo>
                  <a:lnTo>
                    <a:pt x="3432" y="2369"/>
                  </a:lnTo>
                  <a:lnTo>
                    <a:pt x="3422" y="2347"/>
                  </a:lnTo>
                  <a:lnTo>
                    <a:pt x="3411" y="2325"/>
                  </a:lnTo>
                  <a:lnTo>
                    <a:pt x="3398" y="2304"/>
                  </a:lnTo>
                  <a:lnTo>
                    <a:pt x="3386" y="2284"/>
                  </a:lnTo>
                  <a:lnTo>
                    <a:pt x="3372" y="2264"/>
                  </a:lnTo>
                  <a:lnTo>
                    <a:pt x="3357" y="2245"/>
                  </a:lnTo>
                  <a:lnTo>
                    <a:pt x="3342" y="2227"/>
                  </a:lnTo>
                  <a:lnTo>
                    <a:pt x="3325" y="2209"/>
                  </a:lnTo>
                  <a:lnTo>
                    <a:pt x="3307" y="2193"/>
                  </a:lnTo>
                  <a:lnTo>
                    <a:pt x="3289" y="2177"/>
                  </a:lnTo>
                  <a:lnTo>
                    <a:pt x="3270" y="2163"/>
                  </a:lnTo>
                  <a:lnTo>
                    <a:pt x="3251" y="2149"/>
                  </a:lnTo>
                  <a:lnTo>
                    <a:pt x="3230" y="2136"/>
                  </a:lnTo>
                  <a:lnTo>
                    <a:pt x="3210" y="2124"/>
                  </a:lnTo>
                  <a:lnTo>
                    <a:pt x="3188" y="2113"/>
                  </a:lnTo>
                  <a:lnTo>
                    <a:pt x="3165" y="2102"/>
                  </a:lnTo>
                  <a:lnTo>
                    <a:pt x="3143" y="2094"/>
                  </a:lnTo>
                  <a:lnTo>
                    <a:pt x="3120" y="2086"/>
                  </a:lnTo>
                  <a:lnTo>
                    <a:pt x="3096" y="2079"/>
                  </a:lnTo>
                  <a:lnTo>
                    <a:pt x="3072" y="2074"/>
                  </a:lnTo>
                  <a:lnTo>
                    <a:pt x="3047" y="2069"/>
                  </a:lnTo>
                  <a:lnTo>
                    <a:pt x="3023" y="2066"/>
                  </a:lnTo>
                  <a:lnTo>
                    <a:pt x="2997" y="2065"/>
                  </a:lnTo>
                  <a:lnTo>
                    <a:pt x="2971" y="2063"/>
                  </a:lnTo>
                  <a:lnTo>
                    <a:pt x="2946" y="2065"/>
                  </a:lnTo>
                  <a:lnTo>
                    <a:pt x="2920" y="2066"/>
                  </a:lnTo>
                  <a:lnTo>
                    <a:pt x="2896" y="2069"/>
                  </a:lnTo>
                  <a:lnTo>
                    <a:pt x="2871" y="2074"/>
                  </a:lnTo>
                  <a:lnTo>
                    <a:pt x="2847" y="2079"/>
                  </a:lnTo>
                  <a:lnTo>
                    <a:pt x="2823" y="2086"/>
                  </a:lnTo>
                  <a:lnTo>
                    <a:pt x="2800" y="2094"/>
                  </a:lnTo>
                  <a:lnTo>
                    <a:pt x="2778" y="2102"/>
                  </a:lnTo>
                  <a:lnTo>
                    <a:pt x="2755" y="2113"/>
                  </a:lnTo>
                  <a:lnTo>
                    <a:pt x="2734" y="2124"/>
                  </a:lnTo>
                  <a:lnTo>
                    <a:pt x="2713" y="2136"/>
                  </a:lnTo>
                  <a:lnTo>
                    <a:pt x="2693" y="2149"/>
                  </a:lnTo>
                  <a:lnTo>
                    <a:pt x="2673" y="2163"/>
                  </a:lnTo>
                  <a:lnTo>
                    <a:pt x="2654" y="2177"/>
                  </a:lnTo>
                  <a:lnTo>
                    <a:pt x="2636" y="2193"/>
                  </a:lnTo>
                  <a:lnTo>
                    <a:pt x="2619" y="2209"/>
                  </a:lnTo>
                  <a:lnTo>
                    <a:pt x="2603" y="2227"/>
                  </a:lnTo>
                  <a:lnTo>
                    <a:pt x="2587" y="2245"/>
                  </a:lnTo>
                  <a:lnTo>
                    <a:pt x="2571" y="2264"/>
                  </a:lnTo>
                  <a:lnTo>
                    <a:pt x="2558" y="2284"/>
                  </a:lnTo>
                  <a:lnTo>
                    <a:pt x="2545" y="2304"/>
                  </a:lnTo>
                  <a:lnTo>
                    <a:pt x="2532" y="2325"/>
                  </a:lnTo>
                  <a:lnTo>
                    <a:pt x="2521" y="2347"/>
                  </a:lnTo>
                  <a:lnTo>
                    <a:pt x="2512" y="2369"/>
                  </a:lnTo>
                  <a:lnTo>
                    <a:pt x="2502" y="2391"/>
                  </a:lnTo>
                  <a:lnTo>
                    <a:pt x="2494" y="2415"/>
                  </a:lnTo>
                  <a:lnTo>
                    <a:pt x="2488" y="2438"/>
                  </a:lnTo>
                  <a:lnTo>
                    <a:pt x="2482" y="2462"/>
                  </a:lnTo>
                  <a:lnTo>
                    <a:pt x="2478" y="2487"/>
                  </a:lnTo>
                  <a:lnTo>
                    <a:pt x="2475" y="2512"/>
                  </a:lnTo>
                  <a:lnTo>
                    <a:pt x="2473" y="2537"/>
                  </a:lnTo>
                  <a:lnTo>
                    <a:pt x="2472" y="2563"/>
                  </a:lnTo>
                  <a:lnTo>
                    <a:pt x="2473" y="2588"/>
                  </a:lnTo>
                  <a:lnTo>
                    <a:pt x="2475" y="2614"/>
                  </a:lnTo>
                  <a:lnTo>
                    <a:pt x="2478" y="2639"/>
                  </a:lnTo>
                  <a:lnTo>
                    <a:pt x="2482" y="2663"/>
                  </a:lnTo>
                  <a:lnTo>
                    <a:pt x="2488" y="2688"/>
                  </a:lnTo>
                  <a:lnTo>
                    <a:pt x="2494" y="2711"/>
                  </a:lnTo>
                  <a:lnTo>
                    <a:pt x="2502" y="2734"/>
                  </a:lnTo>
                  <a:lnTo>
                    <a:pt x="2512" y="2757"/>
                  </a:lnTo>
                  <a:lnTo>
                    <a:pt x="2521" y="2779"/>
                  </a:lnTo>
                  <a:lnTo>
                    <a:pt x="2532" y="2801"/>
                  </a:lnTo>
                  <a:lnTo>
                    <a:pt x="2545" y="2821"/>
                  </a:lnTo>
                  <a:lnTo>
                    <a:pt x="2558" y="2841"/>
                  </a:lnTo>
                  <a:lnTo>
                    <a:pt x="2571" y="2861"/>
                  </a:lnTo>
                  <a:lnTo>
                    <a:pt x="2587" y="2880"/>
                  </a:lnTo>
                  <a:lnTo>
                    <a:pt x="2603" y="2898"/>
                  </a:lnTo>
                  <a:lnTo>
                    <a:pt x="2619" y="2916"/>
                  </a:lnTo>
                  <a:lnTo>
                    <a:pt x="2636" y="2933"/>
                  </a:lnTo>
                  <a:lnTo>
                    <a:pt x="2654" y="2948"/>
                  </a:lnTo>
                  <a:lnTo>
                    <a:pt x="2673" y="2963"/>
                  </a:lnTo>
                  <a:lnTo>
                    <a:pt x="2693" y="2976"/>
                  </a:lnTo>
                  <a:lnTo>
                    <a:pt x="2713" y="2990"/>
                  </a:lnTo>
                  <a:lnTo>
                    <a:pt x="2734" y="3002"/>
                  </a:lnTo>
                  <a:lnTo>
                    <a:pt x="2755" y="3013"/>
                  </a:lnTo>
                  <a:lnTo>
                    <a:pt x="2778" y="3023"/>
                  </a:lnTo>
                  <a:lnTo>
                    <a:pt x="2800" y="3032"/>
                  </a:lnTo>
                  <a:lnTo>
                    <a:pt x="2823" y="3040"/>
                  </a:lnTo>
                  <a:lnTo>
                    <a:pt x="2847" y="3047"/>
                  </a:lnTo>
                  <a:lnTo>
                    <a:pt x="2871" y="3052"/>
                  </a:lnTo>
                  <a:lnTo>
                    <a:pt x="2896" y="3057"/>
                  </a:lnTo>
                  <a:lnTo>
                    <a:pt x="2920" y="3060"/>
                  </a:lnTo>
                  <a:lnTo>
                    <a:pt x="2946" y="3061"/>
                  </a:lnTo>
                  <a:lnTo>
                    <a:pt x="2971" y="3062"/>
                  </a:lnTo>
                  <a:lnTo>
                    <a:pt x="2994" y="3061"/>
                  </a:lnTo>
                  <a:lnTo>
                    <a:pt x="3015" y="3060"/>
                  </a:lnTo>
                  <a:lnTo>
                    <a:pt x="3037" y="3058"/>
                  </a:lnTo>
                  <a:lnTo>
                    <a:pt x="3058" y="3054"/>
                  </a:lnTo>
                  <a:lnTo>
                    <a:pt x="3079" y="3051"/>
                  </a:lnTo>
                  <a:lnTo>
                    <a:pt x="3100" y="3045"/>
                  </a:lnTo>
                  <a:lnTo>
                    <a:pt x="3120" y="3040"/>
                  </a:lnTo>
                  <a:lnTo>
                    <a:pt x="3140" y="3033"/>
                  </a:lnTo>
                  <a:lnTo>
                    <a:pt x="3159" y="3025"/>
                  </a:lnTo>
                  <a:lnTo>
                    <a:pt x="3178" y="3018"/>
                  </a:lnTo>
                  <a:lnTo>
                    <a:pt x="3197" y="3009"/>
                  </a:lnTo>
                  <a:lnTo>
                    <a:pt x="3215" y="2999"/>
                  </a:lnTo>
                  <a:lnTo>
                    <a:pt x="3232" y="2989"/>
                  </a:lnTo>
                  <a:lnTo>
                    <a:pt x="3250" y="2977"/>
                  </a:lnTo>
                  <a:lnTo>
                    <a:pt x="3267" y="2965"/>
                  </a:lnTo>
                  <a:lnTo>
                    <a:pt x="3283" y="2953"/>
                  </a:lnTo>
                  <a:lnTo>
                    <a:pt x="3563" y="3229"/>
                  </a:lnTo>
                  <a:lnTo>
                    <a:pt x="3533" y="3255"/>
                  </a:lnTo>
                  <a:lnTo>
                    <a:pt x="3502" y="3279"/>
                  </a:lnTo>
                  <a:lnTo>
                    <a:pt x="3470" y="3303"/>
                  </a:lnTo>
                  <a:lnTo>
                    <a:pt x="3436" y="3324"/>
                  </a:lnTo>
                  <a:lnTo>
                    <a:pt x="3402" y="3344"/>
                  </a:lnTo>
                  <a:lnTo>
                    <a:pt x="3366" y="3362"/>
                  </a:lnTo>
                  <a:lnTo>
                    <a:pt x="3330" y="3379"/>
                  </a:lnTo>
                  <a:lnTo>
                    <a:pt x="3294" y="3394"/>
                  </a:lnTo>
                  <a:lnTo>
                    <a:pt x="3256" y="3408"/>
                  </a:lnTo>
                  <a:lnTo>
                    <a:pt x="3217" y="3420"/>
                  </a:lnTo>
                  <a:lnTo>
                    <a:pt x="3178" y="3430"/>
                  </a:lnTo>
                  <a:lnTo>
                    <a:pt x="3138" y="3439"/>
                  </a:lnTo>
                  <a:lnTo>
                    <a:pt x="3097" y="3446"/>
                  </a:lnTo>
                  <a:lnTo>
                    <a:pt x="3056" y="3450"/>
                  </a:lnTo>
                  <a:lnTo>
                    <a:pt x="3014" y="3453"/>
                  </a:lnTo>
                  <a:lnTo>
                    <a:pt x="2971" y="3454"/>
                  </a:lnTo>
                  <a:lnTo>
                    <a:pt x="2926" y="3453"/>
                  </a:lnTo>
                  <a:lnTo>
                    <a:pt x="2880" y="3450"/>
                  </a:lnTo>
                  <a:lnTo>
                    <a:pt x="2835" y="3444"/>
                  </a:lnTo>
                  <a:lnTo>
                    <a:pt x="2792" y="3435"/>
                  </a:lnTo>
                  <a:lnTo>
                    <a:pt x="2749" y="3427"/>
                  </a:lnTo>
                  <a:lnTo>
                    <a:pt x="2706" y="3414"/>
                  </a:lnTo>
                  <a:lnTo>
                    <a:pt x="2665" y="3400"/>
                  </a:lnTo>
                  <a:lnTo>
                    <a:pt x="2625" y="3384"/>
                  </a:lnTo>
                  <a:lnTo>
                    <a:pt x="2585" y="3366"/>
                  </a:lnTo>
                  <a:lnTo>
                    <a:pt x="2547" y="3346"/>
                  </a:lnTo>
                  <a:lnTo>
                    <a:pt x="2510" y="3325"/>
                  </a:lnTo>
                  <a:lnTo>
                    <a:pt x="2473" y="3302"/>
                  </a:lnTo>
                  <a:lnTo>
                    <a:pt x="2439" y="3277"/>
                  </a:lnTo>
                  <a:lnTo>
                    <a:pt x="2405" y="3250"/>
                  </a:lnTo>
                  <a:lnTo>
                    <a:pt x="2373" y="3223"/>
                  </a:lnTo>
                  <a:lnTo>
                    <a:pt x="2342" y="3193"/>
                  </a:lnTo>
                  <a:lnTo>
                    <a:pt x="2312" y="3162"/>
                  </a:lnTo>
                  <a:lnTo>
                    <a:pt x="2284" y="3130"/>
                  </a:lnTo>
                  <a:lnTo>
                    <a:pt x="2257" y="3096"/>
                  </a:lnTo>
                  <a:lnTo>
                    <a:pt x="2232" y="3061"/>
                  </a:lnTo>
                  <a:lnTo>
                    <a:pt x="2209" y="3025"/>
                  </a:lnTo>
                  <a:lnTo>
                    <a:pt x="2188" y="2987"/>
                  </a:lnTo>
                  <a:lnTo>
                    <a:pt x="2168" y="2950"/>
                  </a:lnTo>
                  <a:lnTo>
                    <a:pt x="2150" y="2909"/>
                  </a:lnTo>
                  <a:lnTo>
                    <a:pt x="2134" y="2869"/>
                  </a:lnTo>
                  <a:lnTo>
                    <a:pt x="2120" y="2828"/>
                  </a:lnTo>
                  <a:lnTo>
                    <a:pt x="2109" y="2786"/>
                  </a:lnTo>
                  <a:lnTo>
                    <a:pt x="2099" y="2742"/>
                  </a:lnTo>
                  <a:lnTo>
                    <a:pt x="2091" y="2699"/>
                  </a:lnTo>
                  <a:lnTo>
                    <a:pt x="2085" y="2654"/>
                  </a:lnTo>
                  <a:lnTo>
                    <a:pt x="2081" y="2608"/>
                  </a:lnTo>
                  <a:lnTo>
                    <a:pt x="2080" y="2563"/>
                  </a:lnTo>
                  <a:lnTo>
                    <a:pt x="2081" y="2517"/>
                  </a:lnTo>
                  <a:lnTo>
                    <a:pt x="2085" y="2471"/>
                  </a:lnTo>
                  <a:lnTo>
                    <a:pt x="2091" y="2427"/>
                  </a:lnTo>
                  <a:lnTo>
                    <a:pt x="2099" y="2383"/>
                  </a:lnTo>
                  <a:lnTo>
                    <a:pt x="2109" y="2340"/>
                  </a:lnTo>
                  <a:lnTo>
                    <a:pt x="2120" y="2298"/>
                  </a:lnTo>
                  <a:lnTo>
                    <a:pt x="2134" y="2256"/>
                  </a:lnTo>
                  <a:lnTo>
                    <a:pt x="2150" y="2216"/>
                  </a:lnTo>
                  <a:lnTo>
                    <a:pt x="2168" y="2176"/>
                  </a:lnTo>
                  <a:lnTo>
                    <a:pt x="2188" y="2138"/>
                  </a:lnTo>
                  <a:lnTo>
                    <a:pt x="2209" y="2100"/>
                  </a:lnTo>
                  <a:lnTo>
                    <a:pt x="2232" y="2065"/>
                  </a:lnTo>
                  <a:lnTo>
                    <a:pt x="2257" y="2030"/>
                  </a:lnTo>
                  <a:lnTo>
                    <a:pt x="2284" y="1995"/>
                  </a:lnTo>
                  <a:lnTo>
                    <a:pt x="2312" y="1963"/>
                  </a:lnTo>
                  <a:lnTo>
                    <a:pt x="2342" y="1933"/>
                  </a:lnTo>
                  <a:lnTo>
                    <a:pt x="2373" y="1903"/>
                  </a:lnTo>
                  <a:lnTo>
                    <a:pt x="2405" y="1875"/>
                  </a:lnTo>
                  <a:lnTo>
                    <a:pt x="2439" y="1848"/>
                  </a:lnTo>
                  <a:lnTo>
                    <a:pt x="2473" y="1824"/>
                  </a:lnTo>
                  <a:lnTo>
                    <a:pt x="2510" y="1800"/>
                  </a:lnTo>
                  <a:lnTo>
                    <a:pt x="2547" y="1779"/>
                  </a:lnTo>
                  <a:lnTo>
                    <a:pt x="2585" y="1759"/>
                  </a:lnTo>
                  <a:lnTo>
                    <a:pt x="2625" y="1741"/>
                  </a:lnTo>
                  <a:lnTo>
                    <a:pt x="2665" y="1726"/>
                  </a:lnTo>
                  <a:lnTo>
                    <a:pt x="2706" y="1711"/>
                  </a:lnTo>
                  <a:lnTo>
                    <a:pt x="2749" y="1699"/>
                  </a:lnTo>
                  <a:lnTo>
                    <a:pt x="2792" y="1690"/>
                  </a:lnTo>
                  <a:lnTo>
                    <a:pt x="2835" y="1682"/>
                  </a:lnTo>
                  <a:lnTo>
                    <a:pt x="2880" y="1676"/>
                  </a:lnTo>
                  <a:lnTo>
                    <a:pt x="2926" y="1672"/>
                  </a:lnTo>
                  <a:lnTo>
                    <a:pt x="2971" y="1671"/>
                  </a:lnTo>
                  <a:close/>
                  <a:moveTo>
                    <a:pt x="4858" y="3824"/>
                  </a:moveTo>
                  <a:lnTo>
                    <a:pt x="4858" y="3824"/>
                  </a:lnTo>
                  <a:lnTo>
                    <a:pt x="4328" y="3824"/>
                  </a:lnTo>
                  <a:lnTo>
                    <a:pt x="4328" y="4208"/>
                  </a:lnTo>
                  <a:lnTo>
                    <a:pt x="4702" y="4208"/>
                  </a:lnTo>
                  <a:lnTo>
                    <a:pt x="4858" y="3824"/>
                  </a:lnTo>
                  <a:close/>
                  <a:moveTo>
                    <a:pt x="1064" y="3824"/>
                  </a:moveTo>
                  <a:lnTo>
                    <a:pt x="1064" y="3824"/>
                  </a:lnTo>
                  <a:lnTo>
                    <a:pt x="1594" y="3824"/>
                  </a:lnTo>
                  <a:lnTo>
                    <a:pt x="1594" y="4208"/>
                  </a:lnTo>
                  <a:lnTo>
                    <a:pt x="1219" y="4208"/>
                  </a:lnTo>
                  <a:lnTo>
                    <a:pt x="1064" y="3824"/>
                  </a:lnTo>
                  <a:close/>
                </a:path>
              </a:pathLst>
            </a:custGeom>
            <a:solidFill>
              <a:srgbClr val="5FC3AD"/>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itchFamily="2" charset="-122"/>
                  <a:cs typeface="+mn-cs"/>
                </a:defRPr>
              </a:lvl9pPr>
            </a:lstStyle>
            <a:p>
              <a:pPr algn="ctr">
                <a:defRPr/>
              </a:pPr>
              <a:endParaRPr lang="zh-CN" altLang="en-US" sz="1350">
                <a:solidFill>
                  <a:srgbClr val="FFFFFF"/>
                </a:solidFill>
              </a:endParaRPr>
            </a:p>
          </p:txBody>
        </p:sp>
      </p:grpSp>
      <p:grpSp>
        <p:nvGrpSpPr>
          <p:cNvPr id="58" name="组合 67"/>
          <p:cNvGrpSpPr/>
          <p:nvPr/>
        </p:nvGrpSpPr>
        <p:grpSpPr>
          <a:xfrm>
            <a:off x="6180426" y="3775830"/>
            <a:ext cx="1146402" cy="1146401"/>
            <a:chOff x="8767031" y="3439379"/>
            <a:chExt cx="1869218" cy="1869218"/>
          </a:xfrm>
        </p:grpSpPr>
        <p:grpSp>
          <p:nvGrpSpPr>
            <p:cNvPr id="67" name="组合 42"/>
            <p:cNvGrpSpPr/>
            <p:nvPr/>
          </p:nvGrpSpPr>
          <p:grpSpPr>
            <a:xfrm>
              <a:off x="8767031" y="3439379"/>
              <a:ext cx="1869218" cy="1869218"/>
              <a:chOff x="797560" y="1739900"/>
              <a:chExt cx="2336800" cy="2336800"/>
            </a:xfrm>
          </p:grpSpPr>
          <p:sp>
            <p:nvSpPr>
              <p:cNvPr id="69" name="椭圆 68"/>
              <p:cNvSpPr/>
              <p:nvPr/>
            </p:nvSpPr>
            <p:spPr>
              <a:xfrm>
                <a:off x="797560" y="1739900"/>
                <a:ext cx="2336800" cy="2336800"/>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70" name="椭圆 69"/>
              <p:cNvSpPr/>
              <p:nvPr/>
            </p:nvSpPr>
            <p:spPr>
              <a:xfrm>
                <a:off x="942340" y="1884678"/>
                <a:ext cx="2192020" cy="2152382"/>
              </a:xfrm>
              <a:prstGeom prst="ellipse">
                <a:avLst/>
              </a:prstGeom>
              <a:solidFill>
                <a:srgbClr val="FAFA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prstClr val="white"/>
                  </a:solidFill>
                </a:endParaRPr>
              </a:p>
            </p:txBody>
          </p:sp>
        </p:grpSp>
        <p:sp>
          <p:nvSpPr>
            <p:cNvPr id="68" name="KSO_Shape"/>
            <p:cNvSpPr/>
            <p:nvPr/>
          </p:nvSpPr>
          <p:spPr>
            <a:xfrm>
              <a:off x="9435748" y="4043487"/>
              <a:ext cx="531784" cy="444928"/>
            </a:xfrm>
            <a:custGeom>
              <a:avLst/>
              <a:gdLst/>
              <a:ahLst/>
              <a:cxnLst/>
              <a:rect l="l" t="t" r="r" b="b"/>
              <a:pathLst>
                <a:path w="1366582" h="1042046">
                  <a:moveTo>
                    <a:pt x="37022" y="792087"/>
                  </a:moveTo>
                  <a:lnTo>
                    <a:pt x="185104" y="792087"/>
                  </a:lnTo>
                  <a:cubicBezTo>
                    <a:pt x="205551" y="792087"/>
                    <a:pt x="222126" y="808662"/>
                    <a:pt x="222126" y="829109"/>
                  </a:cubicBezTo>
                  <a:lnTo>
                    <a:pt x="222126" y="1005022"/>
                  </a:lnTo>
                  <a:cubicBezTo>
                    <a:pt x="222126" y="1025469"/>
                    <a:pt x="205551" y="1042044"/>
                    <a:pt x="185104" y="1042044"/>
                  </a:cubicBezTo>
                  <a:lnTo>
                    <a:pt x="37022" y="1042044"/>
                  </a:lnTo>
                  <a:cubicBezTo>
                    <a:pt x="16575" y="1042044"/>
                    <a:pt x="0" y="1025469"/>
                    <a:pt x="0" y="1005022"/>
                  </a:cubicBezTo>
                  <a:lnTo>
                    <a:pt x="0" y="829109"/>
                  </a:lnTo>
                  <a:cubicBezTo>
                    <a:pt x="0" y="808662"/>
                    <a:pt x="16575" y="792087"/>
                    <a:pt x="37022" y="792087"/>
                  </a:cubicBezTo>
                  <a:close/>
                  <a:moveTo>
                    <a:pt x="308442" y="614561"/>
                  </a:moveTo>
                  <a:lnTo>
                    <a:pt x="456524" y="614561"/>
                  </a:lnTo>
                  <a:cubicBezTo>
                    <a:pt x="476971" y="614561"/>
                    <a:pt x="493546" y="631136"/>
                    <a:pt x="493546" y="651583"/>
                  </a:cubicBezTo>
                  <a:lnTo>
                    <a:pt x="493546" y="1005023"/>
                  </a:lnTo>
                  <a:cubicBezTo>
                    <a:pt x="493546" y="1025470"/>
                    <a:pt x="476971" y="1042045"/>
                    <a:pt x="456524" y="1042045"/>
                  </a:cubicBezTo>
                  <a:lnTo>
                    <a:pt x="308442" y="1042045"/>
                  </a:lnTo>
                  <a:cubicBezTo>
                    <a:pt x="287995" y="1042045"/>
                    <a:pt x="271420" y="1025470"/>
                    <a:pt x="271420" y="1005023"/>
                  </a:cubicBezTo>
                  <a:lnTo>
                    <a:pt x="271420" y="651583"/>
                  </a:lnTo>
                  <a:cubicBezTo>
                    <a:pt x="271420" y="631136"/>
                    <a:pt x="287995" y="614561"/>
                    <a:pt x="308442" y="614561"/>
                  </a:cubicBezTo>
                  <a:close/>
                  <a:moveTo>
                    <a:pt x="583127" y="432047"/>
                  </a:moveTo>
                  <a:lnTo>
                    <a:pt x="744271" y="432047"/>
                  </a:lnTo>
                  <a:cubicBezTo>
                    <a:pt x="766521" y="432047"/>
                    <a:pt x="784558" y="450084"/>
                    <a:pt x="784558" y="472334"/>
                  </a:cubicBezTo>
                  <a:lnTo>
                    <a:pt x="784558" y="1001758"/>
                  </a:lnTo>
                  <a:cubicBezTo>
                    <a:pt x="784558" y="1024008"/>
                    <a:pt x="766521" y="1042045"/>
                    <a:pt x="744271" y="1042045"/>
                  </a:cubicBezTo>
                  <a:lnTo>
                    <a:pt x="583127" y="1042045"/>
                  </a:lnTo>
                  <a:cubicBezTo>
                    <a:pt x="560877" y="1042045"/>
                    <a:pt x="542840" y="1024008"/>
                    <a:pt x="542840" y="1001758"/>
                  </a:cubicBezTo>
                  <a:lnTo>
                    <a:pt x="542840" y="472334"/>
                  </a:lnTo>
                  <a:cubicBezTo>
                    <a:pt x="542840" y="450084"/>
                    <a:pt x="560877" y="432047"/>
                    <a:pt x="583127" y="432047"/>
                  </a:cubicBezTo>
                  <a:close/>
                  <a:moveTo>
                    <a:pt x="874139" y="210194"/>
                  </a:moveTo>
                  <a:lnTo>
                    <a:pt x="1035283" y="210194"/>
                  </a:lnTo>
                  <a:cubicBezTo>
                    <a:pt x="1057533" y="210194"/>
                    <a:pt x="1075570" y="228231"/>
                    <a:pt x="1075570" y="250481"/>
                  </a:cubicBezTo>
                  <a:lnTo>
                    <a:pt x="1075570" y="1001758"/>
                  </a:lnTo>
                  <a:cubicBezTo>
                    <a:pt x="1075570" y="1024008"/>
                    <a:pt x="1057533" y="1042045"/>
                    <a:pt x="1035283" y="1042045"/>
                  </a:cubicBezTo>
                  <a:lnTo>
                    <a:pt x="874139" y="1042045"/>
                  </a:lnTo>
                  <a:cubicBezTo>
                    <a:pt x="851889" y="1042045"/>
                    <a:pt x="833852" y="1024008"/>
                    <a:pt x="833852" y="1001758"/>
                  </a:cubicBezTo>
                  <a:lnTo>
                    <a:pt x="833852" y="250481"/>
                  </a:lnTo>
                  <a:cubicBezTo>
                    <a:pt x="833852" y="228231"/>
                    <a:pt x="851889" y="210194"/>
                    <a:pt x="874139" y="210194"/>
                  </a:cubicBezTo>
                  <a:close/>
                  <a:moveTo>
                    <a:pt x="1165151" y="0"/>
                  </a:moveTo>
                  <a:lnTo>
                    <a:pt x="1326295" y="0"/>
                  </a:lnTo>
                  <a:cubicBezTo>
                    <a:pt x="1348545" y="0"/>
                    <a:pt x="1366582" y="18037"/>
                    <a:pt x="1366582" y="40287"/>
                  </a:cubicBezTo>
                  <a:lnTo>
                    <a:pt x="1366582" y="1001759"/>
                  </a:lnTo>
                  <a:cubicBezTo>
                    <a:pt x="1366582" y="1024009"/>
                    <a:pt x="1348545" y="1042046"/>
                    <a:pt x="1326295" y="1042046"/>
                  </a:cubicBezTo>
                  <a:lnTo>
                    <a:pt x="1165151" y="1042046"/>
                  </a:lnTo>
                  <a:cubicBezTo>
                    <a:pt x="1142901" y="1042046"/>
                    <a:pt x="1124864" y="1024009"/>
                    <a:pt x="1124864" y="1001759"/>
                  </a:cubicBezTo>
                  <a:lnTo>
                    <a:pt x="1124864" y="40287"/>
                  </a:lnTo>
                  <a:cubicBezTo>
                    <a:pt x="1124864" y="18037"/>
                    <a:pt x="1142901" y="0"/>
                    <a:pt x="1165151" y="0"/>
                  </a:cubicBezTo>
                  <a:close/>
                </a:path>
              </a:pathLst>
            </a:custGeom>
            <a:solidFill>
              <a:schemeClr val="bg1">
                <a:lumMod val="6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1350" dirty="0">
                <a:solidFill>
                  <a:srgbClr val="FFFFFF"/>
                </a:solidFill>
              </a:endParaRPr>
            </a:p>
          </p:txBody>
        </p:sp>
      </p:grpSp>
      <p:sp>
        <p:nvSpPr>
          <p:cNvPr id="59" name="矩形 58"/>
          <p:cNvSpPr/>
          <p:nvPr/>
        </p:nvSpPr>
        <p:spPr>
          <a:xfrm>
            <a:off x="2969258" y="2733640"/>
            <a:ext cx="1569660" cy="300082"/>
          </a:xfrm>
          <a:prstGeom prst="rect">
            <a:avLst/>
          </a:prstGeom>
        </p:spPr>
        <p:txBody>
          <a:bodyPr wrap="none">
            <a:spAutoFit/>
          </a:bodyPr>
          <a:lstStyle/>
          <a:p>
            <a:pPr algn="r"/>
            <a:r>
              <a:rPr lang="zh-CN" altLang="en-US" sz="1350" dirty="0">
                <a:solidFill>
                  <a:srgbClr val="5698D3"/>
                </a:solidFill>
                <a:latin typeface="方正银联黑简体" panose="02000000000000000000" pitchFamily="2" charset="-122"/>
                <a:ea typeface="方正银联黑简体" panose="02000000000000000000" pitchFamily="2" charset="-122"/>
                <a:cs typeface="FZYLHJW" charset="-122"/>
              </a:rPr>
              <a:t>输入标题输入标题</a:t>
            </a:r>
            <a:endParaRPr lang="zh-CN" altLang="en-US" sz="1350" dirty="0">
              <a:solidFill>
                <a:srgbClr val="5698D3"/>
              </a:solidFill>
              <a:latin typeface="方正银联黑简体" panose="02000000000000000000" pitchFamily="2" charset="-122"/>
              <a:ea typeface="方正银联黑简体" panose="02000000000000000000" pitchFamily="2" charset="-122"/>
              <a:cs typeface="FZYLHJW" charset="-122"/>
            </a:endParaRPr>
          </a:p>
        </p:txBody>
      </p:sp>
      <p:sp>
        <p:nvSpPr>
          <p:cNvPr id="61" name="矩形 60"/>
          <p:cNvSpPr/>
          <p:nvPr/>
        </p:nvSpPr>
        <p:spPr>
          <a:xfrm>
            <a:off x="6037349" y="2736451"/>
            <a:ext cx="1569660" cy="300082"/>
          </a:xfrm>
          <a:prstGeom prst="rect">
            <a:avLst/>
          </a:prstGeom>
        </p:spPr>
        <p:txBody>
          <a:bodyPr wrap="none">
            <a:spAutoFit/>
          </a:bodyPr>
          <a:lstStyle/>
          <a:p>
            <a:pPr algn="r"/>
            <a:r>
              <a:rPr lang="zh-CN" altLang="en-US" sz="1350" dirty="0">
                <a:solidFill>
                  <a:srgbClr val="E7E6E6">
                    <a:lumMod val="25000"/>
                  </a:srgbClr>
                </a:solidFill>
                <a:latin typeface="方正银联黑简体" panose="02000000000000000000" pitchFamily="2" charset="-122"/>
                <a:ea typeface="方正银联黑简体" panose="02000000000000000000" pitchFamily="2" charset="-122"/>
                <a:cs typeface="FZYLHJW" charset="-122"/>
              </a:rPr>
              <a:t>输入标题输入标题</a:t>
            </a:r>
            <a:endParaRPr lang="zh-CN" altLang="en-US" sz="1350" dirty="0">
              <a:solidFill>
                <a:srgbClr val="E7E6E6">
                  <a:lumMod val="25000"/>
                </a:srgbClr>
              </a:solidFill>
              <a:latin typeface="方正银联黑简体" panose="02000000000000000000" pitchFamily="2" charset="-122"/>
              <a:ea typeface="方正银联黑简体" panose="02000000000000000000" pitchFamily="2" charset="-122"/>
              <a:cs typeface="FZYLHJW" charset="-122"/>
            </a:endParaRPr>
          </a:p>
        </p:txBody>
      </p:sp>
      <p:sp>
        <p:nvSpPr>
          <p:cNvPr id="63" name="矩形 62"/>
          <p:cNvSpPr/>
          <p:nvPr/>
        </p:nvSpPr>
        <p:spPr>
          <a:xfrm>
            <a:off x="4566253" y="3943240"/>
            <a:ext cx="1569660" cy="300082"/>
          </a:xfrm>
          <a:prstGeom prst="rect">
            <a:avLst/>
          </a:prstGeom>
        </p:spPr>
        <p:txBody>
          <a:bodyPr wrap="none">
            <a:spAutoFit/>
          </a:bodyPr>
          <a:lstStyle/>
          <a:p>
            <a:pPr algn="r"/>
            <a:r>
              <a:rPr lang="zh-CN" altLang="en-US" sz="1350" dirty="0">
                <a:solidFill>
                  <a:srgbClr val="5DC3AD"/>
                </a:solidFill>
                <a:latin typeface="方正银联黑简体" panose="02000000000000000000" pitchFamily="2" charset="-122"/>
                <a:ea typeface="方正银联黑简体" panose="02000000000000000000" pitchFamily="2" charset="-122"/>
                <a:cs typeface="FZYLHJW" charset="-122"/>
              </a:rPr>
              <a:t>输入标题输入标题</a:t>
            </a:r>
            <a:endParaRPr lang="zh-CN" altLang="en-US" sz="1350" dirty="0">
              <a:solidFill>
                <a:srgbClr val="5DC3AD"/>
              </a:solidFill>
              <a:latin typeface="方正银联黑简体" panose="02000000000000000000" pitchFamily="2" charset="-122"/>
              <a:ea typeface="方正银联黑简体" panose="02000000000000000000" pitchFamily="2" charset="-122"/>
              <a:cs typeface="FZYLHJW" charset="-122"/>
            </a:endParaRPr>
          </a:p>
        </p:txBody>
      </p:sp>
      <p:sp>
        <p:nvSpPr>
          <p:cNvPr id="65" name="矩形 64"/>
          <p:cNvSpPr/>
          <p:nvPr/>
        </p:nvSpPr>
        <p:spPr>
          <a:xfrm>
            <a:off x="1274537" y="3943240"/>
            <a:ext cx="1569660" cy="300082"/>
          </a:xfrm>
          <a:prstGeom prst="rect">
            <a:avLst/>
          </a:prstGeom>
        </p:spPr>
        <p:txBody>
          <a:bodyPr wrap="none">
            <a:spAutoFit/>
          </a:bodyPr>
          <a:lstStyle/>
          <a:p>
            <a:pPr algn="r"/>
            <a:r>
              <a:rPr lang="zh-CN" altLang="en-US" sz="1350" dirty="0">
                <a:solidFill>
                  <a:srgbClr val="F6836D"/>
                </a:solidFill>
                <a:latin typeface="方正银联黑简体" panose="02000000000000000000" pitchFamily="2" charset="-122"/>
                <a:ea typeface="方正银联黑简体" panose="02000000000000000000" pitchFamily="2" charset="-122"/>
                <a:cs typeface="FZYLHJW" charset="-122"/>
              </a:rPr>
              <a:t>输入标题输入标题</a:t>
            </a:r>
            <a:endParaRPr lang="zh-CN" altLang="en-US" sz="1350" dirty="0">
              <a:solidFill>
                <a:srgbClr val="F6836D"/>
              </a:solidFill>
              <a:latin typeface="方正银联黑简体" panose="02000000000000000000" pitchFamily="2" charset="-122"/>
              <a:ea typeface="方正银联黑简体" panose="02000000000000000000" pitchFamily="2" charset="-122"/>
              <a:cs typeface="FZYLHJW" charset="-122"/>
            </a:endParaRPr>
          </a:p>
        </p:txBody>
      </p:sp>
      <p:sp>
        <p:nvSpPr>
          <p:cNvPr id="66" name="文本框 65"/>
          <p:cNvSpPr txBox="1"/>
          <p:nvPr/>
        </p:nvSpPr>
        <p:spPr>
          <a:xfrm>
            <a:off x="1436856" y="4203848"/>
            <a:ext cx="1429597" cy="738664"/>
          </a:xfrm>
          <a:prstGeom prst="rect">
            <a:avLst/>
          </a:prstGeom>
          <a:noFill/>
        </p:spPr>
        <p:txBody>
          <a:bodyPr wrap="square" rtlCol="0">
            <a:spAutoFit/>
          </a:bodyPr>
          <a:lstStyle/>
          <a:p>
            <a:r>
              <a:rPr lang="zh-CN" altLang="en-US" sz="1050" dirty="0">
                <a:solidFill>
                  <a:schemeClr val="tx1">
                    <a:lumMod val="75000"/>
                    <a:lumOff val="25000"/>
                  </a:schemeClr>
                </a:solidFill>
                <a:latin typeface="方正银联黑简体" panose="02000000000000000000" pitchFamily="2" charset="-122"/>
                <a:ea typeface="方正银联黑简体" panose="02000000000000000000" pitchFamily="2" charset="-122"/>
                <a:cs typeface="FZYLHJW" charset="-122"/>
              </a:rPr>
              <a:t>输入文字内容输入文字内容输入文字内容输入文字内容输入文字内容</a:t>
            </a:r>
            <a:endParaRPr lang="zh-CN" altLang="en-US" sz="1050" dirty="0">
              <a:solidFill>
                <a:srgbClr val="E7E6E6">
                  <a:lumMod val="25000"/>
                </a:srgbClr>
              </a:solidFill>
              <a:latin typeface="Microsoft YaHei Light" charset="-122"/>
              <a:ea typeface="Microsoft YaHei Light" charset="-122"/>
              <a:cs typeface="Microsoft YaHei Light" charset="-122"/>
            </a:endParaRPr>
          </a:p>
        </p:txBody>
      </p:sp>
      <p:sp>
        <p:nvSpPr>
          <p:cNvPr id="37" name="文本框 36"/>
          <p:cNvSpPr txBox="1"/>
          <p:nvPr/>
        </p:nvSpPr>
        <p:spPr>
          <a:xfrm>
            <a:off x="3026651" y="2976782"/>
            <a:ext cx="1429597" cy="738664"/>
          </a:xfrm>
          <a:prstGeom prst="rect">
            <a:avLst/>
          </a:prstGeom>
          <a:noFill/>
        </p:spPr>
        <p:txBody>
          <a:bodyPr wrap="square" rtlCol="0">
            <a:spAutoFit/>
          </a:bodyPr>
          <a:lstStyle/>
          <a:p>
            <a:r>
              <a:rPr lang="zh-CN" altLang="en-US" sz="1050" dirty="0">
                <a:solidFill>
                  <a:schemeClr val="tx1">
                    <a:lumMod val="75000"/>
                    <a:lumOff val="25000"/>
                  </a:schemeClr>
                </a:solidFill>
                <a:latin typeface="方正银联黑简体" panose="02000000000000000000" pitchFamily="2" charset="-122"/>
                <a:ea typeface="方正银联黑简体" panose="02000000000000000000" pitchFamily="2" charset="-122"/>
                <a:cs typeface="FZYLHJW" charset="-122"/>
              </a:rPr>
              <a:t>输入文字内容输入文字内容输入文字内容输入文字内容输入文字内容</a:t>
            </a:r>
            <a:endParaRPr lang="zh-CN" altLang="en-US" sz="1050" dirty="0">
              <a:solidFill>
                <a:srgbClr val="E7E6E6">
                  <a:lumMod val="25000"/>
                </a:srgbClr>
              </a:solidFill>
              <a:latin typeface="Microsoft YaHei Light" charset="-122"/>
              <a:ea typeface="Microsoft YaHei Light" charset="-122"/>
              <a:cs typeface="Microsoft YaHei Light" charset="-122"/>
            </a:endParaRPr>
          </a:p>
        </p:txBody>
      </p:sp>
      <p:sp>
        <p:nvSpPr>
          <p:cNvPr id="38" name="文本框 37"/>
          <p:cNvSpPr txBox="1"/>
          <p:nvPr/>
        </p:nvSpPr>
        <p:spPr>
          <a:xfrm>
            <a:off x="4610042" y="4176307"/>
            <a:ext cx="1429597" cy="900246"/>
          </a:xfrm>
          <a:prstGeom prst="rect">
            <a:avLst/>
          </a:prstGeom>
          <a:noFill/>
        </p:spPr>
        <p:txBody>
          <a:bodyPr wrap="square" rtlCol="0">
            <a:spAutoFit/>
          </a:bodyPr>
          <a:lstStyle/>
          <a:p>
            <a:pPr algn="ctr"/>
            <a:r>
              <a:rPr lang="zh-CN" altLang="en-US" sz="1050" dirty="0">
                <a:solidFill>
                  <a:schemeClr val="tx1">
                    <a:lumMod val="75000"/>
                    <a:lumOff val="25000"/>
                  </a:schemeClr>
                </a:solidFill>
                <a:latin typeface="方正银联黑简体" panose="02000000000000000000" pitchFamily="2" charset="-122"/>
                <a:ea typeface="方正银联黑简体" panose="02000000000000000000" pitchFamily="2" charset="-122"/>
                <a:cs typeface="FZYLHJW" charset="-122"/>
              </a:rPr>
              <a:t>输入文字内容输入文字内容输入文字内容输入文字内容输入文字内容输入文字内容输入文字内容</a:t>
            </a:r>
            <a:endParaRPr lang="zh-CN" altLang="en-US" sz="1050" dirty="0">
              <a:solidFill>
                <a:srgbClr val="E7E6E6">
                  <a:lumMod val="25000"/>
                </a:srgbClr>
              </a:solidFill>
              <a:latin typeface="Microsoft YaHei Light" charset="-122"/>
              <a:ea typeface="Microsoft YaHei Light" charset="-122"/>
              <a:cs typeface="Microsoft YaHei Light" charset="-122"/>
            </a:endParaRPr>
          </a:p>
        </p:txBody>
      </p:sp>
      <p:sp>
        <p:nvSpPr>
          <p:cNvPr id="39" name="文本框 38"/>
          <p:cNvSpPr txBox="1"/>
          <p:nvPr/>
        </p:nvSpPr>
        <p:spPr>
          <a:xfrm>
            <a:off x="6083516" y="2986242"/>
            <a:ext cx="1429597" cy="738664"/>
          </a:xfrm>
          <a:prstGeom prst="rect">
            <a:avLst/>
          </a:prstGeom>
          <a:noFill/>
        </p:spPr>
        <p:txBody>
          <a:bodyPr wrap="square" rtlCol="0">
            <a:spAutoFit/>
          </a:bodyPr>
          <a:lstStyle/>
          <a:p>
            <a:r>
              <a:rPr lang="zh-CN" altLang="en-US" sz="1050" dirty="0">
                <a:solidFill>
                  <a:schemeClr val="tx1">
                    <a:lumMod val="75000"/>
                    <a:lumOff val="25000"/>
                  </a:schemeClr>
                </a:solidFill>
                <a:latin typeface="方正银联黑简体" panose="02000000000000000000" pitchFamily="2" charset="-122"/>
                <a:ea typeface="方正银联黑简体" panose="02000000000000000000" pitchFamily="2" charset="-122"/>
                <a:cs typeface="FZYLHJW" charset="-122"/>
              </a:rPr>
              <a:t>输入文字内容输入文字内容输入文字内容输入文字内容输入文字内容</a:t>
            </a:r>
            <a:endParaRPr lang="zh-CN" altLang="en-US" sz="1050" dirty="0">
              <a:solidFill>
                <a:srgbClr val="E7E6E6">
                  <a:lumMod val="25000"/>
                </a:srgbClr>
              </a:solidFill>
              <a:latin typeface="Microsoft YaHei Light" charset="-122"/>
              <a:ea typeface="Microsoft YaHei Light" charset="-122"/>
              <a:cs typeface="Microsoft YaHei Light" charset="-122"/>
            </a:endParaRPr>
          </a:p>
        </p:txBody>
      </p:sp>
      <p:sp>
        <p:nvSpPr>
          <p:cNvPr id="2" name="灯片编号占位符 1"/>
          <p:cNvSpPr>
            <a:spLocks noGrp="1"/>
          </p:cNvSpPr>
          <p:nvPr>
            <p:ph type="sldNum" sz="quarter" idx="12"/>
          </p:nvPr>
        </p:nvSpPr>
        <p:spPr/>
        <p:txBody>
          <a:bodyPr/>
          <a:lstStyle/>
          <a:p>
            <a:fld id="{39EEDE4D-C237-4DCB-971B-7273E93752F0}" type="slidenum">
              <a:rPr lang="zh-CN" altLang="en-US" smtClean="0"/>
            </a:fld>
            <a:endParaRPr lang="zh-CN" altLang="en-US"/>
          </a:p>
        </p:txBody>
      </p:sp>
      <p:sp>
        <p:nvSpPr>
          <p:cNvPr id="3" name="Text Placeholder 1"/>
          <p:cNvSpPr txBox="1"/>
          <p:nvPr/>
        </p:nvSpPr>
        <p:spPr>
          <a:xfrm>
            <a:off x="647700" y="512445"/>
            <a:ext cx="7200000" cy="315595"/>
          </a:xfrm>
          <a:prstGeom prst="rect">
            <a:avLst/>
          </a:prstGeom>
        </p:spPr>
        <p:txBody>
          <a:bodyPr vert="horz" lIns="51435" tIns="25718" rIns="51435" bIns="25718" rtlCol="0" anchor="ctr"/>
          <a:lstStyle>
            <a:defPPr>
              <a:defRPr lang="zh-CN"/>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700" spc="150" dirty="0">
                <a:solidFill>
                  <a:schemeClr val="tx1">
                    <a:lumMod val="75000"/>
                    <a:lumOff val="25000"/>
                  </a:schemeClr>
                </a:solidFill>
                <a:latin typeface="方正银联黑简体" panose="02000000000000000000" pitchFamily="2" charset="-122"/>
                <a:ea typeface="方正银联黑简体" panose="02000000000000000000" pitchFamily="2" charset="-122"/>
                <a:cs typeface="FZYLHJW" charset="-122"/>
              </a:rPr>
              <a:t>图表示例</a:t>
            </a:r>
            <a:endParaRPr lang="zh-CN" altLang="en-US" sz="2700" spc="150" dirty="0">
              <a:solidFill>
                <a:schemeClr val="tx1">
                  <a:lumMod val="75000"/>
                  <a:lumOff val="25000"/>
                </a:schemeClr>
              </a:solidFill>
              <a:latin typeface="方正银联黑简体" panose="02000000000000000000" pitchFamily="2" charset="-122"/>
              <a:ea typeface="方正银联黑简体" panose="02000000000000000000" pitchFamily="2" charset="-122"/>
              <a:cs typeface="FZYLHJW" charset="-122"/>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8"/>
          <p:cNvSpPr/>
          <p:nvPr/>
        </p:nvSpPr>
        <p:spPr bwMode="auto">
          <a:xfrm>
            <a:off x="1656528" y="2985247"/>
            <a:ext cx="1582471" cy="1560729"/>
          </a:xfrm>
          <a:prstGeom prst="rect">
            <a:avLst/>
          </a:prstGeom>
        </p:spPr>
        <p:style>
          <a:lnRef idx="3">
            <a:schemeClr val="lt1"/>
          </a:lnRef>
          <a:fillRef idx="1">
            <a:schemeClr val="accent2"/>
          </a:fillRef>
          <a:effectRef idx="1">
            <a:schemeClr val="accent2"/>
          </a:effectRef>
          <a:fontRef idx="minor">
            <a:schemeClr val="lt1"/>
          </a:fontRef>
        </p:style>
        <p:txBody>
          <a:bodyPr anchor="ctr"/>
          <a:lstStyle/>
          <a:p>
            <a:pPr algn="ctr">
              <a:defRPr/>
            </a:pPr>
            <a:endParaRPr lang="en-US" sz="3000" dirty="0">
              <a:solidFill>
                <a:prstClr val="white"/>
              </a:solidFill>
              <a:latin typeface="方正银联黑简体" panose="02000000000000000000" pitchFamily="2" charset="-122"/>
              <a:ea typeface="方正银联黑简体" panose="02000000000000000000" pitchFamily="2" charset="-122"/>
              <a:cs typeface="FZYLHJW" charset="-122"/>
            </a:endParaRPr>
          </a:p>
        </p:txBody>
      </p:sp>
      <p:sp>
        <p:nvSpPr>
          <p:cNvPr id="21" name="Rectangle 16"/>
          <p:cNvSpPr>
            <a:spLocks noChangeArrowheads="1"/>
          </p:cNvSpPr>
          <p:nvPr/>
        </p:nvSpPr>
        <p:spPr bwMode="auto">
          <a:xfrm>
            <a:off x="1776259" y="2977825"/>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zh-CN" sz="1800" dirty="0">
              <a:solidFill>
                <a:prstClr val="white"/>
              </a:solidFill>
              <a:latin typeface="方正银联黑简体" panose="02000000000000000000" pitchFamily="2" charset="-122"/>
              <a:ea typeface="方正银联黑简体" panose="02000000000000000000" pitchFamily="2" charset="-122"/>
              <a:cs typeface="FZYLHJW" charset="-122"/>
            </a:endParaRPr>
          </a:p>
        </p:txBody>
      </p:sp>
      <p:sp>
        <p:nvSpPr>
          <p:cNvPr id="22" name="Rectangle 20"/>
          <p:cNvSpPr>
            <a:spLocks noChangeArrowheads="1"/>
          </p:cNvSpPr>
          <p:nvPr/>
        </p:nvSpPr>
        <p:spPr bwMode="auto">
          <a:xfrm>
            <a:off x="1756233" y="3340257"/>
            <a:ext cx="1169445"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nSpc>
                <a:spcPct val="150000"/>
              </a:lnSpc>
            </a:pPr>
            <a:r>
              <a:rPr lang="zh-CN" altLang="en-US" sz="1200" dirty="0">
                <a:solidFill>
                  <a:schemeClr val="bg1">
                    <a:lumMod val="95000"/>
                  </a:schemeClr>
                </a:solidFill>
                <a:latin typeface="方正银联黑简体" panose="02000000000000000000" pitchFamily="2" charset="-122"/>
                <a:ea typeface="方正银联黑简体" panose="02000000000000000000" pitchFamily="2" charset="-122"/>
                <a:cs typeface="FZYLHJW" charset="-122"/>
              </a:rPr>
              <a:t>输入文字内容输入文字内容输入文字内容输入文字内容输入文字内容输入文字内容</a:t>
            </a:r>
            <a:endParaRPr lang="zh-CN" altLang="en-US" sz="1200" dirty="0">
              <a:solidFill>
                <a:schemeClr val="bg1">
                  <a:lumMod val="95000"/>
                </a:schemeClr>
              </a:solidFill>
              <a:latin typeface="方正银联黑简体" panose="02000000000000000000" pitchFamily="2" charset="-122"/>
              <a:ea typeface="方正银联黑简体" panose="02000000000000000000" pitchFamily="2" charset="-122"/>
              <a:cs typeface="FZYLHJW" charset="-122"/>
            </a:endParaRPr>
          </a:p>
        </p:txBody>
      </p:sp>
      <p:cxnSp>
        <p:nvCxnSpPr>
          <p:cNvPr id="19" name="Straight Arrow Connector 14"/>
          <p:cNvCxnSpPr/>
          <p:nvPr/>
        </p:nvCxnSpPr>
        <p:spPr bwMode="auto">
          <a:xfrm>
            <a:off x="2020202" y="4773983"/>
            <a:ext cx="679563" cy="1300"/>
          </a:xfrm>
          <a:prstGeom prst="straightConnector1">
            <a:avLst/>
          </a:prstGeom>
          <a:ln w="12700">
            <a:tailEnd type="arrow"/>
          </a:ln>
        </p:spPr>
        <p:style>
          <a:lnRef idx="1">
            <a:schemeClr val="accent1"/>
          </a:lnRef>
          <a:fillRef idx="0">
            <a:schemeClr val="accent1"/>
          </a:fillRef>
          <a:effectRef idx="0">
            <a:schemeClr val="accent1"/>
          </a:effectRef>
          <a:fontRef idx="minor">
            <a:schemeClr val="tx1"/>
          </a:fontRef>
        </p:style>
      </p:cxnSp>
      <p:grpSp>
        <p:nvGrpSpPr>
          <p:cNvPr id="35" name="Group 31"/>
          <p:cNvGrpSpPr/>
          <p:nvPr/>
        </p:nvGrpSpPr>
        <p:grpSpPr bwMode="auto">
          <a:xfrm>
            <a:off x="5917346" y="3113404"/>
            <a:ext cx="1586514" cy="1894463"/>
            <a:chOff x="6273823" y="1879984"/>
            <a:chExt cx="1938313" cy="2314099"/>
          </a:xfrm>
        </p:grpSpPr>
        <p:cxnSp>
          <p:nvCxnSpPr>
            <p:cNvPr id="36" name="Straight Arrow Connector 15"/>
            <p:cNvCxnSpPr/>
            <p:nvPr/>
          </p:nvCxnSpPr>
          <p:spPr>
            <a:xfrm>
              <a:off x="6830426" y="1879984"/>
              <a:ext cx="830252" cy="1588"/>
            </a:xfrm>
            <a:prstGeom prst="straightConnector1">
              <a:avLst/>
            </a:prstGeom>
            <a:ln w="12700">
              <a:solidFill>
                <a:schemeClr val="accent2"/>
              </a:solidFill>
              <a:tailEnd type="arrow"/>
            </a:ln>
          </p:spPr>
          <p:style>
            <a:lnRef idx="1">
              <a:schemeClr val="accent1"/>
            </a:lnRef>
            <a:fillRef idx="0">
              <a:schemeClr val="accent1"/>
            </a:fillRef>
            <a:effectRef idx="0">
              <a:schemeClr val="accent1"/>
            </a:effectRef>
            <a:fontRef idx="minor">
              <a:schemeClr val="tx1"/>
            </a:fontRef>
          </p:style>
        </p:cxnSp>
        <p:sp>
          <p:nvSpPr>
            <p:cNvPr id="38" name="Rectangle 11"/>
            <p:cNvSpPr/>
            <p:nvPr/>
          </p:nvSpPr>
          <p:spPr bwMode="auto">
            <a:xfrm>
              <a:off x="6273823" y="2206942"/>
              <a:ext cx="1938313" cy="1987141"/>
            </a:xfrm>
            <a:prstGeom prst="rect">
              <a:avLst/>
            </a:prstGeom>
            <a:solidFill>
              <a:srgbClr val="F6836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3000" dirty="0">
                <a:solidFill>
                  <a:prstClr val="white"/>
                </a:solidFill>
                <a:latin typeface="方正银联黑简体" panose="02000000000000000000" pitchFamily="2" charset="-122"/>
                <a:ea typeface="方正银联黑简体" panose="02000000000000000000" pitchFamily="2" charset="-122"/>
                <a:cs typeface="FZYLHJW" charset="-122"/>
              </a:endParaRPr>
            </a:p>
          </p:txBody>
        </p:sp>
      </p:grpSp>
      <p:sp>
        <p:nvSpPr>
          <p:cNvPr id="37" name="矩形 36"/>
          <p:cNvSpPr/>
          <p:nvPr/>
        </p:nvSpPr>
        <p:spPr>
          <a:xfrm>
            <a:off x="1610890" y="1998927"/>
            <a:ext cx="5090334" cy="348813"/>
          </a:xfrm>
          <a:prstGeom prst="rect">
            <a:avLst/>
          </a:prstGeom>
        </p:spPr>
        <p:txBody>
          <a:bodyPr wrap="square">
            <a:spAutoFit/>
          </a:bodyPr>
          <a:lstStyle/>
          <a:p>
            <a:pPr defTabSz="685800">
              <a:lnSpc>
                <a:spcPts val="1950"/>
              </a:lnSpc>
              <a:spcAft>
                <a:spcPts val="450"/>
              </a:spcAft>
              <a:buClr>
                <a:srgbClr val="3B3B3B">
                  <a:lumMod val="50000"/>
                </a:srgbClr>
              </a:buClr>
            </a:pPr>
            <a:r>
              <a:rPr lang="zh-CN" altLang="en-US" sz="1500" dirty="0">
                <a:solidFill>
                  <a:schemeClr val="tx1">
                    <a:lumMod val="75000"/>
                    <a:lumOff val="25000"/>
                  </a:schemeClr>
                </a:solidFill>
                <a:latin typeface="方正银联黑简体" panose="02000000000000000000" pitchFamily="2" charset="-122"/>
                <a:ea typeface="方正银联黑简体" panose="02000000000000000000" pitchFamily="2" charset="-122"/>
                <a:cs typeface="FZYLHJW" charset="-122"/>
              </a:rPr>
              <a:t>点击输入文字点击输入文字点击输入文字点击输入文字</a:t>
            </a:r>
            <a:endParaRPr lang="en-US" altLang="zh-CN" sz="1500" dirty="0">
              <a:solidFill>
                <a:schemeClr val="tx1">
                  <a:lumMod val="75000"/>
                  <a:lumOff val="25000"/>
                </a:schemeClr>
              </a:solidFill>
              <a:latin typeface="方正银联黑简体" panose="02000000000000000000" pitchFamily="2" charset="-122"/>
              <a:ea typeface="方正银联黑简体" panose="02000000000000000000" pitchFamily="2" charset="-122"/>
              <a:cs typeface="FZYLHJW" charset="-122"/>
            </a:endParaRPr>
          </a:p>
        </p:txBody>
      </p:sp>
      <p:sp>
        <p:nvSpPr>
          <p:cNvPr id="39" name="矩形 38"/>
          <p:cNvSpPr/>
          <p:nvPr/>
        </p:nvSpPr>
        <p:spPr>
          <a:xfrm>
            <a:off x="1659490" y="2717172"/>
            <a:ext cx="1581251" cy="646331"/>
          </a:xfrm>
          <a:prstGeom prst="rect">
            <a:avLst/>
          </a:prstGeom>
          <a:solidFill>
            <a:schemeClr val="accent1">
              <a:lumMod val="40000"/>
              <a:lumOff val="60000"/>
            </a:schemeClr>
          </a:solidFill>
        </p:spPr>
        <p:txBody>
          <a:bodyPr wrap="square" anchor="ctr">
            <a:spAutoFit/>
          </a:bodyPr>
          <a:lstStyle/>
          <a:p>
            <a:r>
              <a:rPr lang="en-US" altLang="zh-CN" sz="1800" dirty="0">
                <a:solidFill>
                  <a:schemeClr val="tx1">
                    <a:lumMod val="75000"/>
                    <a:lumOff val="25000"/>
                  </a:schemeClr>
                </a:solidFill>
                <a:latin typeface="方正银联黑简体" panose="02000000000000000000" pitchFamily="2" charset="-122"/>
                <a:ea typeface="方正银联黑简体" panose="02000000000000000000" pitchFamily="2" charset="-122"/>
                <a:cs typeface="FZYLHJW" charset="-122"/>
              </a:rPr>
              <a:t> </a:t>
            </a:r>
            <a:r>
              <a:rPr lang="zh-CN" altLang="en-US" sz="1800" dirty="0">
                <a:solidFill>
                  <a:schemeClr val="tx1">
                    <a:lumMod val="75000"/>
                    <a:lumOff val="25000"/>
                  </a:schemeClr>
                </a:solidFill>
                <a:latin typeface="方正银联黑简体" panose="02000000000000000000" pitchFamily="2" charset="-122"/>
                <a:ea typeface="方正银联黑简体" panose="02000000000000000000" pitchFamily="2" charset="-122"/>
                <a:cs typeface="FZYLHJW" charset="-122"/>
              </a:rPr>
              <a:t>点击输入标题</a:t>
            </a:r>
            <a:endParaRPr lang="zh-CN" altLang="en-US" sz="1800" dirty="0">
              <a:solidFill>
                <a:schemeClr val="tx1">
                  <a:lumMod val="75000"/>
                  <a:lumOff val="25000"/>
                </a:schemeClr>
              </a:solidFill>
              <a:latin typeface="方正银联黑简体" panose="02000000000000000000" pitchFamily="2" charset="-122"/>
              <a:ea typeface="方正银联黑简体" panose="02000000000000000000" pitchFamily="2" charset="-122"/>
              <a:cs typeface="FZYLHJW" charset="-122"/>
            </a:endParaRPr>
          </a:p>
        </p:txBody>
      </p:sp>
      <p:sp>
        <p:nvSpPr>
          <p:cNvPr id="42" name="矩形 41"/>
          <p:cNvSpPr/>
          <p:nvPr/>
        </p:nvSpPr>
        <p:spPr>
          <a:xfrm>
            <a:off x="5913325" y="3139289"/>
            <a:ext cx="1593497" cy="646331"/>
          </a:xfrm>
          <a:prstGeom prst="rect">
            <a:avLst/>
          </a:prstGeom>
          <a:solidFill>
            <a:schemeClr val="accent2">
              <a:lumMod val="40000"/>
              <a:lumOff val="60000"/>
            </a:schemeClr>
          </a:solidFill>
        </p:spPr>
        <p:txBody>
          <a:bodyPr wrap="square" anchor="ctr">
            <a:spAutoFit/>
          </a:bodyPr>
          <a:lstStyle/>
          <a:p>
            <a:r>
              <a:rPr lang="zh-CN" altLang="en-US" sz="1800" dirty="0">
                <a:solidFill>
                  <a:schemeClr val="tx1">
                    <a:lumMod val="75000"/>
                    <a:lumOff val="25000"/>
                  </a:schemeClr>
                </a:solidFill>
                <a:latin typeface="方正银联黑简体" panose="02000000000000000000" pitchFamily="2" charset="-122"/>
                <a:ea typeface="方正银联黑简体" panose="02000000000000000000" pitchFamily="2" charset="-122"/>
                <a:cs typeface="FZYLHJW" charset="-122"/>
              </a:rPr>
              <a:t> 点击输入标题</a:t>
            </a:r>
            <a:endParaRPr lang="zh-CN" altLang="en-US" sz="1800" dirty="0">
              <a:solidFill>
                <a:schemeClr val="tx1">
                  <a:lumMod val="75000"/>
                  <a:lumOff val="25000"/>
                </a:schemeClr>
              </a:solidFill>
              <a:latin typeface="方正银联黑简体" panose="02000000000000000000" pitchFamily="2" charset="-122"/>
              <a:ea typeface="方正银联黑简体" panose="02000000000000000000" pitchFamily="2" charset="-122"/>
              <a:cs typeface="FZYLHJW" charset="-122"/>
            </a:endParaRPr>
          </a:p>
        </p:txBody>
      </p:sp>
      <p:grpSp>
        <p:nvGrpSpPr>
          <p:cNvPr id="23" name="Group 29"/>
          <p:cNvGrpSpPr/>
          <p:nvPr/>
        </p:nvGrpSpPr>
        <p:grpSpPr bwMode="auto">
          <a:xfrm>
            <a:off x="2953948" y="2952041"/>
            <a:ext cx="1586514" cy="2055827"/>
            <a:chOff x="2653961" y="1682876"/>
            <a:chExt cx="1938313" cy="2511207"/>
          </a:xfrm>
        </p:grpSpPr>
        <p:cxnSp>
          <p:nvCxnSpPr>
            <p:cNvPr id="24" name="Straight Arrow Connector 12"/>
            <p:cNvCxnSpPr/>
            <p:nvPr/>
          </p:nvCxnSpPr>
          <p:spPr>
            <a:xfrm>
              <a:off x="3364167" y="1682876"/>
              <a:ext cx="830252" cy="1588"/>
            </a:xfrm>
            <a:prstGeom prst="straightConnector1">
              <a:avLst/>
            </a:prstGeom>
            <a:ln w="12700">
              <a:solidFill>
                <a:schemeClr val="accent4"/>
              </a:solidFill>
              <a:tailEnd type="arrow"/>
            </a:ln>
          </p:spPr>
          <p:style>
            <a:lnRef idx="1">
              <a:schemeClr val="accent1"/>
            </a:lnRef>
            <a:fillRef idx="0">
              <a:schemeClr val="accent1"/>
            </a:fillRef>
            <a:effectRef idx="0">
              <a:schemeClr val="accent1"/>
            </a:effectRef>
            <a:fontRef idx="minor">
              <a:schemeClr val="tx1"/>
            </a:fontRef>
          </p:style>
        </p:cxnSp>
        <p:sp>
          <p:nvSpPr>
            <p:cNvPr id="26" name="Rectangle 9"/>
            <p:cNvSpPr/>
            <p:nvPr/>
          </p:nvSpPr>
          <p:spPr bwMode="auto">
            <a:xfrm>
              <a:off x="2653961" y="2206942"/>
              <a:ext cx="1938313" cy="1987141"/>
            </a:xfrm>
            <a:prstGeom prst="rect">
              <a:avLst/>
            </a:prstGeom>
            <a:solidFill>
              <a:srgbClr val="5FC3A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3000" dirty="0">
                <a:solidFill>
                  <a:prstClr val="white"/>
                </a:solidFill>
                <a:latin typeface="方正银联黑简体" panose="02000000000000000000" pitchFamily="2" charset="-122"/>
                <a:ea typeface="方正银联黑简体" panose="02000000000000000000" pitchFamily="2" charset="-122"/>
                <a:cs typeface="FZYLHJW" charset="-122"/>
              </a:endParaRPr>
            </a:p>
          </p:txBody>
        </p:sp>
      </p:grpSp>
      <p:sp>
        <p:nvSpPr>
          <p:cNvPr id="40" name="矩形 39"/>
          <p:cNvSpPr/>
          <p:nvPr/>
        </p:nvSpPr>
        <p:spPr>
          <a:xfrm>
            <a:off x="2962292" y="3154281"/>
            <a:ext cx="1579452" cy="646331"/>
          </a:xfrm>
          <a:prstGeom prst="rect">
            <a:avLst/>
          </a:prstGeom>
          <a:solidFill>
            <a:schemeClr val="accent6">
              <a:lumMod val="20000"/>
              <a:lumOff val="80000"/>
            </a:schemeClr>
          </a:solidFill>
        </p:spPr>
        <p:txBody>
          <a:bodyPr wrap="square" anchor="ctr">
            <a:spAutoFit/>
          </a:bodyPr>
          <a:lstStyle/>
          <a:p>
            <a:r>
              <a:rPr lang="zh-CN" altLang="en-US" sz="1800" dirty="0">
                <a:solidFill>
                  <a:schemeClr val="tx1">
                    <a:lumMod val="75000"/>
                    <a:lumOff val="25000"/>
                  </a:schemeClr>
                </a:solidFill>
                <a:latin typeface="方正银联黑简体" panose="02000000000000000000" pitchFamily="2" charset="-122"/>
                <a:ea typeface="方正银联黑简体" panose="02000000000000000000" pitchFamily="2" charset="-122"/>
                <a:cs typeface="FZYLHJW" charset="-122"/>
              </a:rPr>
              <a:t> 点击输入标题</a:t>
            </a:r>
            <a:endParaRPr lang="zh-CN" altLang="en-US" sz="1800" dirty="0">
              <a:solidFill>
                <a:schemeClr val="tx1">
                  <a:lumMod val="75000"/>
                  <a:lumOff val="25000"/>
                </a:schemeClr>
              </a:solidFill>
              <a:latin typeface="方正银联黑简体" panose="02000000000000000000" pitchFamily="2" charset="-122"/>
              <a:ea typeface="方正银联黑简体" panose="02000000000000000000" pitchFamily="2" charset="-122"/>
              <a:cs typeface="FZYLHJW" charset="-122"/>
            </a:endParaRPr>
          </a:p>
        </p:txBody>
      </p:sp>
      <p:grpSp>
        <p:nvGrpSpPr>
          <p:cNvPr id="29" name="Group 30"/>
          <p:cNvGrpSpPr/>
          <p:nvPr/>
        </p:nvGrpSpPr>
        <p:grpSpPr bwMode="auto">
          <a:xfrm>
            <a:off x="4475988" y="2899012"/>
            <a:ext cx="1586514" cy="1876271"/>
            <a:chOff x="4513178" y="1618223"/>
            <a:chExt cx="1938313" cy="2291862"/>
          </a:xfrm>
        </p:grpSpPr>
        <p:cxnSp>
          <p:nvCxnSpPr>
            <p:cNvPr id="30" name="Straight Arrow Connector 13"/>
            <p:cNvCxnSpPr/>
            <p:nvPr/>
          </p:nvCxnSpPr>
          <p:spPr>
            <a:xfrm>
              <a:off x="5024347" y="3908497"/>
              <a:ext cx="830252" cy="1588"/>
            </a:xfrm>
            <a:prstGeom prst="straightConnector1">
              <a:avLst/>
            </a:prstGeom>
            <a:ln>
              <a:noFill/>
              <a:tailEnd type="arrow"/>
            </a:ln>
          </p:spPr>
          <p:style>
            <a:lnRef idx="3">
              <a:schemeClr val="lt1"/>
            </a:lnRef>
            <a:fillRef idx="1">
              <a:schemeClr val="accent4"/>
            </a:fillRef>
            <a:effectRef idx="1">
              <a:schemeClr val="accent4"/>
            </a:effectRef>
            <a:fontRef idx="minor">
              <a:schemeClr val="lt1"/>
            </a:fontRef>
          </p:style>
        </p:cxnSp>
        <p:sp>
          <p:nvSpPr>
            <p:cNvPr id="32" name="Rectangle 10"/>
            <p:cNvSpPr/>
            <p:nvPr/>
          </p:nvSpPr>
          <p:spPr bwMode="auto">
            <a:xfrm>
              <a:off x="4513178" y="1618223"/>
              <a:ext cx="1938313" cy="1987127"/>
            </a:xfrm>
            <a:prstGeom prst="rect">
              <a:avLst/>
            </a:prstGeom>
            <a:ln>
              <a:noFill/>
            </a:ln>
          </p:spPr>
          <p:style>
            <a:lnRef idx="3">
              <a:schemeClr val="lt1"/>
            </a:lnRef>
            <a:fillRef idx="1">
              <a:schemeClr val="accent4"/>
            </a:fillRef>
            <a:effectRef idx="1">
              <a:schemeClr val="accent4"/>
            </a:effectRef>
            <a:fontRef idx="minor">
              <a:schemeClr val="lt1"/>
            </a:fontRef>
          </p:style>
          <p:txBody>
            <a:bodyPr anchor="ctr"/>
            <a:lstStyle/>
            <a:p>
              <a:pPr algn="ctr">
                <a:defRPr/>
              </a:pPr>
              <a:endParaRPr lang="en-US" sz="3000" dirty="0">
                <a:solidFill>
                  <a:prstClr val="white"/>
                </a:solidFill>
                <a:latin typeface="方正银联黑简体" panose="02000000000000000000" pitchFamily="2" charset="-122"/>
                <a:ea typeface="方正银联黑简体" panose="02000000000000000000" pitchFamily="2" charset="-122"/>
                <a:cs typeface="FZYLHJW" charset="-122"/>
              </a:endParaRPr>
            </a:p>
          </p:txBody>
        </p:sp>
      </p:grpSp>
      <p:sp>
        <p:nvSpPr>
          <p:cNvPr id="41" name="矩形 40"/>
          <p:cNvSpPr/>
          <p:nvPr/>
        </p:nvSpPr>
        <p:spPr>
          <a:xfrm>
            <a:off x="4471148" y="2502208"/>
            <a:ext cx="1593477" cy="646331"/>
          </a:xfrm>
          <a:prstGeom prst="rect">
            <a:avLst/>
          </a:prstGeom>
          <a:solidFill>
            <a:schemeClr val="bg1">
              <a:lumMod val="85000"/>
            </a:schemeClr>
          </a:solidFill>
        </p:spPr>
        <p:txBody>
          <a:bodyPr wrap="square" anchor="ctr">
            <a:spAutoFit/>
          </a:bodyPr>
          <a:lstStyle/>
          <a:p>
            <a:r>
              <a:rPr lang="zh-CN" altLang="en-US" sz="1800" dirty="0">
                <a:solidFill>
                  <a:schemeClr val="tx1">
                    <a:lumMod val="75000"/>
                    <a:lumOff val="25000"/>
                  </a:schemeClr>
                </a:solidFill>
                <a:latin typeface="方正银联黑简体" panose="02000000000000000000" pitchFamily="2" charset="-122"/>
                <a:ea typeface="方正银联黑简体" panose="02000000000000000000" pitchFamily="2" charset="-122"/>
                <a:cs typeface="FZYLHJW" charset="-122"/>
              </a:rPr>
              <a:t> 点击输入标题</a:t>
            </a:r>
            <a:endParaRPr lang="zh-CN" altLang="en-US" sz="1800" dirty="0">
              <a:solidFill>
                <a:schemeClr val="tx1">
                  <a:lumMod val="75000"/>
                  <a:lumOff val="25000"/>
                </a:schemeClr>
              </a:solidFill>
              <a:latin typeface="方正银联黑简体" panose="02000000000000000000" pitchFamily="2" charset="-122"/>
              <a:ea typeface="方正银联黑简体" panose="02000000000000000000" pitchFamily="2" charset="-122"/>
              <a:cs typeface="FZYLHJW" charset="-122"/>
            </a:endParaRPr>
          </a:p>
        </p:txBody>
      </p:sp>
      <p:sp>
        <p:nvSpPr>
          <p:cNvPr id="59" name="Rectangle 20"/>
          <p:cNvSpPr>
            <a:spLocks noChangeArrowheads="1"/>
          </p:cNvSpPr>
          <p:nvPr/>
        </p:nvSpPr>
        <p:spPr bwMode="auto">
          <a:xfrm>
            <a:off x="3173696" y="3824351"/>
            <a:ext cx="1169445"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nSpc>
                <a:spcPct val="150000"/>
              </a:lnSpc>
            </a:pPr>
            <a:r>
              <a:rPr lang="zh-CN" altLang="en-US" sz="1200" dirty="0">
                <a:solidFill>
                  <a:schemeClr val="bg1">
                    <a:lumMod val="95000"/>
                  </a:schemeClr>
                </a:solidFill>
                <a:latin typeface="方正银联黑简体" panose="02000000000000000000" pitchFamily="2" charset="-122"/>
                <a:ea typeface="方正银联黑简体" panose="02000000000000000000" pitchFamily="2" charset="-122"/>
                <a:cs typeface="FZYLHJW" charset="-122"/>
              </a:rPr>
              <a:t>输入文字内容输入文字内容输入文字内容输入文字内容输入文字内容输入文字内容</a:t>
            </a:r>
            <a:endParaRPr lang="zh-CN" altLang="en-US" sz="1200" dirty="0">
              <a:solidFill>
                <a:schemeClr val="bg1">
                  <a:lumMod val="95000"/>
                </a:schemeClr>
              </a:solidFill>
              <a:latin typeface="方正银联黑简体" panose="02000000000000000000" pitchFamily="2" charset="-122"/>
              <a:ea typeface="方正银联黑简体" panose="02000000000000000000" pitchFamily="2" charset="-122"/>
              <a:cs typeface="FZYLHJW" charset="-122"/>
            </a:endParaRPr>
          </a:p>
        </p:txBody>
      </p:sp>
      <p:sp>
        <p:nvSpPr>
          <p:cNvPr id="60" name="Rectangle 20"/>
          <p:cNvSpPr>
            <a:spLocks noChangeArrowheads="1"/>
          </p:cNvSpPr>
          <p:nvPr/>
        </p:nvSpPr>
        <p:spPr bwMode="auto">
          <a:xfrm>
            <a:off x="4703109" y="3209148"/>
            <a:ext cx="1169445"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nSpc>
                <a:spcPct val="150000"/>
              </a:lnSpc>
            </a:pPr>
            <a:r>
              <a:rPr lang="zh-CN" altLang="en-US" sz="1200" dirty="0">
                <a:solidFill>
                  <a:schemeClr val="bg1">
                    <a:lumMod val="95000"/>
                  </a:schemeClr>
                </a:solidFill>
                <a:latin typeface="方正银联黑简体" panose="02000000000000000000" pitchFamily="2" charset="-122"/>
                <a:ea typeface="方正银联黑简体" panose="02000000000000000000" pitchFamily="2" charset="-122"/>
                <a:cs typeface="FZYLHJW" charset="-122"/>
              </a:rPr>
              <a:t>输入文字内容输入文字内容输入文字内容输入文字内容输入文字内容输入文字内容</a:t>
            </a:r>
            <a:endParaRPr lang="zh-CN" altLang="en-US" sz="1200" dirty="0">
              <a:solidFill>
                <a:schemeClr val="bg1">
                  <a:lumMod val="95000"/>
                </a:schemeClr>
              </a:solidFill>
              <a:latin typeface="方正银联黑简体" panose="02000000000000000000" pitchFamily="2" charset="-122"/>
              <a:ea typeface="方正银联黑简体" panose="02000000000000000000" pitchFamily="2" charset="-122"/>
              <a:cs typeface="FZYLHJW" charset="-122"/>
            </a:endParaRPr>
          </a:p>
        </p:txBody>
      </p:sp>
      <p:sp>
        <p:nvSpPr>
          <p:cNvPr id="61" name="Rectangle 20"/>
          <p:cNvSpPr>
            <a:spLocks noChangeArrowheads="1"/>
          </p:cNvSpPr>
          <p:nvPr/>
        </p:nvSpPr>
        <p:spPr bwMode="auto">
          <a:xfrm>
            <a:off x="6200959" y="3854607"/>
            <a:ext cx="1169445"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nSpc>
                <a:spcPct val="150000"/>
              </a:lnSpc>
            </a:pPr>
            <a:r>
              <a:rPr lang="zh-CN" altLang="en-US" sz="1200" dirty="0">
                <a:solidFill>
                  <a:schemeClr val="bg1">
                    <a:lumMod val="95000"/>
                  </a:schemeClr>
                </a:solidFill>
                <a:latin typeface="方正银联黑简体" panose="02000000000000000000" pitchFamily="2" charset="-122"/>
                <a:ea typeface="方正银联黑简体" panose="02000000000000000000" pitchFamily="2" charset="-122"/>
                <a:cs typeface="FZYLHJW" charset="-122"/>
              </a:rPr>
              <a:t>输入文字内容输入文字内容输入文字内容输入文字内容输入文字内容输入文字内容</a:t>
            </a:r>
            <a:endParaRPr lang="zh-CN" altLang="en-US" sz="1200" dirty="0">
              <a:solidFill>
                <a:schemeClr val="bg1">
                  <a:lumMod val="95000"/>
                </a:schemeClr>
              </a:solidFill>
              <a:latin typeface="方正银联黑简体" panose="02000000000000000000" pitchFamily="2" charset="-122"/>
              <a:ea typeface="方正银联黑简体" panose="02000000000000000000" pitchFamily="2" charset="-122"/>
              <a:cs typeface="FZYLHJW" charset="-122"/>
            </a:endParaRPr>
          </a:p>
        </p:txBody>
      </p:sp>
      <p:sp>
        <p:nvSpPr>
          <p:cNvPr id="2" name="灯片编号占位符 1"/>
          <p:cNvSpPr>
            <a:spLocks noGrp="1"/>
          </p:cNvSpPr>
          <p:nvPr>
            <p:ph type="sldNum" sz="quarter" idx="12"/>
          </p:nvPr>
        </p:nvSpPr>
        <p:spPr/>
        <p:txBody>
          <a:bodyPr/>
          <a:lstStyle/>
          <a:p>
            <a:fld id="{39EEDE4D-C237-4DCB-971B-7273E93752F0}" type="slidenum">
              <a:rPr lang="zh-CN" altLang="en-US" smtClean="0"/>
            </a:fld>
            <a:endParaRPr lang="zh-CN" altLang="en-US"/>
          </a:p>
        </p:txBody>
      </p:sp>
      <p:sp>
        <p:nvSpPr>
          <p:cNvPr id="76" name="Text Placeholder 1"/>
          <p:cNvSpPr txBox="1"/>
          <p:nvPr/>
        </p:nvSpPr>
        <p:spPr>
          <a:xfrm>
            <a:off x="647700" y="512445"/>
            <a:ext cx="7200000" cy="315595"/>
          </a:xfrm>
          <a:prstGeom prst="rect">
            <a:avLst/>
          </a:prstGeom>
        </p:spPr>
        <p:txBody>
          <a:bodyPr vert="horz" lIns="51435" tIns="25718" rIns="51435" bIns="25718" rtlCol="0" anchor="ctr"/>
          <a:lstStyle>
            <a:defPPr>
              <a:defRPr lang="zh-CN"/>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700" spc="150" dirty="0">
                <a:solidFill>
                  <a:schemeClr val="tx1">
                    <a:lumMod val="75000"/>
                    <a:lumOff val="25000"/>
                  </a:schemeClr>
                </a:solidFill>
                <a:latin typeface="方正银联黑简体" panose="02000000000000000000" pitchFamily="2" charset="-122"/>
                <a:ea typeface="方正银联黑简体" panose="02000000000000000000" pitchFamily="2" charset="-122"/>
                <a:cs typeface="FZYLHJW" charset="-122"/>
              </a:rPr>
              <a:t>图表示例</a:t>
            </a:r>
            <a:endParaRPr lang="zh-CN" altLang="en-US" sz="2700" spc="150" dirty="0">
              <a:solidFill>
                <a:schemeClr val="tx1">
                  <a:lumMod val="75000"/>
                  <a:lumOff val="25000"/>
                </a:schemeClr>
              </a:solidFill>
              <a:latin typeface="方正银联黑简体" panose="02000000000000000000" pitchFamily="2" charset="-122"/>
              <a:ea typeface="方正银联黑简体" panose="02000000000000000000" pitchFamily="2" charset="-122"/>
              <a:cs typeface="FZYLHJW" charset="-122"/>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文本框 28"/>
          <p:cNvSpPr txBox="1"/>
          <p:nvPr/>
        </p:nvSpPr>
        <p:spPr>
          <a:xfrm>
            <a:off x="1543691" y="3008791"/>
            <a:ext cx="1846381" cy="300082"/>
          </a:xfrm>
          <a:prstGeom prst="rect">
            <a:avLst/>
          </a:prstGeom>
          <a:noFill/>
        </p:spPr>
        <p:txBody>
          <a:bodyPr wrap="square" rtlCol="0">
            <a:spAutoFit/>
          </a:bodyPr>
          <a:lstStyle/>
          <a:p>
            <a:pPr algn="ctr"/>
            <a:r>
              <a:rPr lang="zh-CN" altLang="en-US" sz="1350" dirty="0">
                <a:solidFill>
                  <a:schemeClr val="tx1">
                    <a:lumMod val="75000"/>
                    <a:lumOff val="25000"/>
                  </a:schemeClr>
                </a:solidFill>
                <a:latin typeface="方正银联黑简体" panose="02000000000000000000" pitchFamily="2" charset="-122"/>
                <a:ea typeface="方正银联黑简体" panose="02000000000000000000" pitchFamily="2" charset="-122"/>
                <a:cs typeface="FZYLHJW" charset="-122"/>
              </a:rPr>
              <a:t>输入文字输入文字</a:t>
            </a:r>
            <a:endParaRPr lang="en-US" altLang="zh-CN" sz="1350" dirty="0">
              <a:solidFill>
                <a:schemeClr val="tx1">
                  <a:lumMod val="75000"/>
                  <a:lumOff val="25000"/>
                </a:schemeClr>
              </a:solidFill>
              <a:latin typeface="方正银联黑简体" panose="02000000000000000000" pitchFamily="2" charset="-122"/>
              <a:ea typeface="方正银联黑简体" panose="02000000000000000000" pitchFamily="2" charset="-122"/>
              <a:cs typeface="FZYLHJW" charset="-122"/>
            </a:endParaRPr>
          </a:p>
        </p:txBody>
      </p:sp>
      <p:sp>
        <p:nvSpPr>
          <p:cNvPr id="31" name="矩形 30"/>
          <p:cNvSpPr/>
          <p:nvPr/>
        </p:nvSpPr>
        <p:spPr>
          <a:xfrm>
            <a:off x="3575182" y="3329384"/>
            <a:ext cx="1942190" cy="672588"/>
          </a:xfrm>
          <a:prstGeom prst="rect">
            <a:avLst/>
          </a:prstGeom>
          <a:noFill/>
          <a:ln>
            <a:solidFill>
              <a:srgbClr val="5698D4"/>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r>
              <a:rPr kumimoji="1" lang="zh-CN" altLang="en-US" sz="1200" dirty="0">
                <a:solidFill>
                  <a:srgbClr val="5698D4"/>
                </a:solidFill>
                <a:latin typeface="方正银联黑简体" panose="02000000000000000000" pitchFamily="2" charset="-122"/>
                <a:ea typeface="方正银联黑简体" panose="02000000000000000000" pitchFamily="2" charset="-122"/>
                <a:cs typeface="FZYLHJW" charset="-122"/>
                <a:sym typeface="微软雅黑" panose="020B0503020204020204" pitchFamily="34" charset="-122"/>
              </a:rPr>
              <a:t>输入文字输入文字输入文</a:t>
            </a:r>
            <a:endParaRPr kumimoji="1" lang="zh-CN" altLang="en-US" sz="1200" dirty="0">
              <a:solidFill>
                <a:srgbClr val="5698D4"/>
              </a:solidFill>
              <a:latin typeface="方正银联黑简体" panose="02000000000000000000" pitchFamily="2" charset="-122"/>
              <a:ea typeface="方正银联黑简体" panose="02000000000000000000" pitchFamily="2" charset="-122"/>
              <a:cs typeface="FZYLHJW" charset="-122"/>
              <a:sym typeface="微软雅黑" panose="020B0503020204020204" pitchFamily="34" charset="-122"/>
            </a:endParaRPr>
          </a:p>
          <a:p>
            <a:pPr algn="ctr"/>
            <a:r>
              <a:rPr kumimoji="1" lang="zh-CN" altLang="en-US" sz="1200" dirty="0">
                <a:solidFill>
                  <a:srgbClr val="5698D4"/>
                </a:solidFill>
                <a:latin typeface="方正银联黑简体" panose="02000000000000000000" pitchFamily="2" charset="-122"/>
                <a:ea typeface="方正银联黑简体" panose="02000000000000000000" pitchFamily="2" charset="-122"/>
                <a:cs typeface="FZYLHJW" charset="-122"/>
                <a:sym typeface="微软雅黑" panose="020B0503020204020204" pitchFamily="34" charset="-122"/>
              </a:rPr>
              <a:t>输入文字输入文字</a:t>
            </a:r>
            <a:endParaRPr kumimoji="1" lang="zh-CN" altLang="en-US" sz="1200" dirty="0">
              <a:solidFill>
                <a:srgbClr val="5698D4"/>
              </a:solidFill>
              <a:latin typeface="方正银联黑简体" panose="02000000000000000000" pitchFamily="2" charset="-122"/>
              <a:ea typeface="方正银联黑简体" panose="02000000000000000000" pitchFamily="2" charset="-122"/>
              <a:cs typeface="FZYLHJW" charset="-122"/>
              <a:sym typeface="微软雅黑" panose="020B0503020204020204" pitchFamily="34" charset="-122"/>
            </a:endParaRPr>
          </a:p>
        </p:txBody>
      </p:sp>
      <p:sp>
        <p:nvSpPr>
          <p:cNvPr id="32" name="矩形 31"/>
          <p:cNvSpPr/>
          <p:nvPr/>
        </p:nvSpPr>
        <p:spPr>
          <a:xfrm>
            <a:off x="3603566" y="3008791"/>
            <a:ext cx="1892969" cy="300082"/>
          </a:xfrm>
          <a:prstGeom prst="rect">
            <a:avLst/>
          </a:prstGeom>
          <a:noFill/>
        </p:spPr>
        <p:txBody>
          <a:bodyPr wrap="square" rtlCol="0">
            <a:spAutoFit/>
          </a:bodyPr>
          <a:lstStyle/>
          <a:p>
            <a:pPr algn="ctr"/>
            <a:r>
              <a:rPr lang="zh-CN" altLang="en-US" sz="1350" dirty="0">
                <a:solidFill>
                  <a:schemeClr val="tx1">
                    <a:lumMod val="75000"/>
                    <a:lumOff val="25000"/>
                  </a:schemeClr>
                </a:solidFill>
                <a:latin typeface="方正银联黑简体" panose="02000000000000000000" pitchFamily="2" charset="-122"/>
                <a:ea typeface="方正银联黑简体" panose="02000000000000000000" pitchFamily="2" charset="-122"/>
                <a:cs typeface="FZYLHJW" charset="-122"/>
              </a:rPr>
              <a:t>输入文字输入文字</a:t>
            </a:r>
            <a:endParaRPr lang="en-US" altLang="zh-CN" sz="1350" dirty="0">
              <a:solidFill>
                <a:schemeClr val="tx1">
                  <a:lumMod val="75000"/>
                  <a:lumOff val="25000"/>
                </a:schemeClr>
              </a:solidFill>
              <a:latin typeface="方正银联黑简体" panose="02000000000000000000" pitchFamily="2" charset="-122"/>
              <a:ea typeface="方正银联黑简体" panose="02000000000000000000" pitchFamily="2" charset="-122"/>
              <a:cs typeface="FZYLHJW" charset="-122"/>
            </a:endParaRPr>
          </a:p>
        </p:txBody>
      </p:sp>
      <p:sp>
        <p:nvSpPr>
          <p:cNvPr id="34" name="矩形 33"/>
          <p:cNvSpPr/>
          <p:nvPr/>
        </p:nvSpPr>
        <p:spPr>
          <a:xfrm>
            <a:off x="5627580" y="3008791"/>
            <a:ext cx="2105530" cy="300082"/>
          </a:xfrm>
          <a:prstGeom prst="rect">
            <a:avLst/>
          </a:prstGeom>
          <a:noFill/>
        </p:spPr>
        <p:txBody>
          <a:bodyPr wrap="square" rtlCol="0">
            <a:spAutoFit/>
          </a:bodyPr>
          <a:lstStyle/>
          <a:p>
            <a:pPr algn="ctr"/>
            <a:r>
              <a:rPr lang="zh-CN" altLang="en-US" sz="1350" dirty="0">
                <a:solidFill>
                  <a:schemeClr val="tx1">
                    <a:lumMod val="75000"/>
                    <a:lumOff val="25000"/>
                  </a:schemeClr>
                </a:solidFill>
                <a:latin typeface="方正银联黑简体" panose="02000000000000000000" pitchFamily="2" charset="-122"/>
                <a:ea typeface="方正银联黑简体" panose="02000000000000000000" pitchFamily="2" charset="-122"/>
                <a:cs typeface="FZYLHJW" charset="-122"/>
              </a:rPr>
              <a:t>输入文字输入文字</a:t>
            </a:r>
            <a:endParaRPr lang="en-US" altLang="zh-CN" sz="1350" dirty="0">
              <a:solidFill>
                <a:schemeClr val="tx1">
                  <a:lumMod val="75000"/>
                  <a:lumOff val="25000"/>
                </a:schemeClr>
              </a:solidFill>
              <a:latin typeface="方正银联黑简体" panose="02000000000000000000" pitchFamily="2" charset="-122"/>
              <a:ea typeface="方正银联黑简体" panose="02000000000000000000" pitchFamily="2" charset="-122"/>
              <a:cs typeface="FZYLHJW" charset="-122"/>
            </a:endParaRPr>
          </a:p>
        </p:txBody>
      </p:sp>
      <p:grpSp>
        <p:nvGrpSpPr>
          <p:cNvPr id="36" name="组 35"/>
          <p:cNvGrpSpPr/>
          <p:nvPr/>
        </p:nvGrpSpPr>
        <p:grpSpPr>
          <a:xfrm>
            <a:off x="1914523" y="4634193"/>
            <a:ext cx="863624" cy="803673"/>
            <a:chOff x="842961" y="4943475"/>
            <a:chExt cx="1151498" cy="1071564"/>
          </a:xfrm>
        </p:grpSpPr>
        <p:sp>
          <p:nvSpPr>
            <p:cNvPr id="37" name="椭圆 36"/>
            <p:cNvSpPr/>
            <p:nvPr/>
          </p:nvSpPr>
          <p:spPr>
            <a:xfrm>
              <a:off x="842961" y="4943475"/>
              <a:ext cx="1071564" cy="1071564"/>
            </a:xfrm>
            <a:prstGeom prst="ellipse">
              <a:avLst/>
            </a:prstGeom>
            <a:solidFill>
              <a:srgbClr val="F49481">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a:p>
          </p:txBody>
        </p:sp>
        <p:sp>
          <p:nvSpPr>
            <p:cNvPr id="38" name="文本框 37"/>
            <p:cNvSpPr txBox="1"/>
            <p:nvPr/>
          </p:nvSpPr>
          <p:spPr>
            <a:xfrm>
              <a:off x="968772" y="5063758"/>
              <a:ext cx="1025687" cy="861775"/>
            </a:xfrm>
            <a:prstGeom prst="rect">
              <a:avLst/>
            </a:prstGeom>
            <a:noFill/>
          </p:spPr>
          <p:txBody>
            <a:bodyPr wrap="square" rtlCol="0">
              <a:spAutoFit/>
            </a:bodyPr>
            <a:lstStyle/>
            <a:p>
              <a:r>
                <a:rPr lang="zh-CN" altLang="en-US" sz="1800" dirty="0">
                  <a:solidFill>
                    <a:schemeClr val="bg1"/>
                  </a:solidFill>
                  <a:latin typeface="方正银联黑简体" panose="02000000000000000000" pitchFamily="2" charset="-122"/>
                  <a:ea typeface="方正银联黑简体" panose="02000000000000000000" pitchFamily="2" charset="-122"/>
                  <a:cs typeface="FZYLHJW" charset="-122"/>
                </a:rPr>
                <a:t>输入文字</a:t>
              </a:r>
              <a:endParaRPr lang="zh-CN" altLang="en-US" sz="1800" dirty="0">
                <a:solidFill>
                  <a:schemeClr val="bg1"/>
                </a:solidFill>
                <a:latin typeface="方正银联黑简体" panose="02000000000000000000" pitchFamily="2" charset="-122"/>
                <a:ea typeface="方正银联黑简体" panose="02000000000000000000" pitchFamily="2" charset="-122"/>
                <a:cs typeface="FZYLHJW" charset="-122"/>
              </a:endParaRPr>
            </a:p>
          </p:txBody>
        </p:sp>
      </p:grpSp>
      <p:grpSp>
        <p:nvGrpSpPr>
          <p:cNvPr id="40" name="组 39"/>
          <p:cNvGrpSpPr/>
          <p:nvPr/>
        </p:nvGrpSpPr>
        <p:grpSpPr>
          <a:xfrm>
            <a:off x="3039664" y="4620860"/>
            <a:ext cx="4082654" cy="765651"/>
            <a:chOff x="2448483" y="2611535"/>
            <a:chExt cx="5983862" cy="1122198"/>
          </a:xfrm>
        </p:grpSpPr>
        <p:sp>
          <p:nvSpPr>
            <p:cNvPr id="41" name="KSO_Shape"/>
            <p:cNvSpPr/>
            <p:nvPr/>
          </p:nvSpPr>
          <p:spPr>
            <a:xfrm rot="10800000">
              <a:off x="4458810" y="2707430"/>
              <a:ext cx="2104560" cy="1026302"/>
            </a:xfrm>
            <a:custGeom>
              <a:avLst/>
              <a:gdLst>
                <a:gd name="connsiteX0" fmla="*/ 0 w 3325370"/>
                <a:gd name="connsiteY0" fmla="*/ 0 h 1637134"/>
                <a:gd name="connsiteX1" fmla="*/ 3325370 w 3325370"/>
                <a:gd name="connsiteY1" fmla="*/ 0 h 1637134"/>
                <a:gd name="connsiteX2" fmla="*/ 3318183 w 3325370"/>
                <a:gd name="connsiteY2" fmla="*/ 142905 h 1637134"/>
                <a:gd name="connsiteX3" fmla="*/ 1673347 w 3325370"/>
                <a:gd name="connsiteY3" fmla="*/ 1637102 h 1637134"/>
                <a:gd name="connsiteX4" fmla="*/ 10229 w 3325370"/>
                <a:gd name="connsiteY4" fmla="*/ 163281 h 16371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25370" h="1637134">
                  <a:moveTo>
                    <a:pt x="0" y="0"/>
                  </a:moveTo>
                  <a:lnTo>
                    <a:pt x="3325370" y="0"/>
                  </a:lnTo>
                  <a:lnTo>
                    <a:pt x="3318183" y="142905"/>
                  </a:lnTo>
                  <a:cubicBezTo>
                    <a:pt x="3233689" y="978328"/>
                    <a:pt x="2530939" y="1631820"/>
                    <a:pt x="1673347" y="1637102"/>
                  </a:cubicBezTo>
                  <a:cubicBezTo>
                    <a:pt x="815755" y="1642385"/>
                    <a:pt x="105008" y="997600"/>
                    <a:pt x="10229" y="163281"/>
                  </a:cubicBezTo>
                  <a:close/>
                </a:path>
              </a:pathLst>
            </a:custGeom>
            <a:solidFill>
              <a:srgbClr val="5EC3AD">
                <a:alpha val="80000"/>
              </a:srgbClr>
            </a:solidFill>
            <a:ln w="25400" cap="flat" cmpd="sng" algn="ctr">
              <a:noFill/>
              <a:prstDash val="solid"/>
            </a:ln>
            <a:effectLst/>
          </p:spPr>
          <p:txBody>
            <a:bodyPr anchor="ctr">
              <a:scene3d>
                <a:camera prst="orthographicFront"/>
                <a:lightRig rig="threePt" dir="t"/>
              </a:scene3d>
              <a:sp3d contourW="12700">
                <a:contourClr>
                  <a:srgbClr val="FFFFFF"/>
                </a:contourClr>
              </a:sp3d>
            </a:bodyPr>
            <a:lstStyle/>
            <a:p>
              <a:pPr algn="ctr">
                <a:defRPr/>
              </a:pPr>
              <a:endParaRPr lang="zh-CN" altLang="en-US" sz="1015" kern="0" dirty="0">
                <a:solidFill>
                  <a:srgbClr val="FFFFFF"/>
                </a:solidFill>
                <a:latin typeface="方正银联黑简体" panose="02000000000000000000" pitchFamily="2" charset="-122"/>
                <a:ea typeface="方正银联黑简体" panose="02000000000000000000" pitchFamily="2" charset="-122"/>
                <a:cs typeface="FZYLHJW" charset="-122"/>
              </a:endParaRPr>
            </a:p>
          </p:txBody>
        </p:sp>
        <p:sp>
          <p:nvSpPr>
            <p:cNvPr id="42" name="KSO_Shape"/>
            <p:cNvSpPr/>
            <p:nvPr/>
          </p:nvSpPr>
          <p:spPr>
            <a:xfrm rot="10800000">
              <a:off x="2448483" y="2618981"/>
              <a:ext cx="2285934" cy="1114751"/>
            </a:xfrm>
            <a:custGeom>
              <a:avLst/>
              <a:gdLst>
                <a:gd name="connsiteX0" fmla="*/ 0 w 3325370"/>
                <a:gd name="connsiteY0" fmla="*/ 0 h 1637134"/>
                <a:gd name="connsiteX1" fmla="*/ 3325370 w 3325370"/>
                <a:gd name="connsiteY1" fmla="*/ 0 h 1637134"/>
                <a:gd name="connsiteX2" fmla="*/ 3318183 w 3325370"/>
                <a:gd name="connsiteY2" fmla="*/ 142905 h 1637134"/>
                <a:gd name="connsiteX3" fmla="*/ 1673347 w 3325370"/>
                <a:gd name="connsiteY3" fmla="*/ 1637102 h 1637134"/>
                <a:gd name="connsiteX4" fmla="*/ 10229 w 3325370"/>
                <a:gd name="connsiteY4" fmla="*/ 163281 h 16371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25370" h="1637134">
                  <a:moveTo>
                    <a:pt x="0" y="0"/>
                  </a:moveTo>
                  <a:lnTo>
                    <a:pt x="3325370" y="0"/>
                  </a:lnTo>
                  <a:lnTo>
                    <a:pt x="3318183" y="142905"/>
                  </a:lnTo>
                  <a:cubicBezTo>
                    <a:pt x="3233689" y="978328"/>
                    <a:pt x="2530939" y="1631820"/>
                    <a:pt x="1673347" y="1637102"/>
                  </a:cubicBezTo>
                  <a:cubicBezTo>
                    <a:pt x="815755" y="1642385"/>
                    <a:pt x="105008" y="997600"/>
                    <a:pt x="10229" y="163281"/>
                  </a:cubicBezTo>
                  <a:close/>
                </a:path>
              </a:pathLst>
            </a:custGeom>
            <a:solidFill>
              <a:srgbClr val="5698D4"/>
            </a:solidFill>
            <a:ln w="25400" cap="flat" cmpd="sng" algn="ctr">
              <a:noFill/>
              <a:prstDash val="solid"/>
            </a:ln>
            <a:effectLst/>
          </p:spPr>
          <p:txBody>
            <a:bodyPr anchor="ctr">
              <a:scene3d>
                <a:camera prst="orthographicFront"/>
                <a:lightRig rig="threePt" dir="t"/>
              </a:scene3d>
              <a:sp3d contourW="12700">
                <a:contourClr>
                  <a:srgbClr val="FFFFFF"/>
                </a:contourClr>
              </a:sp3d>
            </a:bodyPr>
            <a:lstStyle/>
            <a:p>
              <a:pPr algn="ctr">
                <a:defRPr/>
              </a:pPr>
              <a:endParaRPr lang="zh-CN" altLang="en-US" sz="1015" kern="0" dirty="0">
                <a:solidFill>
                  <a:srgbClr val="FFFFFF"/>
                </a:solidFill>
                <a:latin typeface="方正银联黑简体" panose="02000000000000000000" pitchFamily="2" charset="-122"/>
                <a:ea typeface="方正银联黑简体" panose="02000000000000000000" pitchFamily="2" charset="-122"/>
                <a:cs typeface="FZYLHJW" charset="-122"/>
              </a:endParaRPr>
            </a:p>
          </p:txBody>
        </p:sp>
        <p:sp>
          <p:nvSpPr>
            <p:cNvPr id="43" name="KSO_Shape"/>
            <p:cNvSpPr/>
            <p:nvPr/>
          </p:nvSpPr>
          <p:spPr>
            <a:xfrm rot="10800000">
              <a:off x="6131136" y="2611535"/>
              <a:ext cx="2301209" cy="1122198"/>
            </a:xfrm>
            <a:custGeom>
              <a:avLst/>
              <a:gdLst>
                <a:gd name="connsiteX0" fmla="*/ 0 w 3325370"/>
                <a:gd name="connsiteY0" fmla="*/ 0 h 1637134"/>
                <a:gd name="connsiteX1" fmla="*/ 3325370 w 3325370"/>
                <a:gd name="connsiteY1" fmla="*/ 0 h 1637134"/>
                <a:gd name="connsiteX2" fmla="*/ 3318183 w 3325370"/>
                <a:gd name="connsiteY2" fmla="*/ 142905 h 1637134"/>
                <a:gd name="connsiteX3" fmla="*/ 1673347 w 3325370"/>
                <a:gd name="connsiteY3" fmla="*/ 1637102 h 1637134"/>
                <a:gd name="connsiteX4" fmla="*/ 10229 w 3325370"/>
                <a:gd name="connsiteY4" fmla="*/ 163281 h 16371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25370" h="1637134">
                  <a:moveTo>
                    <a:pt x="0" y="0"/>
                  </a:moveTo>
                  <a:lnTo>
                    <a:pt x="3325370" y="0"/>
                  </a:lnTo>
                  <a:lnTo>
                    <a:pt x="3318183" y="142905"/>
                  </a:lnTo>
                  <a:cubicBezTo>
                    <a:pt x="3233689" y="978328"/>
                    <a:pt x="2530939" y="1631820"/>
                    <a:pt x="1673347" y="1637102"/>
                  </a:cubicBezTo>
                  <a:cubicBezTo>
                    <a:pt x="815755" y="1642385"/>
                    <a:pt x="105008" y="997600"/>
                    <a:pt x="10229" y="163281"/>
                  </a:cubicBezTo>
                  <a:close/>
                </a:path>
              </a:pathLst>
            </a:custGeom>
            <a:solidFill>
              <a:srgbClr val="5EC3AD">
                <a:alpha val="94000"/>
              </a:srgbClr>
            </a:solidFill>
            <a:ln w="25400" cap="flat" cmpd="sng" algn="ctr">
              <a:noFill/>
              <a:prstDash val="solid"/>
            </a:ln>
            <a:effectLst/>
          </p:spPr>
          <p:txBody>
            <a:bodyPr anchor="ctr">
              <a:scene3d>
                <a:camera prst="orthographicFront"/>
                <a:lightRig rig="threePt" dir="t"/>
              </a:scene3d>
              <a:sp3d contourW="12700">
                <a:contourClr>
                  <a:srgbClr val="FFFFFF"/>
                </a:contourClr>
              </a:sp3d>
            </a:bodyPr>
            <a:lstStyle/>
            <a:p>
              <a:pPr algn="ctr">
                <a:defRPr/>
              </a:pPr>
              <a:endParaRPr lang="zh-CN" altLang="en-US" sz="1015" kern="0" dirty="0">
                <a:solidFill>
                  <a:srgbClr val="FFFFFF"/>
                </a:solidFill>
                <a:latin typeface="方正银联黑简体" panose="02000000000000000000" pitchFamily="2" charset="-122"/>
                <a:ea typeface="方正银联黑简体" panose="02000000000000000000" pitchFamily="2" charset="-122"/>
                <a:cs typeface="FZYLHJW" charset="-122"/>
              </a:endParaRPr>
            </a:p>
          </p:txBody>
        </p:sp>
      </p:grpSp>
      <p:sp>
        <p:nvSpPr>
          <p:cNvPr id="44" name="矩形 43"/>
          <p:cNvSpPr/>
          <p:nvPr/>
        </p:nvSpPr>
        <p:spPr>
          <a:xfrm>
            <a:off x="1518048" y="2041012"/>
            <a:ext cx="1885951" cy="844863"/>
          </a:xfrm>
          <a:prstGeom prst="rect">
            <a:avLst/>
          </a:prstGeom>
          <a:solidFill>
            <a:schemeClr val="bg2"/>
          </a:solidFill>
          <a:ln>
            <a:solidFill>
              <a:srgbClr val="5698D4"/>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kumimoji="1" lang="zh-CN" altLang="en-US" sz="1800"/>
          </a:p>
        </p:txBody>
      </p:sp>
      <p:sp>
        <p:nvSpPr>
          <p:cNvPr id="45" name="矩形 44"/>
          <p:cNvSpPr/>
          <p:nvPr/>
        </p:nvSpPr>
        <p:spPr>
          <a:xfrm>
            <a:off x="3578460" y="2041012"/>
            <a:ext cx="1904369" cy="844863"/>
          </a:xfrm>
          <a:prstGeom prst="rect">
            <a:avLst/>
          </a:prstGeom>
          <a:solidFill>
            <a:schemeClr val="bg2"/>
          </a:solidFill>
          <a:ln>
            <a:solidFill>
              <a:srgbClr val="5698D4"/>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kumimoji="1" lang="zh-CN" altLang="en-US" sz="1800"/>
          </a:p>
        </p:txBody>
      </p:sp>
      <p:sp>
        <p:nvSpPr>
          <p:cNvPr id="46" name="矩形 45"/>
          <p:cNvSpPr/>
          <p:nvPr/>
        </p:nvSpPr>
        <p:spPr>
          <a:xfrm>
            <a:off x="5673553" y="2041012"/>
            <a:ext cx="1920254" cy="844863"/>
          </a:xfrm>
          <a:prstGeom prst="rect">
            <a:avLst/>
          </a:prstGeom>
          <a:solidFill>
            <a:schemeClr val="bg2"/>
          </a:solidFill>
          <a:ln>
            <a:solidFill>
              <a:srgbClr val="5698D4"/>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kumimoji="1" lang="zh-CN" altLang="en-US" sz="1800"/>
          </a:p>
        </p:txBody>
      </p:sp>
      <p:sp>
        <p:nvSpPr>
          <p:cNvPr id="47" name="矩形 46"/>
          <p:cNvSpPr/>
          <p:nvPr/>
        </p:nvSpPr>
        <p:spPr>
          <a:xfrm>
            <a:off x="3411084" y="4893813"/>
            <a:ext cx="800220" cy="369332"/>
          </a:xfrm>
          <a:prstGeom prst="rect">
            <a:avLst/>
          </a:prstGeom>
        </p:spPr>
        <p:txBody>
          <a:bodyPr wrap="none">
            <a:spAutoFit/>
          </a:bodyPr>
          <a:lstStyle/>
          <a:p>
            <a:pPr algn="ctr" defTabSz="342900">
              <a:lnSpc>
                <a:spcPct val="150000"/>
              </a:lnSpc>
            </a:pPr>
            <a:r>
              <a:rPr lang="zh-CN" altLang="en-US" sz="1200" b="1" dirty="0">
                <a:solidFill>
                  <a:schemeClr val="bg1"/>
                </a:solidFill>
                <a:latin typeface="方正银联黑简体" panose="02000000000000000000" pitchFamily="2" charset="-122"/>
                <a:ea typeface="方正银联黑简体" panose="02000000000000000000" pitchFamily="2" charset="-122"/>
                <a:cs typeface="FZYLHJW" charset="-122"/>
                <a:sym typeface="微软雅黑" panose="020B0503020204020204" pitchFamily="34" charset="-122"/>
              </a:rPr>
              <a:t>输入文字</a:t>
            </a:r>
            <a:endParaRPr lang="zh-CN" altLang="en-US" sz="1200" b="1" dirty="0">
              <a:solidFill>
                <a:schemeClr val="bg1"/>
              </a:solidFill>
              <a:latin typeface="方正银联黑简体" panose="02000000000000000000" pitchFamily="2" charset="-122"/>
              <a:ea typeface="方正银联黑简体" panose="02000000000000000000" pitchFamily="2" charset="-122"/>
              <a:cs typeface="FZYLHJW" charset="-122"/>
              <a:sym typeface="微软雅黑" panose="020B0503020204020204" pitchFamily="34" charset="-122"/>
            </a:endParaRPr>
          </a:p>
        </p:txBody>
      </p:sp>
      <p:sp>
        <p:nvSpPr>
          <p:cNvPr id="48" name="矩形 47"/>
          <p:cNvSpPr/>
          <p:nvPr/>
        </p:nvSpPr>
        <p:spPr>
          <a:xfrm>
            <a:off x="4837370" y="4920797"/>
            <a:ext cx="2078831" cy="461665"/>
          </a:xfrm>
          <a:prstGeom prst="rect">
            <a:avLst/>
          </a:prstGeom>
        </p:spPr>
        <p:txBody>
          <a:bodyPr wrap="square">
            <a:spAutoFit/>
          </a:bodyPr>
          <a:lstStyle/>
          <a:p>
            <a:pPr algn="ctr" defTabSz="342900"/>
            <a:r>
              <a:rPr lang="zh-CN" altLang="en-US" sz="1200" b="1" dirty="0">
                <a:solidFill>
                  <a:schemeClr val="bg1"/>
                </a:solidFill>
                <a:latin typeface="方正银联黑简体" panose="02000000000000000000" pitchFamily="2" charset="-122"/>
                <a:ea typeface="方正银联黑简体" panose="02000000000000000000" pitchFamily="2" charset="-122"/>
                <a:cs typeface="FZYLHJW" charset="-122"/>
                <a:sym typeface="微软雅黑" panose="020B0503020204020204" pitchFamily="34" charset="-122"/>
              </a:rPr>
              <a:t>输入文字输入文字</a:t>
            </a:r>
            <a:endParaRPr lang="zh-CN" altLang="en-US" sz="1200" b="1" dirty="0">
              <a:solidFill>
                <a:schemeClr val="bg1"/>
              </a:solidFill>
              <a:latin typeface="方正银联黑简体" panose="02000000000000000000" pitchFamily="2" charset="-122"/>
              <a:ea typeface="方正银联黑简体" panose="02000000000000000000" pitchFamily="2" charset="-122"/>
              <a:cs typeface="FZYLHJW" charset="-122"/>
              <a:sym typeface="微软雅黑" panose="020B0503020204020204" pitchFamily="34" charset="-122"/>
            </a:endParaRPr>
          </a:p>
          <a:p>
            <a:pPr algn="ctr" defTabSz="342900"/>
            <a:r>
              <a:rPr lang="zh-CN" altLang="en-US" sz="1200" b="1" dirty="0">
                <a:solidFill>
                  <a:schemeClr val="bg1"/>
                </a:solidFill>
                <a:latin typeface="方正银联黑简体" panose="02000000000000000000" pitchFamily="2" charset="-122"/>
                <a:ea typeface="方正银联黑简体" panose="02000000000000000000" pitchFamily="2" charset="-122"/>
                <a:cs typeface="FZYLHJW" charset="-122"/>
                <a:sym typeface="微软雅黑" panose="020B0503020204020204" pitchFamily="34" charset="-122"/>
              </a:rPr>
              <a:t>输入文字输入文字输入文字</a:t>
            </a:r>
            <a:endParaRPr lang="zh-CN" altLang="en-US" sz="1200" b="1" dirty="0">
              <a:solidFill>
                <a:schemeClr val="bg1"/>
              </a:solidFill>
              <a:latin typeface="方正银联黑简体" panose="02000000000000000000" pitchFamily="2" charset="-122"/>
              <a:ea typeface="方正银联黑简体" panose="02000000000000000000" pitchFamily="2" charset="-122"/>
              <a:cs typeface="FZYLHJW" charset="-122"/>
              <a:sym typeface="微软雅黑" panose="020B0503020204020204" pitchFamily="34" charset="-122"/>
            </a:endParaRPr>
          </a:p>
        </p:txBody>
      </p:sp>
      <p:sp>
        <p:nvSpPr>
          <p:cNvPr id="49" name="燕尾形 48"/>
          <p:cNvSpPr/>
          <p:nvPr/>
        </p:nvSpPr>
        <p:spPr>
          <a:xfrm rot="16200000">
            <a:off x="4431047" y="4080977"/>
            <a:ext cx="258539" cy="486293"/>
          </a:xfrm>
          <a:prstGeom prst="chevron">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a:p>
        </p:txBody>
      </p:sp>
      <p:sp>
        <p:nvSpPr>
          <p:cNvPr id="50" name="上箭头标注 49"/>
          <p:cNvSpPr/>
          <p:nvPr/>
        </p:nvSpPr>
        <p:spPr>
          <a:xfrm>
            <a:off x="1507331" y="4098413"/>
            <a:ext cx="6097191" cy="1425178"/>
          </a:xfrm>
          <a:prstGeom prst="upArrowCallout">
            <a:avLst>
              <a:gd name="adj1" fmla="val 78800"/>
              <a:gd name="adj2" fmla="val 39400"/>
              <a:gd name="adj3" fmla="val 22600"/>
              <a:gd name="adj4" fmla="val 77400"/>
            </a:avLst>
          </a:prstGeom>
          <a:noFill/>
          <a:ln>
            <a:solidFill>
              <a:srgbClr val="5698D4"/>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a:p>
        </p:txBody>
      </p:sp>
      <p:sp>
        <p:nvSpPr>
          <p:cNvPr id="51" name="文本框 50"/>
          <p:cNvSpPr txBox="1"/>
          <p:nvPr/>
        </p:nvSpPr>
        <p:spPr>
          <a:xfrm>
            <a:off x="2069174" y="2352461"/>
            <a:ext cx="798413" cy="253916"/>
          </a:xfrm>
          <a:prstGeom prst="rect">
            <a:avLst/>
          </a:prstGeom>
          <a:noFill/>
        </p:spPr>
        <p:txBody>
          <a:bodyPr wrap="square" rtlCol="0">
            <a:spAutoFit/>
          </a:bodyPr>
          <a:lstStyle/>
          <a:p>
            <a:pPr algn="ctr"/>
            <a:r>
              <a:rPr lang="zh-CN" altLang="en-US" sz="1050" dirty="0">
                <a:solidFill>
                  <a:schemeClr val="tx1">
                    <a:lumMod val="75000"/>
                    <a:lumOff val="25000"/>
                  </a:schemeClr>
                </a:solidFill>
                <a:latin typeface="方正银联黑简体" panose="02000000000000000000" pitchFamily="2" charset="-122"/>
                <a:ea typeface="方正银联黑简体" panose="02000000000000000000" pitchFamily="2" charset="-122"/>
                <a:cs typeface="FZYLHJW" charset="-122"/>
              </a:rPr>
              <a:t>图 片</a:t>
            </a:r>
            <a:endParaRPr lang="en-US" altLang="zh-CN" sz="1050" dirty="0">
              <a:solidFill>
                <a:schemeClr val="tx1">
                  <a:lumMod val="75000"/>
                  <a:lumOff val="25000"/>
                </a:schemeClr>
              </a:solidFill>
              <a:latin typeface="方正银联黑简体" panose="02000000000000000000" pitchFamily="2" charset="-122"/>
              <a:ea typeface="方正银联黑简体" panose="02000000000000000000" pitchFamily="2" charset="-122"/>
              <a:cs typeface="FZYLHJW" charset="-122"/>
            </a:endParaRPr>
          </a:p>
        </p:txBody>
      </p:sp>
      <p:sp>
        <p:nvSpPr>
          <p:cNvPr id="52" name="文本框 51"/>
          <p:cNvSpPr txBox="1"/>
          <p:nvPr/>
        </p:nvSpPr>
        <p:spPr>
          <a:xfrm>
            <a:off x="4139952" y="2352461"/>
            <a:ext cx="798413" cy="253916"/>
          </a:xfrm>
          <a:prstGeom prst="rect">
            <a:avLst/>
          </a:prstGeom>
          <a:noFill/>
        </p:spPr>
        <p:txBody>
          <a:bodyPr wrap="square" rtlCol="0">
            <a:spAutoFit/>
          </a:bodyPr>
          <a:lstStyle/>
          <a:p>
            <a:pPr algn="ctr"/>
            <a:r>
              <a:rPr lang="zh-CN" altLang="en-US" sz="1050" dirty="0">
                <a:solidFill>
                  <a:schemeClr val="tx1">
                    <a:lumMod val="75000"/>
                    <a:lumOff val="25000"/>
                  </a:schemeClr>
                </a:solidFill>
                <a:latin typeface="方正银联黑简体" panose="02000000000000000000" pitchFamily="2" charset="-122"/>
                <a:ea typeface="方正银联黑简体" panose="02000000000000000000" pitchFamily="2" charset="-122"/>
                <a:cs typeface="FZYLHJW" charset="-122"/>
              </a:rPr>
              <a:t>图 片</a:t>
            </a:r>
            <a:endParaRPr lang="en-US" altLang="zh-CN" sz="1050" dirty="0">
              <a:solidFill>
                <a:schemeClr val="tx1">
                  <a:lumMod val="75000"/>
                  <a:lumOff val="25000"/>
                </a:schemeClr>
              </a:solidFill>
              <a:latin typeface="方正银联黑简体" panose="02000000000000000000" pitchFamily="2" charset="-122"/>
              <a:ea typeface="方正银联黑简体" panose="02000000000000000000" pitchFamily="2" charset="-122"/>
              <a:cs typeface="FZYLHJW" charset="-122"/>
            </a:endParaRPr>
          </a:p>
        </p:txBody>
      </p:sp>
      <p:sp>
        <p:nvSpPr>
          <p:cNvPr id="53" name="文本框 52"/>
          <p:cNvSpPr txBox="1"/>
          <p:nvPr/>
        </p:nvSpPr>
        <p:spPr>
          <a:xfrm>
            <a:off x="6300192" y="2352461"/>
            <a:ext cx="798413" cy="253916"/>
          </a:xfrm>
          <a:prstGeom prst="rect">
            <a:avLst/>
          </a:prstGeom>
          <a:noFill/>
        </p:spPr>
        <p:txBody>
          <a:bodyPr wrap="square" rtlCol="0">
            <a:spAutoFit/>
          </a:bodyPr>
          <a:lstStyle/>
          <a:p>
            <a:pPr algn="ctr"/>
            <a:r>
              <a:rPr lang="zh-CN" altLang="en-US" sz="1050" dirty="0">
                <a:solidFill>
                  <a:schemeClr val="tx1">
                    <a:lumMod val="75000"/>
                    <a:lumOff val="25000"/>
                  </a:schemeClr>
                </a:solidFill>
                <a:latin typeface="方正银联黑简体" panose="02000000000000000000" pitchFamily="2" charset="-122"/>
                <a:ea typeface="方正银联黑简体" panose="02000000000000000000" pitchFamily="2" charset="-122"/>
                <a:cs typeface="FZYLHJW" charset="-122"/>
              </a:rPr>
              <a:t>图 片</a:t>
            </a:r>
            <a:endParaRPr lang="en-US" altLang="zh-CN" sz="1050" dirty="0">
              <a:solidFill>
                <a:schemeClr val="tx1">
                  <a:lumMod val="75000"/>
                  <a:lumOff val="25000"/>
                </a:schemeClr>
              </a:solidFill>
              <a:latin typeface="方正银联黑简体" panose="02000000000000000000" pitchFamily="2" charset="-122"/>
              <a:ea typeface="方正银联黑简体" panose="02000000000000000000" pitchFamily="2" charset="-122"/>
              <a:cs typeface="FZYLHJW" charset="-122"/>
            </a:endParaRPr>
          </a:p>
        </p:txBody>
      </p:sp>
      <p:sp>
        <p:nvSpPr>
          <p:cNvPr id="54" name="矩形 53"/>
          <p:cNvSpPr/>
          <p:nvPr/>
        </p:nvSpPr>
        <p:spPr>
          <a:xfrm>
            <a:off x="1493659" y="3329384"/>
            <a:ext cx="1908448" cy="672588"/>
          </a:xfrm>
          <a:prstGeom prst="rect">
            <a:avLst/>
          </a:prstGeom>
          <a:noFill/>
          <a:ln>
            <a:solidFill>
              <a:srgbClr val="5698D4"/>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r>
              <a:rPr kumimoji="1" lang="zh-CN" altLang="en-US" sz="1200" dirty="0">
                <a:solidFill>
                  <a:srgbClr val="5698D4"/>
                </a:solidFill>
                <a:latin typeface="方正银联黑简体" panose="02000000000000000000" pitchFamily="2" charset="-122"/>
                <a:ea typeface="方正银联黑简体" panose="02000000000000000000" pitchFamily="2" charset="-122"/>
                <a:cs typeface="FZYLHJW" charset="-122"/>
                <a:sym typeface="微软雅黑" panose="020B0503020204020204" pitchFamily="34" charset="-122"/>
              </a:rPr>
              <a:t>输入文字输入文字输入文</a:t>
            </a:r>
            <a:endParaRPr kumimoji="1" lang="zh-CN" altLang="en-US" sz="1200" dirty="0">
              <a:solidFill>
                <a:srgbClr val="5698D4"/>
              </a:solidFill>
              <a:latin typeface="方正银联黑简体" panose="02000000000000000000" pitchFamily="2" charset="-122"/>
              <a:ea typeface="方正银联黑简体" panose="02000000000000000000" pitchFamily="2" charset="-122"/>
              <a:cs typeface="FZYLHJW" charset="-122"/>
              <a:sym typeface="微软雅黑" panose="020B0503020204020204" pitchFamily="34" charset="-122"/>
            </a:endParaRPr>
          </a:p>
          <a:p>
            <a:pPr algn="ctr"/>
            <a:r>
              <a:rPr kumimoji="1" lang="zh-CN" altLang="en-US" sz="1200" dirty="0">
                <a:solidFill>
                  <a:srgbClr val="5698D4"/>
                </a:solidFill>
                <a:latin typeface="方正银联黑简体" panose="02000000000000000000" pitchFamily="2" charset="-122"/>
                <a:ea typeface="方正银联黑简体" panose="02000000000000000000" pitchFamily="2" charset="-122"/>
                <a:cs typeface="FZYLHJW" charset="-122"/>
                <a:sym typeface="微软雅黑" panose="020B0503020204020204" pitchFamily="34" charset="-122"/>
              </a:rPr>
              <a:t>输入文字输入文字</a:t>
            </a:r>
            <a:endParaRPr kumimoji="1" lang="zh-CN" altLang="en-US" sz="1200" dirty="0">
              <a:solidFill>
                <a:srgbClr val="5698D4"/>
              </a:solidFill>
              <a:latin typeface="方正银联黑简体" panose="02000000000000000000" pitchFamily="2" charset="-122"/>
              <a:ea typeface="方正银联黑简体" panose="02000000000000000000" pitchFamily="2" charset="-122"/>
              <a:cs typeface="FZYLHJW" charset="-122"/>
              <a:sym typeface="微软雅黑" panose="020B0503020204020204" pitchFamily="34" charset="-122"/>
            </a:endParaRPr>
          </a:p>
        </p:txBody>
      </p:sp>
      <p:sp>
        <p:nvSpPr>
          <p:cNvPr id="55" name="矩形 54"/>
          <p:cNvSpPr/>
          <p:nvPr/>
        </p:nvSpPr>
        <p:spPr>
          <a:xfrm>
            <a:off x="5671298" y="3329384"/>
            <a:ext cx="1936377" cy="672588"/>
          </a:xfrm>
          <a:prstGeom prst="rect">
            <a:avLst/>
          </a:prstGeom>
          <a:noFill/>
          <a:ln>
            <a:solidFill>
              <a:srgbClr val="5698D4"/>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r>
              <a:rPr kumimoji="1" lang="zh-CN" altLang="en-US" sz="1200" dirty="0">
                <a:solidFill>
                  <a:srgbClr val="5698D4"/>
                </a:solidFill>
                <a:latin typeface="方正银联黑简体" panose="02000000000000000000" pitchFamily="2" charset="-122"/>
                <a:ea typeface="方正银联黑简体" panose="02000000000000000000" pitchFamily="2" charset="-122"/>
                <a:cs typeface="FZYLHJW" charset="-122"/>
                <a:sym typeface="微软雅黑" panose="020B0503020204020204" pitchFamily="34" charset="-122"/>
              </a:rPr>
              <a:t>输入文字输入文字输入文</a:t>
            </a:r>
            <a:endParaRPr kumimoji="1" lang="zh-CN" altLang="en-US" sz="1200" dirty="0">
              <a:solidFill>
                <a:srgbClr val="5698D4"/>
              </a:solidFill>
              <a:latin typeface="方正银联黑简体" panose="02000000000000000000" pitchFamily="2" charset="-122"/>
              <a:ea typeface="方正银联黑简体" panose="02000000000000000000" pitchFamily="2" charset="-122"/>
              <a:cs typeface="FZYLHJW" charset="-122"/>
              <a:sym typeface="微软雅黑" panose="020B0503020204020204" pitchFamily="34" charset="-122"/>
            </a:endParaRPr>
          </a:p>
          <a:p>
            <a:pPr algn="ctr"/>
            <a:r>
              <a:rPr kumimoji="1" lang="zh-CN" altLang="en-US" sz="1200" dirty="0">
                <a:solidFill>
                  <a:srgbClr val="5698D4"/>
                </a:solidFill>
                <a:latin typeface="方正银联黑简体" panose="02000000000000000000" pitchFamily="2" charset="-122"/>
                <a:ea typeface="方正银联黑简体" panose="02000000000000000000" pitchFamily="2" charset="-122"/>
                <a:cs typeface="FZYLHJW" charset="-122"/>
                <a:sym typeface="微软雅黑" panose="020B0503020204020204" pitchFamily="34" charset="-122"/>
              </a:rPr>
              <a:t>输入文字输入文字</a:t>
            </a:r>
            <a:endParaRPr kumimoji="1" lang="zh-CN" altLang="en-US" sz="1200" dirty="0">
              <a:solidFill>
                <a:srgbClr val="5698D4"/>
              </a:solidFill>
              <a:latin typeface="方正银联黑简体" panose="02000000000000000000" pitchFamily="2" charset="-122"/>
              <a:ea typeface="方正银联黑简体" panose="02000000000000000000" pitchFamily="2" charset="-122"/>
              <a:cs typeface="FZYLHJW" charset="-122"/>
              <a:sym typeface="微软雅黑" panose="020B0503020204020204" pitchFamily="34" charset="-122"/>
            </a:endParaRPr>
          </a:p>
        </p:txBody>
      </p:sp>
      <p:sp>
        <p:nvSpPr>
          <p:cNvPr id="2" name="灯片编号占位符 1"/>
          <p:cNvSpPr>
            <a:spLocks noGrp="1"/>
          </p:cNvSpPr>
          <p:nvPr>
            <p:ph type="sldNum" sz="quarter" idx="12"/>
          </p:nvPr>
        </p:nvSpPr>
        <p:spPr/>
        <p:txBody>
          <a:bodyPr/>
          <a:lstStyle/>
          <a:p>
            <a:fld id="{39EEDE4D-C237-4DCB-971B-7273E93752F0}" type="slidenum">
              <a:rPr lang="zh-CN" altLang="en-US" smtClean="0"/>
            </a:fld>
            <a:endParaRPr lang="zh-CN" altLang="en-US"/>
          </a:p>
        </p:txBody>
      </p:sp>
      <p:sp>
        <p:nvSpPr>
          <p:cNvPr id="76" name="Text Placeholder 1"/>
          <p:cNvSpPr txBox="1"/>
          <p:nvPr/>
        </p:nvSpPr>
        <p:spPr>
          <a:xfrm>
            <a:off x="647700" y="512445"/>
            <a:ext cx="7200000" cy="315595"/>
          </a:xfrm>
          <a:prstGeom prst="rect">
            <a:avLst/>
          </a:prstGeom>
        </p:spPr>
        <p:txBody>
          <a:bodyPr vert="horz" lIns="51435" tIns="25718" rIns="51435" bIns="25718" rtlCol="0" anchor="ctr"/>
          <a:lstStyle>
            <a:defPPr>
              <a:defRPr lang="zh-CN"/>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700" spc="150" dirty="0">
                <a:solidFill>
                  <a:schemeClr val="tx1">
                    <a:lumMod val="75000"/>
                    <a:lumOff val="25000"/>
                  </a:schemeClr>
                </a:solidFill>
                <a:latin typeface="方正银联黑简体" panose="02000000000000000000" pitchFamily="2" charset="-122"/>
                <a:ea typeface="方正银联黑简体" panose="02000000000000000000" pitchFamily="2" charset="-122"/>
                <a:cs typeface="FZYLHJW" charset="-122"/>
              </a:rPr>
              <a:t>图表示例</a:t>
            </a:r>
            <a:endParaRPr lang="zh-CN" altLang="en-US" sz="2700" spc="150" dirty="0">
              <a:solidFill>
                <a:schemeClr val="tx1">
                  <a:lumMod val="75000"/>
                  <a:lumOff val="25000"/>
                </a:schemeClr>
              </a:solidFill>
              <a:latin typeface="方正银联黑简体" panose="02000000000000000000" pitchFamily="2" charset="-122"/>
              <a:ea typeface="方正银联黑简体" panose="02000000000000000000" pitchFamily="2" charset="-122"/>
              <a:cs typeface="FZYLHJW" charset="-122"/>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2" name="Straight Connector 31"/>
          <p:cNvCxnSpPr/>
          <p:nvPr/>
        </p:nvCxnSpPr>
        <p:spPr bwMode="auto">
          <a:xfrm rot="5400000">
            <a:off x="5068038" y="3314388"/>
            <a:ext cx="535781" cy="1190"/>
          </a:xfrm>
          <a:prstGeom prst="line">
            <a:avLst/>
          </a:prstGeom>
          <a:ln w="12700">
            <a:solidFill>
              <a:srgbClr val="5DC3AD"/>
            </a:solidFill>
          </a:ln>
        </p:spPr>
        <p:style>
          <a:lnRef idx="1">
            <a:schemeClr val="accent1"/>
          </a:lnRef>
          <a:fillRef idx="0">
            <a:schemeClr val="accent1"/>
          </a:fillRef>
          <a:effectRef idx="0">
            <a:schemeClr val="accent1"/>
          </a:effectRef>
          <a:fontRef idx="minor">
            <a:schemeClr val="tx1"/>
          </a:fontRef>
        </p:style>
      </p:cxnSp>
      <p:sp>
        <p:nvSpPr>
          <p:cNvPr id="33" name="Oval 32"/>
          <p:cNvSpPr/>
          <p:nvPr/>
        </p:nvSpPr>
        <p:spPr bwMode="auto">
          <a:xfrm>
            <a:off x="5013863" y="2662519"/>
            <a:ext cx="661988" cy="661988"/>
          </a:xfrm>
          <a:prstGeom prst="ellipse">
            <a:avLst/>
          </a:prstGeom>
          <a:solidFill>
            <a:schemeClr val="bg1"/>
          </a:solidFill>
          <a:ln>
            <a:solidFill>
              <a:srgbClr val="5DC3A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800"/>
          </a:p>
        </p:txBody>
      </p:sp>
      <p:grpSp>
        <p:nvGrpSpPr>
          <p:cNvPr id="10" name="Group 83"/>
          <p:cNvGrpSpPr/>
          <p:nvPr/>
        </p:nvGrpSpPr>
        <p:grpSpPr bwMode="auto">
          <a:xfrm>
            <a:off x="5198921" y="2854132"/>
            <a:ext cx="274575" cy="275048"/>
            <a:chOff x="6853177" y="4545107"/>
            <a:chExt cx="366050" cy="366676"/>
          </a:xfrm>
          <a:solidFill>
            <a:srgbClr val="5DC3AD"/>
          </a:solidFill>
        </p:grpSpPr>
        <p:sp>
          <p:nvSpPr>
            <p:cNvPr id="64" name="AutoShape 18"/>
            <p:cNvSpPr/>
            <p:nvPr/>
          </p:nvSpPr>
          <p:spPr bwMode="auto">
            <a:xfrm>
              <a:off x="6853177" y="4545107"/>
              <a:ext cx="366050" cy="36667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9799"/>
                  </a:moveTo>
                  <a:cubicBezTo>
                    <a:pt x="20249" y="20048"/>
                    <a:pt x="20048" y="20249"/>
                    <a:pt x="19799" y="20249"/>
                  </a:cubicBezTo>
                  <a:lnTo>
                    <a:pt x="1800" y="20249"/>
                  </a:lnTo>
                  <a:cubicBezTo>
                    <a:pt x="1551" y="20249"/>
                    <a:pt x="1349" y="20048"/>
                    <a:pt x="1349" y="19799"/>
                  </a:cubicBezTo>
                  <a:lnTo>
                    <a:pt x="1349" y="3824"/>
                  </a:lnTo>
                  <a:cubicBezTo>
                    <a:pt x="1349" y="3576"/>
                    <a:pt x="1551" y="3375"/>
                    <a:pt x="1800" y="3375"/>
                  </a:cubicBezTo>
                  <a:lnTo>
                    <a:pt x="4724" y="3375"/>
                  </a:lnTo>
                  <a:lnTo>
                    <a:pt x="4724" y="4725"/>
                  </a:lnTo>
                  <a:cubicBezTo>
                    <a:pt x="4724" y="5098"/>
                    <a:pt x="5027" y="5400"/>
                    <a:pt x="5399" y="5400"/>
                  </a:cubicBezTo>
                  <a:cubicBezTo>
                    <a:pt x="5772" y="5400"/>
                    <a:pt x="6074" y="5098"/>
                    <a:pt x="6074" y="4725"/>
                  </a:cubicBezTo>
                  <a:lnTo>
                    <a:pt x="6074" y="3375"/>
                  </a:lnTo>
                  <a:lnTo>
                    <a:pt x="10124" y="3375"/>
                  </a:lnTo>
                  <a:lnTo>
                    <a:pt x="10124" y="4725"/>
                  </a:lnTo>
                  <a:cubicBezTo>
                    <a:pt x="10124" y="5098"/>
                    <a:pt x="10427" y="5400"/>
                    <a:pt x="10800" y="5400"/>
                  </a:cubicBezTo>
                  <a:cubicBezTo>
                    <a:pt x="11172" y="5400"/>
                    <a:pt x="11474" y="5098"/>
                    <a:pt x="11474" y="4725"/>
                  </a:cubicBezTo>
                  <a:lnTo>
                    <a:pt x="11474" y="3375"/>
                  </a:lnTo>
                  <a:lnTo>
                    <a:pt x="15524" y="3375"/>
                  </a:lnTo>
                  <a:lnTo>
                    <a:pt x="15524" y="4725"/>
                  </a:lnTo>
                  <a:cubicBezTo>
                    <a:pt x="15524" y="5098"/>
                    <a:pt x="15827" y="5400"/>
                    <a:pt x="16199" y="5400"/>
                  </a:cubicBezTo>
                  <a:cubicBezTo>
                    <a:pt x="16572" y="5400"/>
                    <a:pt x="16874" y="5098"/>
                    <a:pt x="16874" y="4725"/>
                  </a:cubicBezTo>
                  <a:lnTo>
                    <a:pt x="16874" y="3375"/>
                  </a:lnTo>
                  <a:lnTo>
                    <a:pt x="19799" y="3375"/>
                  </a:lnTo>
                  <a:cubicBezTo>
                    <a:pt x="20048" y="3375"/>
                    <a:pt x="20249" y="3576"/>
                    <a:pt x="20249" y="3824"/>
                  </a:cubicBezTo>
                  <a:cubicBezTo>
                    <a:pt x="20249" y="3824"/>
                    <a:pt x="20249" y="19799"/>
                    <a:pt x="20249" y="19799"/>
                  </a:cubicBezTo>
                  <a:close/>
                  <a:moveTo>
                    <a:pt x="19799" y="2025"/>
                  </a:moveTo>
                  <a:lnTo>
                    <a:pt x="16874" y="2025"/>
                  </a:lnTo>
                  <a:lnTo>
                    <a:pt x="16874" y="675"/>
                  </a:lnTo>
                  <a:cubicBezTo>
                    <a:pt x="16874" y="301"/>
                    <a:pt x="16572" y="0"/>
                    <a:pt x="16199" y="0"/>
                  </a:cubicBezTo>
                  <a:cubicBezTo>
                    <a:pt x="15827" y="0"/>
                    <a:pt x="15524" y="301"/>
                    <a:pt x="15524" y="675"/>
                  </a:cubicBezTo>
                  <a:lnTo>
                    <a:pt x="15524" y="2025"/>
                  </a:lnTo>
                  <a:lnTo>
                    <a:pt x="11474" y="2025"/>
                  </a:lnTo>
                  <a:lnTo>
                    <a:pt x="11474" y="675"/>
                  </a:lnTo>
                  <a:cubicBezTo>
                    <a:pt x="11474" y="301"/>
                    <a:pt x="11172" y="0"/>
                    <a:pt x="10800" y="0"/>
                  </a:cubicBezTo>
                  <a:cubicBezTo>
                    <a:pt x="10427" y="0"/>
                    <a:pt x="10124" y="301"/>
                    <a:pt x="10124" y="675"/>
                  </a:cubicBezTo>
                  <a:lnTo>
                    <a:pt x="10124" y="2025"/>
                  </a:lnTo>
                  <a:lnTo>
                    <a:pt x="6074" y="2025"/>
                  </a:lnTo>
                  <a:lnTo>
                    <a:pt x="6074" y="675"/>
                  </a:lnTo>
                  <a:cubicBezTo>
                    <a:pt x="6074" y="301"/>
                    <a:pt x="5772" y="0"/>
                    <a:pt x="5399" y="0"/>
                  </a:cubicBezTo>
                  <a:cubicBezTo>
                    <a:pt x="5027" y="0"/>
                    <a:pt x="4724" y="301"/>
                    <a:pt x="4724" y="675"/>
                  </a:cubicBezTo>
                  <a:lnTo>
                    <a:pt x="4724" y="2025"/>
                  </a:lnTo>
                  <a:lnTo>
                    <a:pt x="1800" y="2025"/>
                  </a:lnTo>
                  <a:cubicBezTo>
                    <a:pt x="805" y="2025"/>
                    <a:pt x="0" y="2830"/>
                    <a:pt x="0" y="3824"/>
                  </a:cubicBezTo>
                  <a:lnTo>
                    <a:pt x="0" y="19799"/>
                  </a:lnTo>
                  <a:cubicBezTo>
                    <a:pt x="0" y="20793"/>
                    <a:pt x="805" y="21599"/>
                    <a:pt x="1800" y="21599"/>
                  </a:cubicBezTo>
                  <a:lnTo>
                    <a:pt x="19799" y="21599"/>
                  </a:lnTo>
                  <a:cubicBezTo>
                    <a:pt x="20794" y="21599"/>
                    <a:pt x="21600" y="20793"/>
                    <a:pt x="21600" y="19799"/>
                  </a:cubicBezTo>
                  <a:lnTo>
                    <a:pt x="21600" y="3824"/>
                  </a:lnTo>
                  <a:cubicBezTo>
                    <a:pt x="21600" y="2830"/>
                    <a:pt x="20794" y="2025"/>
                    <a:pt x="19799" y="2025"/>
                  </a:cubicBezTo>
                </a:path>
              </a:pathLst>
            </a:custGeom>
            <a:grpFill/>
            <a:ln>
              <a:noFill/>
            </a:ln>
            <a:effectLst/>
          </p:spPr>
          <p:txBody>
            <a:bodyPr lIns="28575" tIns="28575" rIns="28575" bIns="28575" anchor="ctr"/>
            <a:lstStyle/>
            <a:p>
              <a:pPr defTabSz="342900">
                <a:defRPr/>
              </a:pPr>
              <a:endParaRPr lang="en-US" sz="2250">
                <a:solidFill>
                  <a:srgbClr val="FFFFFF"/>
                </a:solidFill>
                <a:effectLst>
                  <a:outerShdw blurRad="38100" dist="38100" dir="2700000" algn="tl">
                    <a:srgbClr val="000000"/>
                  </a:outerShdw>
                </a:effectLst>
              </a:endParaRPr>
            </a:p>
          </p:txBody>
        </p:sp>
        <p:sp>
          <p:nvSpPr>
            <p:cNvPr id="65" name="AutoShape 19"/>
            <p:cNvSpPr/>
            <p:nvPr/>
          </p:nvSpPr>
          <p:spPr bwMode="auto">
            <a:xfrm>
              <a:off x="6933270" y="4682768"/>
              <a:ext cx="45678" cy="3441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21600" y="21599"/>
                  </a:lnTo>
                  <a:lnTo>
                    <a:pt x="21600" y="0"/>
                  </a:lnTo>
                  <a:lnTo>
                    <a:pt x="0" y="0"/>
                  </a:lnTo>
                  <a:cubicBezTo>
                    <a:pt x="0" y="0"/>
                    <a:pt x="0" y="21599"/>
                    <a:pt x="0" y="21599"/>
                  </a:cubicBezTo>
                  <a:close/>
                </a:path>
              </a:pathLst>
            </a:custGeom>
            <a:grpFill/>
            <a:ln>
              <a:noFill/>
            </a:ln>
            <a:effectLst/>
          </p:spPr>
          <p:txBody>
            <a:bodyPr lIns="28575" tIns="28575" rIns="28575" bIns="28575" anchor="ctr"/>
            <a:lstStyle/>
            <a:p>
              <a:pPr defTabSz="342900">
                <a:defRPr/>
              </a:pPr>
              <a:endParaRPr lang="en-US" sz="2250">
                <a:solidFill>
                  <a:srgbClr val="FFFFFF"/>
                </a:solidFill>
                <a:effectLst>
                  <a:outerShdw blurRad="38100" dist="38100" dir="2700000" algn="tl">
                    <a:srgbClr val="000000"/>
                  </a:outerShdw>
                </a:effectLst>
              </a:endParaRPr>
            </a:p>
          </p:txBody>
        </p:sp>
        <p:sp>
          <p:nvSpPr>
            <p:cNvPr id="66" name="AutoShape 20"/>
            <p:cNvSpPr/>
            <p:nvPr/>
          </p:nvSpPr>
          <p:spPr bwMode="auto">
            <a:xfrm>
              <a:off x="6933270" y="4739710"/>
              <a:ext cx="45678" cy="3441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21600" y="21599"/>
                  </a:lnTo>
                  <a:lnTo>
                    <a:pt x="21600" y="0"/>
                  </a:lnTo>
                  <a:lnTo>
                    <a:pt x="0" y="0"/>
                  </a:lnTo>
                  <a:cubicBezTo>
                    <a:pt x="0" y="0"/>
                    <a:pt x="0" y="21599"/>
                    <a:pt x="0" y="21599"/>
                  </a:cubicBezTo>
                  <a:close/>
                </a:path>
              </a:pathLst>
            </a:custGeom>
            <a:grpFill/>
            <a:ln>
              <a:noFill/>
            </a:ln>
            <a:effectLst/>
          </p:spPr>
          <p:txBody>
            <a:bodyPr lIns="28575" tIns="28575" rIns="28575" bIns="28575" anchor="ctr"/>
            <a:lstStyle/>
            <a:p>
              <a:pPr defTabSz="342900">
                <a:defRPr/>
              </a:pPr>
              <a:endParaRPr lang="en-US" sz="2250">
                <a:solidFill>
                  <a:srgbClr val="FFFFFF"/>
                </a:solidFill>
                <a:effectLst>
                  <a:outerShdw blurRad="38100" dist="38100" dir="2700000" algn="tl">
                    <a:srgbClr val="000000"/>
                  </a:outerShdw>
                </a:effectLst>
              </a:endParaRPr>
            </a:p>
          </p:txBody>
        </p:sp>
        <p:sp>
          <p:nvSpPr>
            <p:cNvPr id="67" name="AutoShape 21"/>
            <p:cNvSpPr/>
            <p:nvPr/>
          </p:nvSpPr>
          <p:spPr bwMode="auto">
            <a:xfrm>
              <a:off x="6933270" y="4797277"/>
              <a:ext cx="45678" cy="3378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21600" y="21599"/>
                  </a:lnTo>
                  <a:lnTo>
                    <a:pt x="21600" y="0"/>
                  </a:lnTo>
                  <a:lnTo>
                    <a:pt x="0" y="0"/>
                  </a:lnTo>
                  <a:cubicBezTo>
                    <a:pt x="0" y="0"/>
                    <a:pt x="0" y="21599"/>
                    <a:pt x="0" y="21599"/>
                  </a:cubicBezTo>
                  <a:close/>
                </a:path>
              </a:pathLst>
            </a:custGeom>
            <a:grpFill/>
            <a:ln>
              <a:noFill/>
            </a:ln>
            <a:effectLst/>
          </p:spPr>
          <p:txBody>
            <a:bodyPr lIns="28575" tIns="28575" rIns="28575" bIns="28575" anchor="ctr"/>
            <a:lstStyle/>
            <a:p>
              <a:pPr defTabSz="342900">
                <a:defRPr/>
              </a:pPr>
              <a:endParaRPr lang="en-US" sz="2250">
                <a:solidFill>
                  <a:srgbClr val="FFFFFF"/>
                </a:solidFill>
                <a:effectLst>
                  <a:outerShdw blurRad="38100" dist="38100" dir="2700000" algn="tl">
                    <a:srgbClr val="000000"/>
                  </a:outerShdw>
                </a:effectLst>
              </a:endParaRPr>
            </a:p>
          </p:txBody>
        </p:sp>
        <p:sp>
          <p:nvSpPr>
            <p:cNvPr id="68" name="AutoShape 22"/>
            <p:cNvSpPr/>
            <p:nvPr/>
          </p:nvSpPr>
          <p:spPr bwMode="auto">
            <a:xfrm>
              <a:off x="7013363" y="4797277"/>
              <a:ext cx="45678" cy="3378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21600" y="21599"/>
                  </a:lnTo>
                  <a:lnTo>
                    <a:pt x="21600" y="0"/>
                  </a:lnTo>
                  <a:lnTo>
                    <a:pt x="0" y="0"/>
                  </a:lnTo>
                  <a:cubicBezTo>
                    <a:pt x="0" y="0"/>
                    <a:pt x="0" y="21599"/>
                    <a:pt x="0" y="21599"/>
                  </a:cubicBezTo>
                  <a:close/>
                </a:path>
              </a:pathLst>
            </a:custGeom>
            <a:grpFill/>
            <a:ln>
              <a:noFill/>
            </a:ln>
            <a:effectLst/>
          </p:spPr>
          <p:txBody>
            <a:bodyPr lIns="28575" tIns="28575" rIns="28575" bIns="28575" anchor="ctr"/>
            <a:lstStyle/>
            <a:p>
              <a:pPr defTabSz="342900">
                <a:defRPr/>
              </a:pPr>
              <a:endParaRPr lang="en-US" sz="2250">
                <a:solidFill>
                  <a:srgbClr val="FFFFFF"/>
                </a:solidFill>
                <a:effectLst>
                  <a:outerShdw blurRad="38100" dist="38100" dir="2700000" algn="tl">
                    <a:srgbClr val="000000"/>
                  </a:outerShdw>
                </a:effectLst>
              </a:endParaRPr>
            </a:p>
          </p:txBody>
        </p:sp>
        <p:sp>
          <p:nvSpPr>
            <p:cNvPr id="69" name="AutoShape 23"/>
            <p:cNvSpPr/>
            <p:nvPr/>
          </p:nvSpPr>
          <p:spPr bwMode="auto">
            <a:xfrm>
              <a:off x="7013363" y="4739710"/>
              <a:ext cx="45678" cy="3441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21600" y="21599"/>
                  </a:lnTo>
                  <a:lnTo>
                    <a:pt x="21600" y="0"/>
                  </a:lnTo>
                  <a:lnTo>
                    <a:pt x="0" y="0"/>
                  </a:lnTo>
                  <a:cubicBezTo>
                    <a:pt x="0" y="0"/>
                    <a:pt x="0" y="21599"/>
                    <a:pt x="0" y="21599"/>
                  </a:cubicBezTo>
                  <a:close/>
                </a:path>
              </a:pathLst>
            </a:custGeom>
            <a:grpFill/>
            <a:ln>
              <a:noFill/>
            </a:ln>
            <a:effectLst/>
          </p:spPr>
          <p:txBody>
            <a:bodyPr lIns="28575" tIns="28575" rIns="28575" bIns="28575" anchor="ctr"/>
            <a:lstStyle/>
            <a:p>
              <a:pPr defTabSz="342900">
                <a:defRPr/>
              </a:pPr>
              <a:endParaRPr lang="en-US" sz="2250">
                <a:solidFill>
                  <a:srgbClr val="FFFFFF"/>
                </a:solidFill>
                <a:effectLst>
                  <a:outerShdw blurRad="38100" dist="38100" dir="2700000" algn="tl">
                    <a:srgbClr val="000000"/>
                  </a:outerShdw>
                </a:effectLst>
              </a:endParaRPr>
            </a:p>
          </p:txBody>
        </p:sp>
        <p:sp>
          <p:nvSpPr>
            <p:cNvPr id="70" name="AutoShape 24"/>
            <p:cNvSpPr/>
            <p:nvPr/>
          </p:nvSpPr>
          <p:spPr bwMode="auto">
            <a:xfrm>
              <a:off x="7013363" y="4682768"/>
              <a:ext cx="45678" cy="3441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21600" y="21599"/>
                  </a:lnTo>
                  <a:lnTo>
                    <a:pt x="21600" y="0"/>
                  </a:lnTo>
                  <a:lnTo>
                    <a:pt x="0" y="0"/>
                  </a:lnTo>
                  <a:cubicBezTo>
                    <a:pt x="0" y="0"/>
                    <a:pt x="0" y="21599"/>
                    <a:pt x="0" y="21599"/>
                  </a:cubicBezTo>
                  <a:close/>
                </a:path>
              </a:pathLst>
            </a:custGeom>
            <a:grpFill/>
            <a:ln>
              <a:noFill/>
            </a:ln>
            <a:effectLst/>
          </p:spPr>
          <p:txBody>
            <a:bodyPr lIns="28575" tIns="28575" rIns="28575" bIns="28575" anchor="ctr"/>
            <a:lstStyle/>
            <a:p>
              <a:pPr defTabSz="342900">
                <a:defRPr/>
              </a:pPr>
              <a:endParaRPr lang="en-US" sz="2250">
                <a:solidFill>
                  <a:srgbClr val="FFFFFF"/>
                </a:solidFill>
                <a:effectLst>
                  <a:outerShdw blurRad="38100" dist="38100" dir="2700000" algn="tl">
                    <a:srgbClr val="000000"/>
                  </a:outerShdw>
                </a:effectLst>
              </a:endParaRPr>
            </a:p>
          </p:txBody>
        </p:sp>
        <p:sp>
          <p:nvSpPr>
            <p:cNvPr id="71" name="AutoShape 25"/>
            <p:cNvSpPr/>
            <p:nvPr/>
          </p:nvSpPr>
          <p:spPr bwMode="auto">
            <a:xfrm>
              <a:off x="7093457" y="4797277"/>
              <a:ext cx="45678" cy="3378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21600" y="21599"/>
                  </a:lnTo>
                  <a:lnTo>
                    <a:pt x="21600" y="0"/>
                  </a:lnTo>
                  <a:lnTo>
                    <a:pt x="0" y="0"/>
                  </a:lnTo>
                  <a:cubicBezTo>
                    <a:pt x="0" y="0"/>
                    <a:pt x="0" y="21599"/>
                    <a:pt x="0" y="21599"/>
                  </a:cubicBezTo>
                  <a:close/>
                </a:path>
              </a:pathLst>
            </a:custGeom>
            <a:grpFill/>
            <a:ln>
              <a:noFill/>
            </a:ln>
            <a:effectLst/>
          </p:spPr>
          <p:txBody>
            <a:bodyPr lIns="28575" tIns="28575" rIns="28575" bIns="28575" anchor="ctr"/>
            <a:lstStyle/>
            <a:p>
              <a:pPr defTabSz="342900">
                <a:defRPr/>
              </a:pPr>
              <a:endParaRPr lang="en-US" sz="2250">
                <a:solidFill>
                  <a:srgbClr val="FFFFFF"/>
                </a:solidFill>
                <a:effectLst>
                  <a:outerShdw blurRad="38100" dist="38100" dir="2700000" algn="tl">
                    <a:srgbClr val="000000"/>
                  </a:outerShdw>
                </a:effectLst>
              </a:endParaRPr>
            </a:p>
          </p:txBody>
        </p:sp>
        <p:sp>
          <p:nvSpPr>
            <p:cNvPr id="72" name="AutoShape 26"/>
            <p:cNvSpPr/>
            <p:nvPr/>
          </p:nvSpPr>
          <p:spPr bwMode="auto">
            <a:xfrm>
              <a:off x="7093457" y="4739710"/>
              <a:ext cx="45678" cy="3441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21600" y="21599"/>
                  </a:lnTo>
                  <a:lnTo>
                    <a:pt x="21600" y="0"/>
                  </a:lnTo>
                  <a:lnTo>
                    <a:pt x="0" y="0"/>
                  </a:lnTo>
                  <a:cubicBezTo>
                    <a:pt x="0" y="0"/>
                    <a:pt x="0" y="21599"/>
                    <a:pt x="0" y="21599"/>
                  </a:cubicBezTo>
                  <a:close/>
                </a:path>
              </a:pathLst>
            </a:custGeom>
            <a:grpFill/>
            <a:ln>
              <a:noFill/>
            </a:ln>
            <a:effectLst/>
          </p:spPr>
          <p:txBody>
            <a:bodyPr lIns="28575" tIns="28575" rIns="28575" bIns="28575" anchor="ctr"/>
            <a:lstStyle/>
            <a:p>
              <a:pPr defTabSz="342900">
                <a:defRPr/>
              </a:pPr>
              <a:endParaRPr lang="en-US" sz="2250">
                <a:solidFill>
                  <a:srgbClr val="FFFFFF"/>
                </a:solidFill>
                <a:effectLst>
                  <a:outerShdw blurRad="38100" dist="38100" dir="2700000" algn="tl">
                    <a:srgbClr val="000000"/>
                  </a:outerShdw>
                </a:effectLst>
              </a:endParaRPr>
            </a:p>
          </p:txBody>
        </p:sp>
        <p:sp>
          <p:nvSpPr>
            <p:cNvPr id="73" name="AutoShape 27"/>
            <p:cNvSpPr/>
            <p:nvPr/>
          </p:nvSpPr>
          <p:spPr bwMode="auto">
            <a:xfrm>
              <a:off x="7093457" y="4682768"/>
              <a:ext cx="45678" cy="3441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21600" y="21599"/>
                  </a:lnTo>
                  <a:lnTo>
                    <a:pt x="21600" y="0"/>
                  </a:lnTo>
                  <a:lnTo>
                    <a:pt x="0" y="0"/>
                  </a:lnTo>
                  <a:cubicBezTo>
                    <a:pt x="0" y="0"/>
                    <a:pt x="0" y="21599"/>
                    <a:pt x="0" y="21599"/>
                  </a:cubicBezTo>
                  <a:close/>
                </a:path>
              </a:pathLst>
            </a:custGeom>
            <a:grpFill/>
            <a:ln>
              <a:noFill/>
            </a:ln>
            <a:effectLst/>
          </p:spPr>
          <p:txBody>
            <a:bodyPr lIns="28575" tIns="28575" rIns="28575" bIns="28575" anchor="ctr"/>
            <a:lstStyle/>
            <a:p>
              <a:pPr defTabSz="342900">
                <a:defRPr/>
              </a:pPr>
              <a:endParaRPr lang="en-US" sz="2250">
                <a:solidFill>
                  <a:srgbClr val="FFFFFF"/>
                </a:solidFill>
                <a:effectLst>
                  <a:outerShdw blurRad="38100" dist="38100" dir="2700000" algn="tl">
                    <a:srgbClr val="000000"/>
                  </a:outerShdw>
                </a:effectLst>
              </a:endParaRPr>
            </a:p>
          </p:txBody>
        </p:sp>
      </p:grpSp>
      <p:cxnSp>
        <p:nvCxnSpPr>
          <p:cNvPr id="44" name="Straight Connector 43"/>
          <p:cNvCxnSpPr/>
          <p:nvPr/>
        </p:nvCxnSpPr>
        <p:spPr bwMode="auto">
          <a:xfrm rot="5400000">
            <a:off x="6675382" y="3314388"/>
            <a:ext cx="535781" cy="119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45" name="Oval 44"/>
          <p:cNvSpPr/>
          <p:nvPr/>
        </p:nvSpPr>
        <p:spPr bwMode="auto">
          <a:xfrm>
            <a:off x="6621207" y="2662519"/>
            <a:ext cx="661988" cy="661988"/>
          </a:xfrm>
          <a:prstGeom prst="ellipse">
            <a:avLst/>
          </a:prstGeom>
          <a:solidFill>
            <a:schemeClr val="bg1"/>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800"/>
          </a:p>
        </p:txBody>
      </p:sp>
      <p:grpSp>
        <p:nvGrpSpPr>
          <p:cNvPr id="12" name="Group 82"/>
          <p:cNvGrpSpPr/>
          <p:nvPr/>
        </p:nvGrpSpPr>
        <p:grpSpPr bwMode="auto">
          <a:xfrm>
            <a:off x="6818840" y="2876864"/>
            <a:ext cx="274576" cy="240315"/>
            <a:chOff x="3143240" y="4572014"/>
            <a:chExt cx="366051" cy="320373"/>
          </a:xfrm>
          <a:solidFill>
            <a:schemeClr val="tx1">
              <a:lumMod val="50000"/>
              <a:lumOff val="50000"/>
            </a:schemeClr>
          </a:solidFill>
        </p:grpSpPr>
        <p:sp>
          <p:nvSpPr>
            <p:cNvPr id="74" name="AutoShape 103"/>
            <p:cNvSpPr/>
            <p:nvPr/>
          </p:nvSpPr>
          <p:spPr bwMode="auto">
            <a:xfrm>
              <a:off x="3200807" y="4628955"/>
              <a:ext cx="131403" cy="8635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660" y="0"/>
                  </a:moveTo>
                  <a:cubicBezTo>
                    <a:pt x="9461" y="0"/>
                    <a:pt x="0" y="9233"/>
                    <a:pt x="0" y="20160"/>
                  </a:cubicBezTo>
                  <a:cubicBezTo>
                    <a:pt x="0" y="20954"/>
                    <a:pt x="420" y="21600"/>
                    <a:pt x="939" y="21600"/>
                  </a:cubicBezTo>
                  <a:cubicBezTo>
                    <a:pt x="1457" y="21600"/>
                    <a:pt x="1878" y="20954"/>
                    <a:pt x="1878" y="20160"/>
                  </a:cubicBezTo>
                  <a:cubicBezTo>
                    <a:pt x="1878" y="10956"/>
                    <a:pt x="10655" y="2880"/>
                    <a:pt x="20660" y="2880"/>
                  </a:cubicBezTo>
                  <a:cubicBezTo>
                    <a:pt x="21179" y="2880"/>
                    <a:pt x="21600" y="2234"/>
                    <a:pt x="21600" y="1440"/>
                  </a:cubicBezTo>
                  <a:cubicBezTo>
                    <a:pt x="21600" y="645"/>
                    <a:pt x="21179" y="0"/>
                    <a:pt x="20660" y="0"/>
                  </a:cubicBezTo>
                </a:path>
              </a:pathLst>
            </a:custGeom>
            <a:grpFill/>
            <a:ln>
              <a:noFill/>
            </a:ln>
            <a:effectLst/>
          </p:spPr>
          <p:txBody>
            <a:bodyPr lIns="28575" tIns="28575" rIns="28575" bIns="28575" anchor="ctr"/>
            <a:lstStyle/>
            <a:p>
              <a:pPr defTabSz="342900">
                <a:defRPr/>
              </a:pPr>
              <a:endParaRPr lang="en-US" sz="2250">
                <a:solidFill>
                  <a:srgbClr val="FFFFFF"/>
                </a:solidFill>
                <a:effectLst>
                  <a:outerShdw blurRad="38100" dist="38100" dir="2700000" algn="tl">
                    <a:srgbClr val="000000"/>
                  </a:outerShdw>
                </a:effectLst>
              </a:endParaRPr>
            </a:p>
          </p:txBody>
        </p:sp>
        <p:sp>
          <p:nvSpPr>
            <p:cNvPr id="75" name="AutoShape 104"/>
            <p:cNvSpPr/>
            <p:nvPr/>
          </p:nvSpPr>
          <p:spPr bwMode="auto">
            <a:xfrm>
              <a:off x="3143240" y="4572014"/>
              <a:ext cx="366051" cy="32037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6971"/>
                  </a:moveTo>
                  <a:cubicBezTo>
                    <a:pt x="10181" y="16971"/>
                    <a:pt x="9546" y="16918"/>
                    <a:pt x="8912" y="16811"/>
                  </a:cubicBezTo>
                  <a:cubicBezTo>
                    <a:pt x="8847" y="16800"/>
                    <a:pt x="8781" y="16794"/>
                    <a:pt x="8716" y="16794"/>
                  </a:cubicBezTo>
                  <a:cubicBezTo>
                    <a:pt x="8315" y="16794"/>
                    <a:pt x="7931" y="16999"/>
                    <a:pt x="7673" y="17359"/>
                  </a:cubicBezTo>
                  <a:cubicBezTo>
                    <a:pt x="7384" y="17761"/>
                    <a:pt x="6563" y="18657"/>
                    <a:pt x="5591" y="19318"/>
                  </a:cubicBezTo>
                  <a:cubicBezTo>
                    <a:pt x="5854" y="18628"/>
                    <a:pt x="6060" y="17853"/>
                    <a:pt x="6074" y="17056"/>
                  </a:cubicBezTo>
                  <a:cubicBezTo>
                    <a:pt x="6078" y="17006"/>
                    <a:pt x="6080" y="16956"/>
                    <a:pt x="6080" y="16914"/>
                  </a:cubicBezTo>
                  <a:cubicBezTo>
                    <a:pt x="6080" y="16334"/>
                    <a:pt x="5796" y="15803"/>
                    <a:pt x="5344" y="15540"/>
                  </a:cubicBezTo>
                  <a:cubicBezTo>
                    <a:pt x="2843" y="14080"/>
                    <a:pt x="1349" y="11731"/>
                    <a:pt x="1349" y="9257"/>
                  </a:cubicBezTo>
                  <a:cubicBezTo>
                    <a:pt x="1349" y="5003"/>
                    <a:pt x="5588" y="1542"/>
                    <a:pt x="10800" y="1542"/>
                  </a:cubicBezTo>
                  <a:cubicBezTo>
                    <a:pt x="16011" y="1542"/>
                    <a:pt x="20249" y="5003"/>
                    <a:pt x="20249" y="9257"/>
                  </a:cubicBezTo>
                  <a:cubicBezTo>
                    <a:pt x="20249" y="13510"/>
                    <a:pt x="16011" y="16971"/>
                    <a:pt x="10800" y="16971"/>
                  </a:cubicBezTo>
                  <a:moveTo>
                    <a:pt x="10800" y="0"/>
                  </a:moveTo>
                  <a:cubicBezTo>
                    <a:pt x="4835" y="0"/>
                    <a:pt x="0" y="4144"/>
                    <a:pt x="0" y="9257"/>
                  </a:cubicBezTo>
                  <a:cubicBezTo>
                    <a:pt x="0" y="12440"/>
                    <a:pt x="1875" y="15248"/>
                    <a:pt x="4730" y="16914"/>
                  </a:cubicBezTo>
                  <a:cubicBezTo>
                    <a:pt x="4730" y="16935"/>
                    <a:pt x="4724" y="16949"/>
                    <a:pt x="4724" y="16971"/>
                  </a:cubicBezTo>
                  <a:cubicBezTo>
                    <a:pt x="4724" y="18354"/>
                    <a:pt x="3821" y="19843"/>
                    <a:pt x="3423" y="20625"/>
                  </a:cubicBezTo>
                  <a:lnTo>
                    <a:pt x="3425" y="20625"/>
                  </a:lnTo>
                  <a:cubicBezTo>
                    <a:pt x="3393" y="20709"/>
                    <a:pt x="3374" y="20802"/>
                    <a:pt x="3374" y="20900"/>
                  </a:cubicBezTo>
                  <a:cubicBezTo>
                    <a:pt x="3374" y="21287"/>
                    <a:pt x="3648" y="21600"/>
                    <a:pt x="3986" y="21600"/>
                  </a:cubicBezTo>
                  <a:cubicBezTo>
                    <a:pt x="4049" y="21600"/>
                    <a:pt x="4161" y="21580"/>
                    <a:pt x="4158" y="21590"/>
                  </a:cubicBezTo>
                  <a:cubicBezTo>
                    <a:pt x="6268" y="21195"/>
                    <a:pt x="8255" y="18979"/>
                    <a:pt x="8716" y="18338"/>
                  </a:cubicBezTo>
                  <a:cubicBezTo>
                    <a:pt x="9391" y="18451"/>
                    <a:pt x="10086" y="18514"/>
                    <a:pt x="10800" y="18514"/>
                  </a:cubicBezTo>
                  <a:cubicBezTo>
                    <a:pt x="16764" y="18514"/>
                    <a:pt x="21600" y="14369"/>
                    <a:pt x="21600" y="9257"/>
                  </a:cubicBezTo>
                  <a:cubicBezTo>
                    <a:pt x="21600" y="4144"/>
                    <a:pt x="16764" y="0"/>
                    <a:pt x="10800" y="0"/>
                  </a:cubicBezTo>
                </a:path>
              </a:pathLst>
            </a:custGeom>
            <a:grpFill/>
            <a:ln>
              <a:noFill/>
            </a:ln>
            <a:effectLst/>
          </p:spPr>
          <p:txBody>
            <a:bodyPr lIns="28575" tIns="28575" rIns="28575" bIns="28575" anchor="ctr"/>
            <a:lstStyle/>
            <a:p>
              <a:pPr defTabSz="342900">
                <a:defRPr/>
              </a:pPr>
              <a:endParaRPr lang="en-US" sz="2250">
                <a:solidFill>
                  <a:srgbClr val="FFFFFF"/>
                </a:solidFill>
                <a:effectLst>
                  <a:outerShdw blurRad="38100" dist="38100" dir="2700000" algn="tl">
                    <a:srgbClr val="000000"/>
                  </a:outerShdw>
                </a:effectLst>
              </a:endParaRPr>
            </a:p>
          </p:txBody>
        </p:sp>
      </p:grpSp>
      <p:grpSp>
        <p:nvGrpSpPr>
          <p:cNvPr id="14355" name="Group 47"/>
          <p:cNvGrpSpPr/>
          <p:nvPr/>
        </p:nvGrpSpPr>
        <p:grpSpPr bwMode="auto">
          <a:xfrm>
            <a:off x="3352812" y="2662520"/>
            <a:ext cx="662431" cy="920669"/>
            <a:chOff x="3000364" y="1428742"/>
            <a:chExt cx="883120" cy="1227378"/>
          </a:xfrm>
        </p:grpSpPr>
        <p:cxnSp>
          <p:nvCxnSpPr>
            <p:cNvPr id="20" name="Straight Connector 19"/>
            <p:cNvCxnSpPr/>
            <p:nvPr/>
          </p:nvCxnSpPr>
          <p:spPr>
            <a:xfrm rot="5400000">
              <a:off x="3072763" y="2297771"/>
              <a:ext cx="714270" cy="1588"/>
            </a:xfrm>
            <a:prstGeom prst="line">
              <a:avLst/>
            </a:prstGeom>
            <a:ln w="12700">
              <a:solidFill>
                <a:srgbClr val="FD8675"/>
              </a:solidFill>
            </a:ln>
          </p:spPr>
          <p:style>
            <a:lnRef idx="1">
              <a:schemeClr val="accent1"/>
            </a:lnRef>
            <a:fillRef idx="0">
              <a:schemeClr val="accent1"/>
            </a:fillRef>
            <a:effectRef idx="0">
              <a:schemeClr val="accent1"/>
            </a:effectRef>
            <a:fontRef idx="minor">
              <a:schemeClr val="tx1"/>
            </a:fontRef>
          </p:style>
        </p:cxnSp>
        <p:sp>
          <p:nvSpPr>
            <p:cNvPr id="21" name="Oval 20"/>
            <p:cNvSpPr/>
            <p:nvPr/>
          </p:nvSpPr>
          <p:spPr>
            <a:xfrm>
              <a:off x="3000538" y="1428742"/>
              <a:ext cx="882529" cy="882520"/>
            </a:xfrm>
            <a:prstGeom prst="ellipse">
              <a:avLst/>
            </a:prstGeom>
            <a:solidFill>
              <a:srgbClr val="FD86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800"/>
            </a:p>
          </p:txBody>
        </p:sp>
        <p:grpSp>
          <p:nvGrpSpPr>
            <p:cNvPr id="15" name="Group 81"/>
            <p:cNvGrpSpPr/>
            <p:nvPr/>
          </p:nvGrpSpPr>
          <p:grpSpPr>
            <a:xfrm>
              <a:off x="3251393" y="1753373"/>
              <a:ext cx="365425" cy="229016"/>
              <a:chOff x="2411138" y="4617692"/>
              <a:chExt cx="365425" cy="229016"/>
            </a:xfrm>
            <a:solidFill>
              <a:schemeClr val="bg1"/>
            </a:solidFill>
          </p:grpSpPr>
          <p:sp>
            <p:nvSpPr>
              <p:cNvPr id="76" name="AutoShape 105"/>
              <p:cNvSpPr/>
              <p:nvPr/>
            </p:nvSpPr>
            <p:spPr bwMode="auto">
              <a:xfrm>
                <a:off x="2411138" y="4617692"/>
                <a:ext cx="365425" cy="22901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9438"/>
                    </a:moveTo>
                    <a:cubicBezTo>
                      <a:pt x="7005" y="19438"/>
                      <a:pt x="3289" y="15988"/>
                      <a:pt x="1437" y="10797"/>
                    </a:cubicBezTo>
                    <a:cubicBezTo>
                      <a:pt x="3298" y="5598"/>
                      <a:pt x="7009" y="2161"/>
                      <a:pt x="10800" y="2161"/>
                    </a:cubicBezTo>
                    <a:cubicBezTo>
                      <a:pt x="14595" y="2161"/>
                      <a:pt x="18310" y="5611"/>
                      <a:pt x="20162" y="10802"/>
                    </a:cubicBezTo>
                    <a:cubicBezTo>
                      <a:pt x="18301" y="16000"/>
                      <a:pt x="14590" y="19438"/>
                      <a:pt x="10800" y="19438"/>
                    </a:cubicBezTo>
                    <a:moveTo>
                      <a:pt x="21576" y="10561"/>
                    </a:moveTo>
                    <a:cubicBezTo>
                      <a:pt x="21569" y="10516"/>
                      <a:pt x="21573" y="10467"/>
                      <a:pt x="21562" y="10423"/>
                    </a:cubicBezTo>
                    <a:cubicBezTo>
                      <a:pt x="21558" y="10406"/>
                      <a:pt x="21548" y="10395"/>
                      <a:pt x="21544" y="10378"/>
                    </a:cubicBezTo>
                    <a:cubicBezTo>
                      <a:pt x="21537" y="10352"/>
                      <a:pt x="21539" y="10322"/>
                      <a:pt x="21530" y="10297"/>
                    </a:cubicBezTo>
                    <a:cubicBezTo>
                      <a:pt x="19569" y="4298"/>
                      <a:pt x="15302" y="0"/>
                      <a:pt x="10800" y="0"/>
                    </a:cubicBezTo>
                    <a:cubicBezTo>
                      <a:pt x="6297" y="0"/>
                      <a:pt x="2030" y="4290"/>
                      <a:pt x="69" y="10290"/>
                    </a:cubicBezTo>
                    <a:cubicBezTo>
                      <a:pt x="61" y="10316"/>
                      <a:pt x="62" y="10344"/>
                      <a:pt x="55" y="10370"/>
                    </a:cubicBezTo>
                    <a:cubicBezTo>
                      <a:pt x="51" y="10387"/>
                      <a:pt x="41" y="10398"/>
                      <a:pt x="37" y="10415"/>
                    </a:cubicBezTo>
                    <a:cubicBezTo>
                      <a:pt x="26" y="10459"/>
                      <a:pt x="30" y="10508"/>
                      <a:pt x="24" y="10554"/>
                    </a:cubicBezTo>
                    <a:cubicBezTo>
                      <a:pt x="12" y="10635"/>
                      <a:pt x="0" y="10714"/>
                      <a:pt x="0" y="10796"/>
                    </a:cubicBezTo>
                    <a:cubicBezTo>
                      <a:pt x="0" y="10878"/>
                      <a:pt x="12" y="10955"/>
                      <a:pt x="24" y="11038"/>
                    </a:cubicBezTo>
                    <a:cubicBezTo>
                      <a:pt x="30" y="11083"/>
                      <a:pt x="26" y="11131"/>
                      <a:pt x="37" y="11175"/>
                    </a:cubicBezTo>
                    <a:cubicBezTo>
                      <a:pt x="41" y="11193"/>
                      <a:pt x="51" y="11204"/>
                      <a:pt x="55" y="11220"/>
                    </a:cubicBezTo>
                    <a:cubicBezTo>
                      <a:pt x="62" y="11247"/>
                      <a:pt x="61" y="11276"/>
                      <a:pt x="69" y="11302"/>
                    </a:cubicBezTo>
                    <a:cubicBezTo>
                      <a:pt x="2030" y="17300"/>
                      <a:pt x="6297" y="21599"/>
                      <a:pt x="10800" y="21599"/>
                    </a:cubicBezTo>
                    <a:cubicBezTo>
                      <a:pt x="15302" y="21599"/>
                      <a:pt x="19569" y="17308"/>
                      <a:pt x="21530" y="11309"/>
                    </a:cubicBezTo>
                    <a:cubicBezTo>
                      <a:pt x="21539" y="11283"/>
                      <a:pt x="21537" y="11255"/>
                      <a:pt x="21544" y="11228"/>
                    </a:cubicBezTo>
                    <a:cubicBezTo>
                      <a:pt x="21548" y="11212"/>
                      <a:pt x="21558" y="11201"/>
                      <a:pt x="21562" y="11183"/>
                    </a:cubicBezTo>
                    <a:cubicBezTo>
                      <a:pt x="21573" y="11139"/>
                      <a:pt x="21569" y="11089"/>
                      <a:pt x="21576" y="11044"/>
                    </a:cubicBezTo>
                    <a:cubicBezTo>
                      <a:pt x="21587" y="10963"/>
                      <a:pt x="21599" y="10885"/>
                      <a:pt x="21599" y="10803"/>
                    </a:cubicBezTo>
                    <a:cubicBezTo>
                      <a:pt x="21599" y="10721"/>
                      <a:pt x="21587" y="10642"/>
                      <a:pt x="21576" y="10561"/>
                    </a:cubicBezTo>
                  </a:path>
                </a:pathLst>
              </a:custGeom>
              <a:grpFill/>
              <a:ln>
                <a:noFill/>
              </a:ln>
              <a:effectLst/>
            </p:spPr>
            <p:txBody>
              <a:bodyPr lIns="28575" tIns="28575" rIns="28575" bIns="28575" anchor="ctr"/>
              <a:lstStyle/>
              <a:p>
                <a:pPr defTabSz="342900">
                  <a:defRPr/>
                </a:pPr>
                <a:endParaRPr lang="en-US" sz="2250">
                  <a:solidFill>
                    <a:srgbClr val="FFFFFF"/>
                  </a:solidFill>
                  <a:effectLst>
                    <a:outerShdw blurRad="38100" dist="38100" dir="2700000" algn="tl">
                      <a:srgbClr val="000000"/>
                    </a:outerShdw>
                  </a:effectLst>
                </a:endParaRPr>
              </a:p>
            </p:txBody>
          </p:sp>
          <p:sp>
            <p:nvSpPr>
              <p:cNvPr id="77" name="AutoShape 106"/>
              <p:cNvSpPr/>
              <p:nvPr/>
            </p:nvSpPr>
            <p:spPr bwMode="auto">
              <a:xfrm>
                <a:off x="2548173" y="4686523"/>
                <a:ext cx="51935" cy="5131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202" y="0"/>
                    </a:moveTo>
                    <a:cubicBezTo>
                      <a:pt x="19193" y="0"/>
                      <a:pt x="19183" y="4"/>
                      <a:pt x="19174" y="4"/>
                    </a:cubicBezTo>
                    <a:cubicBezTo>
                      <a:pt x="8585" y="23"/>
                      <a:pt x="0" y="8607"/>
                      <a:pt x="0" y="19198"/>
                    </a:cubicBezTo>
                    <a:cubicBezTo>
                      <a:pt x="0" y="20523"/>
                      <a:pt x="1076" y="21600"/>
                      <a:pt x="2402" y="21600"/>
                    </a:cubicBezTo>
                    <a:cubicBezTo>
                      <a:pt x="3722" y="21600"/>
                      <a:pt x="4799" y="20523"/>
                      <a:pt x="4799" y="19198"/>
                    </a:cubicBezTo>
                    <a:cubicBezTo>
                      <a:pt x="4799" y="11262"/>
                      <a:pt x="11262" y="4803"/>
                      <a:pt x="19202" y="4803"/>
                    </a:cubicBezTo>
                    <a:lnTo>
                      <a:pt x="19202" y="4798"/>
                    </a:lnTo>
                    <a:cubicBezTo>
                      <a:pt x="20523" y="4798"/>
                      <a:pt x="21599" y="3721"/>
                      <a:pt x="21599" y="2401"/>
                    </a:cubicBezTo>
                    <a:cubicBezTo>
                      <a:pt x="21599" y="1076"/>
                      <a:pt x="20523" y="0"/>
                      <a:pt x="19202" y="0"/>
                    </a:cubicBezTo>
                  </a:path>
                </a:pathLst>
              </a:custGeom>
              <a:grpFill/>
              <a:ln>
                <a:noFill/>
              </a:ln>
              <a:effectLst/>
            </p:spPr>
            <p:txBody>
              <a:bodyPr lIns="28575" tIns="28575" rIns="28575" bIns="28575" anchor="ctr"/>
              <a:lstStyle/>
              <a:p>
                <a:pPr defTabSz="342900">
                  <a:defRPr/>
                </a:pPr>
                <a:endParaRPr lang="en-US" sz="2250">
                  <a:solidFill>
                    <a:srgbClr val="FFFFFF"/>
                  </a:solidFill>
                  <a:effectLst>
                    <a:outerShdw blurRad="38100" dist="38100" dir="2700000" algn="tl">
                      <a:srgbClr val="000000"/>
                    </a:outerShdw>
                  </a:effectLst>
                </a:endParaRPr>
              </a:p>
            </p:txBody>
          </p:sp>
          <p:sp>
            <p:nvSpPr>
              <p:cNvPr id="78" name="AutoShape 107"/>
              <p:cNvSpPr/>
              <p:nvPr/>
            </p:nvSpPr>
            <p:spPr bwMode="auto">
              <a:xfrm>
                <a:off x="2513756" y="4652107"/>
                <a:ext cx="160186" cy="16018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0057"/>
                    </a:moveTo>
                    <a:cubicBezTo>
                      <a:pt x="5694" y="20057"/>
                      <a:pt x="1542" y="15905"/>
                      <a:pt x="1542" y="10800"/>
                    </a:cubicBezTo>
                    <a:cubicBezTo>
                      <a:pt x="1542" y="5694"/>
                      <a:pt x="5694" y="1542"/>
                      <a:pt x="10800" y="1542"/>
                    </a:cubicBezTo>
                    <a:cubicBezTo>
                      <a:pt x="15905" y="1542"/>
                      <a:pt x="20057" y="5694"/>
                      <a:pt x="20057" y="10800"/>
                    </a:cubicBezTo>
                    <a:cubicBezTo>
                      <a:pt x="20057" y="15905"/>
                      <a:pt x="15905" y="20057"/>
                      <a:pt x="10800" y="20057"/>
                    </a:cubicBezTo>
                    <a:moveTo>
                      <a:pt x="10800" y="0"/>
                    </a:moveTo>
                    <a:cubicBezTo>
                      <a:pt x="4834" y="0"/>
                      <a:pt x="0" y="4834"/>
                      <a:pt x="0" y="10800"/>
                    </a:cubicBezTo>
                    <a:cubicBezTo>
                      <a:pt x="0" y="16765"/>
                      <a:pt x="4834" y="21600"/>
                      <a:pt x="10800" y="21600"/>
                    </a:cubicBezTo>
                    <a:cubicBezTo>
                      <a:pt x="16765" y="21600"/>
                      <a:pt x="21599" y="16765"/>
                      <a:pt x="21599" y="10800"/>
                    </a:cubicBezTo>
                    <a:cubicBezTo>
                      <a:pt x="21599" y="4834"/>
                      <a:pt x="16765" y="0"/>
                      <a:pt x="10800" y="0"/>
                    </a:cubicBezTo>
                  </a:path>
                </a:pathLst>
              </a:custGeom>
              <a:grpFill/>
              <a:ln>
                <a:noFill/>
              </a:ln>
              <a:effectLst/>
            </p:spPr>
            <p:txBody>
              <a:bodyPr lIns="28575" tIns="28575" rIns="28575" bIns="28575" anchor="ctr"/>
              <a:lstStyle/>
              <a:p>
                <a:pPr defTabSz="342900">
                  <a:defRPr/>
                </a:pPr>
                <a:endParaRPr lang="en-US" sz="2250">
                  <a:solidFill>
                    <a:srgbClr val="FFFFFF"/>
                  </a:solidFill>
                  <a:effectLst>
                    <a:outerShdw blurRad="38100" dist="38100" dir="2700000" algn="tl">
                      <a:srgbClr val="000000"/>
                    </a:outerShdw>
                  </a:effectLst>
                </a:endParaRPr>
              </a:p>
            </p:txBody>
          </p:sp>
        </p:grpSp>
      </p:grpSp>
      <p:grpSp>
        <p:nvGrpSpPr>
          <p:cNvPr id="14347" name="Group 45"/>
          <p:cNvGrpSpPr/>
          <p:nvPr/>
        </p:nvGrpSpPr>
        <p:grpSpPr bwMode="auto">
          <a:xfrm>
            <a:off x="1745468" y="2662520"/>
            <a:ext cx="662431" cy="920669"/>
            <a:chOff x="857224" y="1428742"/>
            <a:chExt cx="883120" cy="1227378"/>
          </a:xfrm>
        </p:grpSpPr>
        <p:cxnSp>
          <p:nvCxnSpPr>
            <p:cNvPr id="8" name="Straight Connector 7"/>
            <p:cNvCxnSpPr/>
            <p:nvPr/>
          </p:nvCxnSpPr>
          <p:spPr>
            <a:xfrm rot="5400000">
              <a:off x="929623" y="2297771"/>
              <a:ext cx="714270" cy="1588"/>
            </a:xfrm>
            <a:prstGeom prst="line">
              <a:avLst/>
            </a:prstGeom>
          </p:spPr>
          <p:style>
            <a:lnRef idx="2">
              <a:schemeClr val="accent4"/>
            </a:lnRef>
            <a:fillRef idx="1">
              <a:schemeClr val="lt1"/>
            </a:fillRef>
            <a:effectRef idx="0">
              <a:schemeClr val="accent4"/>
            </a:effectRef>
            <a:fontRef idx="minor">
              <a:schemeClr val="dk1"/>
            </a:fontRef>
          </p:style>
        </p:cxnSp>
        <p:sp>
          <p:nvSpPr>
            <p:cNvPr id="9" name="Oval 8"/>
            <p:cNvSpPr/>
            <p:nvPr/>
          </p:nvSpPr>
          <p:spPr>
            <a:xfrm>
              <a:off x="857398" y="1428742"/>
              <a:ext cx="882529" cy="882520"/>
            </a:xfrm>
            <a:prstGeom prst="ellipse">
              <a:avLst/>
            </a:prstGeom>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US" sz="1800"/>
            </a:p>
          </p:txBody>
        </p:sp>
        <p:grpSp>
          <p:nvGrpSpPr>
            <p:cNvPr id="14350" name="Group 80"/>
            <p:cNvGrpSpPr/>
            <p:nvPr/>
          </p:nvGrpSpPr>
          <p:grpSpPr bwMode="auto">
            <a:xfrm>
              <a:off x="1167519" y="1684543"/>
              <a:ext cx="274694" cy="366676"/>
              <a:chOff x="1724713" y="4548862"/>
              <a:chExt cx="274694" cy="366676"/>
            </a:xfrm>
          </p:grpSpPr>
          <p:sp>
            <p:nvSpPr>
              <p:cNvPr id="79" name="AutoShape 108"/>
              <p:cNvSpPr/>
              <p:nvPr/>
            </p:nvSpPr>
            <p:spPr bwMode="auto">
              <a:xfrm>
                <a:off x="1792365" y="4616863"/>
                <a:ext cx="138094" cy="13809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800"/>
                    </a:moveTo>
                    <a:cubicBezTo>
                      <a:pt x="15764" y="1800"/>
                      <a:pt x="19800" y="5835"/>
                      <a:pt x="19800" y="10800"/>
                    </a:cubicBezTo>
                    <a:cubicBezTo>
                      <a:pt x="19800" y="15764"/>
                      <a:pt x="15764" y="19800"/>
                      <a:pt x="10800" y="19800"/>
                    </a:cubicBezTo>
                    <a:cubicBezTo>
                      <a:pt x="5835" y="19800"/>
                      <a:pt x="1800" y="15764"/>
                      <a:pt x="1800" y="10800"/>
                    </a:cubicBezTo>
                    <a:cubicBezTo>
                      <a:pt x="1800" y="5835"/>
                      <a:pt x="5835" y="1800"/>
                      <a:pt x="10800" y="1800"/>
                    </a:cubicBezTo>
                    <a:moveTo>
                      <a:pt x="10800" y="21599"/>
                    </a:moveTo>
                    <a:cubicBezTo>
                      <a:pt x="16756" y="21599"/>
                      <a:pt x="21600" y="16756"/>
                      <a:pt x="21600" y="10800"/>
                    </a:cubicBezTo>
                    <a:cubicBezTo>
                      <a:pt x="21600" y="4843"/>
                      <a:pt x="16756" y="0"/>
                      <a:pt x="10800" y="0"/>
                    </a:cubicBezTo>
                    <a:cubicBezTo>
                      <a:pt x="4843" y="0"/>
                      <a:pt x="0" y="4843"/>
                      <a:pt x="0" y="10800"/>
                    </a:cubicBezTo>
                    <a:cubicBezTo>
                      <a:pt x="0" y="16756"/>
                      <a:pt x="4843" y="21599"/>
                      <a:pt x="10800" y="21599"/>
                    </a:cubicBezTo>
                  </a:path>
                </a:pathLst>
              </a:custGeom>
            </p:spPr>
            <p:style>
              <a:lnRef idx="2">
                <a:schemeClr val="accent4"/>
              </a:lnRef>
              <a:fillRef idx="1">
                <a:schemeClr val="lt1"/>
              </a:fillRef>
              <a:effectRef idx="0">
                <a:schemeClr val="accent4"/>
              </a:effectRef>
              <a:fontRef idx="minor">
                <a:schemeClr val="dk1"/>
              </a:fontRef>
            </p:style>
            <p:txBody>
              <a:bodyPr lIns="28575" tIns="28575" rIns="28575" bIns="28575" anchor="ctr"/>
              <a:lstStyle/>
              <a:p>
                <a:pPr defTabSz="342900">
                  <a:defRPr/>
                </a:pPr>
                <a:endParaRPr lang="en-US" sz="2250">
                  <a:solidFill>
                    <a:srgbClr val="FFFFFF"/>
                  </a:solidFill>
                  <a:effectLst>
                    <a:outerShdw blurRad="38100" dist="38100" dir="2700000" algn="tl">
                      <a:srgbClr val="000000"/>
                    </a:outerShdw>
                  </a:effectLst>
                </a:endParaRPr>
              </a:p>
            </p:txBody>
          </p:sp>
          <p:sp>
            <p:nvSpPr>
              <p:cNvPr id="80" name="AutoShape 109"/>
              <p:cNvSpPr/>
              <p:nvPr/>
            </p:nvSpPr>
            <p:spPr bwMode="auto">
              <a:xfrm>
                <a:off x="1724112" y="4548611"/>
                <a:ext cx="274599" cy="36665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904" y="20170"/>
                    </a:moveTo>
                    <a:cubicBezTo>
                      <a:pt x="10885" y="20184"/>
                      <a:pt x="10830" y="20215"/>
                      <a:pt x="10782" y="20237"/>
                    </a:cubicBezTo>
                    <a:cubicBezTo>
                      <a:pt x="10774" y="20218"/>
                      <a:pt x="10707" y="20178"/>
                      <a:pt x="10666" y="20147"/>
                    </a:cubicBezTo>
                    <a:cubicBezTo>
                      <a:pt x="7368" y="17300"/>
                      <a:pt x="1799" y="12497"/>
                      <a:pt x="1799" y="8101"/>
                    </a:cubicBezTo>
                    <a:cubicBezTo>
                      <a:pt x="1799" y="4378"/>
                      <a:pt x="5838" y="1350"/>
                      <a:pt x="10800" y="1350"/>
                    </a:cubicBezTo>
                    <a:cubicBezTo>
                      <a:pt x="15762" y="1350"/>
                      <a:pt x="19800" y="4378"/>
                      <a:pt x="19800" y="8101"/>
                    </a:cubicBezTo>
                    <a:cubicBezTo>
                      <a:pt x="19800" y="12497"/>
                      <a:pt x="14231" y="17300"/>
                      <a:pt x="10904" y="20170"/>
                    </a:cubicBezTo>
                    <a:moveTo>
                      <a:pt x="10800" y="0"/>
                    </a:moveTo>
                    <a:cubicBezTo>
                      <a:pt x="4844" y="0"/>
                      <a:pt x="0" y="3588"/>
                      <a:pt x="0" y="8101"/>
                    </a:cubicBezTo>
                    <a:cubicBezTo>
                      <a:pt x="0" y="12826"/>
                      <a:pt x="5400" y="17660"/>
                      <a:pt x="9337" y="21056"/>
                    </a:cubicBezTo>
                    <a:cubicBezTo>
                      <a:pt x="9352" y="21070"/>
                      <a:pt x="9984" y="21599"/>
                      <a:pt x="10766" y="21599"/>
                    </a:cubicBezTo>
                    <a:lnTo>
                      <a:pt x="10834" y="21599"/>
                    </a:lnTo>
                    <a:cubicBezTo>
                      <a:pt x="11615" y="21599"/>
                      <a:pt x="12247" y="21070"/>
                      <a:pt x="12262" y="21056"/>
                    </a:cubicBezTo>
                    <a:cubicBezTo>
                      <a:pt x="16200" y="17660"/>
                      <a:pt x="21599" y="12826"/>
                      <a:pt x="21599" y="8101"/>
                    </a:cubicBezTo>
                    <a:cubicBezTo>
                      <a:pt x="21599" y="3588"/>
                      <a:pt x="16755" y="0"/>
                      <a:pt x="10800" y="0"/>
                    </a:cubicBezTo>
                  </a:path>
                </a:pathLst>
              </a:custGeom>
            </p:spPr>
            <p:style>
              <a:lnRef idx="2">
                <a:schemeClr val="accent4"/>
              </a:lnRef>
              <a:fillRef idx="1">
                <a:schemeClr val="lt1"/>
              </a:fillRef>
              <a:effectRef idx="0">
                <a:schemeClr val="accent4"/>
              </a:effectRef>
              <a:fontRef idx="minor">
                <a:schemeClr val="dk1"/>
              </a:fontRef>
            </p:style>
            <p:txBody>
              <a:bodyPr lIns="28575" tIns="28575" rIns="28575" bIns="28575" anchor="ctr"/>
              <a:lstStyle/>
              <a:p>
                <a:pPr defTabSz="342900">
                  <a:defRPr/>
                </a:pPr>
                <a:endParaRPr lang="en-US" sz="2250">
                  <a:solidFill>
                    <a:srgbClr val="FFFFFF"/>
                  </a:solidFill>
                  <a:effectLst>
                    <a:outerShdw blurRad="38100" dist="38100" dir="2700000" algn="tl">
                      <a:srgbClr val="000000"/>
                    </a:outerShdw>
                  </a:effectLst>
                </a:endParaRPr>
              </a:p>
            </p:txBody>
          </p:sp>
        </p:grpSp>
      </p:grpSp>
      <p:sp>
        <p:nvSpPr>
          <p:cNvPr id="81" name="Shape 376"/>
          <p:cNvSpPr/>
          <p:nvPr/>
        </p:nvSpPr>
        <p:spPr>
          <a:xfrm>
            <a:off x="3253778" y="3160920"/>
            <a:ext cx="877644" cy="339035"/>
          </a:xfrm>
          <a:prstGeom prst="rect">
            <a:avLst/>
          </a:prstGeom>
          <a:ln w="3175">
            <a:miter lim="400000"/>
          </a:ln>
        </p:spPr>
        <p:txBody>
          <a:bodyPr wrap="none" lIns="53578" tIns="53578" rIns="53578" bIns="53578" anchor="ctr">
            <a:spAutoFit/>
          </a:bodyPr>
          <a:lstStyle>
            <a:lvl1pPr algn="just">
              <a:defRPr sz="3600" b="1">
                <a:solidFill>
                  <a:srgbClr val="FFD23C"/>
                </a:solidFill>
                <a:latin typeface="Helvetica"/>
                <a:ea typeface="Helvetica"/>
                <a:cs typeface="Helvetica"/>
                <a:sym typeface="Helvetica"/>
              </a:defRPr>
            </a:lvl1pPr>
          </a:lstStyle>
          <a:p>
            <a:r>
              <a:rPr lang="zh-CN" altLang="en-US" sz="1500" b="0" dirty="0">
                <a:solidFill>
                  <a:srgbClr val="FF8A77"/>
                </a:solidFill>
                <a:latin typeface="方正银联黑简体" panose="02000000000000000000" pitchFamily="2" charset="-122"/>
                <a:ea typeface="方正银联黑简体" panose="02000000000000000000" pitchFamily="2" charset="-122"/>
                <a:cs typeface="FZYLHJW" charset="-122"/>
              </a:rPr>
              <a:t>输入文字</a:t>
            </a:r>
            <a:endParaRPr sz="1500" b="0" dirty="0">
              <a:solidFill>
                <a:srgbClr val="FF8A77"/>
              </a:solidFill>
              <a:latin typeface="方正银联黑简体" panose="02000000000000000000" pitchFamily="2" charset="-122"/>
              <a:ea typeface="方正银联黑简体" panose="02000000000000000000" pitchFamily="2" charset="-122"/>
              <a:cs typeface="FZYLHJW" charset="-122"/>
            </a:endParaRPr>
          </a:p>
        </p:txBody>
      </p:sp>
      <p:sp>
        <p:nvSpPr>
          <p:cNvPr id="82" name="Shape 357"/>
          <p:cNvSpPr/>
          <p:nvPr/>
        </p:nvSpPr>
        <p:spPr>
          <a:xfrm>
            <a:off x="1422076" y="3470456"/>
            <a:ext cx="1425334" cy="939199"/>
          </a:xfrm>
          <a:prstGeom prst="rect">
            <a:avLst/>
          </a:prstGeom>
          <a:ln w="3175">
            <a:miter lim="400000"/>
          </a:ln>
        </p:spPr>
        <p:txBody>
          <a:bodyPr wrap="square" lIns="53578" tIns="53578" rIns="53578" bIns="53578" anchor="ctr">
            <a:spAutoFit/>
          </a:bodyPr>
          <a:lstStyle>
            <a:lvl1pPr algn="l">
              <a:lnSpc>
                <a:spcPct val="150000"/>
              </a:lnSpc>
              <a:defRPr sz="3000">
                <a:solidFill>
                  <a:srgbClr val="53585F"/>
                </a:solidFill>
              </a:defRPr>
            </a:lvl1pPr>
          </a:lstStyle>
          <a:p>
            <a:pPr algn="ctr"/>
            <a:r>
              <a:rPr lang="zh-CN" altLang="en-US" sz="1200" dirty="0">
                <a:solidFill>
                  <a:schemeClr val="tx1">
                    <a:lumMod val="75000"/>
                    <a:lumOff val="25000"/>
                  </a:schemeClr>
                </a:solidFill>
                <a:latin typeface="方正银联黑简体" panose="02000000000000000000" pitchFamily="2" charset="-122"/>
                <a:ea typeface="方正银联黑简体" panose="02000000000000000000" pitchFamily="2" charset="-122"/>
                <a:cs typeface="FZYLHJW" charset="-122"/>
              </a:rPr>
              <a:t>输入文字内容输入文字内容输入文字内容输入文字内容</a:t>
            </a:r>
            <a:endParaRPr lang="zh-CN" altLang="en-US" sz="1200" dirty="0">
              <a:solidFill>
                <a:schemeClr val="tx1">
                  <a:lumMod val="75000"/>
                  <a:lumOff val="25000"/>
                </a:schemeClr>
              </a:solidFill>
              <a:latin typeface="方正银联黑简体" panose="02000000000000000000" pitchFamily="2" charset="-122"/>
              <a:ea typeface="方正银联黑简体" panose="02000000000000000000" pitchFamily="2" charset="-122"/>
              <a:cs typeface="FZYLHJW" charset="-122"/>
            </a:endParaRPr>
          </a:p>
        </p:txBody>
      </p:sp>
      <p:sp>
        <p:nvSpPr>
          <p:cNvPr id="83" name="Shape 376"/>
          <p:cNvSpPr/>
          <p:nvPr/>
        </p:nvSpPr>
        <p:spPr>
          <a:xfrm>
            <a:off x="1662996" y="3160920"/>
            <a:ext cx="877644" cy="339035"/>
          </a:xfrm>
          <a:prstGeom prst="rect">
            <a:avLst/>
          </a:prstGeom>
          <a:ln w="3175">
            <a:miter lim="400000"/>
          </a:ln>
        </p:spPr>
        <p:txBody>
          <a:bodyPr wrap="none" lIns="53578" tIns="53578" rIns="53578" bIns="53578" anchor="ctr">
            <a:spAutoFit/>
          </a:bodyPr>
          <a:lstStyle>
            <a:lvl1pPr algn="just">
              <a:defRPr sz="3600" b="1">
                <a:solidFill>
                  <a:srgbClr val="FFD23C"/>
                </a:solidFill>
                <a:latin typeface="Helvetica"/>
                <a:ea typeface="Helvetica"/>
                <a:cs typeface="Helvetica"/>
                <a:sym typeface="Helvetica"/>
              </a:defRPr>
            </a:lvl1pPr>
          </a:lstStyle>
          <a:p>
            <a:r>
              <a:rPr lang="zh-CN" altLang="en-US" sz="1500" b="0" dirty="0">
                <a:solidFill>
                  <a:srgbClr val="6BA3D6"/>
                </a:solidFill>
                <a:latin typeface="方正银联黑简体" panose="02000000000000000000" pitchFamily="2" charset="-122"/>
                <a:ea typeface="方正银联黑简体" panose="02000000000000000000" pitchFamily="2" charset="-122"/>
                <a:cs typeface="FZYLHJW" charset="-122"/>
              </a:rPr>
              <a:t>输入文字</a:t>
            </a:r>
            <a:endParaRPr sz="1500" b="0" dirty="0">
              <a:solidFill>
                <a:srgbClr val="6BA3D6"/>
              </a:solidFill>
              <a:latin typeface="方正银联黑简体" panose="02000000000000000000" pitchFamily="2" charset="-122"/>
              <a:ea typeface="方正银联黑简体" panose="02000000000000000000" pitchFamily="2" charset="-122"/>
              <a:cs typeface="FZYLHJW" charset="-122"/>
            </a:endParaRPr>
          </a:p>
        </p:txBody>
      </p:sp>
      <p:sp>
        <p:nvSpPr>
          <p:cNvPr id="86" name="Shape 376"/>
          <p:cNvSpPr/>
          <p:nvPr/>
        </p:nvSpPr>
        <p:spPr>
          <a:xfrm>
            <a:off x="4893271" y="3160920"/>
            <a:ext cx="877644" cy="339035"/>
          </a:xfrm>
          <a:prstGeom prst="rect">
            <a:avLst/>
          </a:prstGeom>
          <a:ln w="3175">
            <a:miter lim="400000"/>
          </a:ln>
        </p:spPr>
        <p:txBody>
          <a:bodyPr wrap="none" lIns="53578" tIns="53578" rIns="53578" bIns="53578" anchor="ctr">
            <a:spAutoFit/>
          </a:bodyPr>
          <a:lstStyle>
            <a:lvl1pPr algn="just">
              <a:defRPr sz="3600" b="1">
                <a:solidFill>
                  <a:srgbClr val="FFD23C"/>
                </a:solidFill>
                <a:latin typeface="Helvetica"/>
                <a:ea typeface="Helvetica"/>
                <a:cs typeface="Helvetica"/>
                <a:sym typeface="Helvetica"/>
              </a:defRPr>
            </a:lvl1pPr>
          </a:lstStyle>
          <a:p>
            <a:r>
              <a:rPr lang="zh-CN" altLang="en-US" sz="1500" b="0" dirty="0">
                <a:solidFill>
                  <a:srgbClr val="5DC3AD"/>
                </a:solidFill>
                <a:latin typeface="方正银联黑简体" panose="02000000000000000000" pitchFamily="2" charset="-122"/>
                <a:ea typeface="方正银联黑简体" panose="02000000000000000000" pitchFamily="2" charset="-122"/>
                <a:cs typeface="FZYLHJW" charset="-122"/>
              </a:rPr>
              <a:t>输入文字</a:t>
            </a:r>
            <a:endParaRPr sz="1500" b="0" dirty="0">
              <a:solidFill>
                <a:srgbClr val="5DC3AD"/>
              </a:solidFill>
              <a:latin typeface="方正银联黑简体" panose="02000000000000000000" pitchFamily="2" charset="-122"/>
              <a:ea typeface="方正银联黑简体" panose="02000000000000000000" pitchFamily="2" charset="-122"/>
              <a:cs typeface="FZYLHJW" charset="-122"/>
            </a:endParaRPr>
          </a:p>
        </p:txBody>
      </p:sp>
      <p:sp>
        <p:nvSpPr>
          <p:cNvPr id="88" name="Shape 376"/>
          <p:cNvSpPr/>
          <p:nvPr/>
        </p:nvSpPr>
        <p:spPr>
          <a:xfrm>
            <a:off x="6547286" y="3160920"/>
            <a:ext cx="877644" cy="339035"/>
          </a:xfrm>
          <a:prstGeom prst="rect">
            <a:avLst/>
          </a:prstGeom>
          <a:ln w="3175">
            <a:miter lim="400000"/>
          </a:ln>
        </p:spPr>
        <p:txBody>
          <a:bodyPr wrap="none" lIns="53578" tIns="53578" rIns="53578" bIns="53578" anchor="ctr">
            <a:spAutoFit/>
          </a:bodyPr>
          <a:lstStyle>
            <a:lvl1pPr algn="just">
              <a:defRPr sz="3600" b="1">
                <a:solidFill>
                  <a:srgbClr val="FFD23C"/>
                </a:solidFill>
                <a:latin typeface="Helvetica"/>
                <a:ea typeface="Helvetica"/>
                <a:cs typeface="Helvetica"/>
                <a:sym typeface="Helvetica"/>
              </a:defRPr>
            </a:lvl1pPr>
          </a:lstStyle>
          <a:p>
            <a:r>
              <a:rPr lang="zh-CN" altLang="en-US" sz="1500" b="0" dirty="0">
                <a:solidFill>
                  <a:schemeClr val="tx1">
                    <a:lumMod val="65000"/>
                    <a:lumOff val="35000"/>
                  </a:schemeClr>
                </a:solidFill>
                <a:latin typeface="方正银联黑简体" panose="02000000000000000000" pitchFamily="2" charset="-122"/>
                <a:ea typeface="方正银联黑简体" panose="02000000000000000000" pitchFamily="2" charset="-122"/>
                <a:cs typeface="FZYLHJW" charset="-122"/>
              </a:rPr>
              <a:t>输入文字</a:t>
            </a:r>
            <a:endParaRPr sz="1500" b="0" dirty="0">
              <a:solidFill>
                <a:schemeClr val="tx1">
                  <a:lumMod val="65000"/>
                  <a:lumOff val="35000"/>
                </a:schemeClr>
              </a:solidFill>
              <a:latin typeface="方正银联黑简体" panose="02000000000000000000" pitchFamily="2" charset="-122"/>
              <a:ea typeface="方正银联黑简体" panose="02000000000000000000" pitchFamily="2" charset="-122"/>
              <a:cs typeface="FZYLHJW" charset="-122"/>
            </a:endParaRPr>
          </a:p>
        </p:txBody>
      </p:sp>
      <p:sp>
        <p:nvSpPr>
          <p:cNvPr id="46" name="Shape 357"/>
          <p:cNvSpPr/>
          <p:nvPr/>
        </p:nvSpPr>
        <p:spPr>
          <a:xfrm>
            <a:off x="6273440" y="3470456"/>
            <a:ext cx="1425334" cy="939199"/>
          </a:xfrm>
          <a:prstGeom prst="rect">
            <a:avLst/>
          </a:prstGeom>
          <a:ln w="3175">
            <a:miter lim="400000"/>
          </a:ln>
        </p:spPr>
        <p:txBody>
          <a:bodyPr wrap="square" lIns="53578" tIns="53578" rIns="53578" bIns="53578" anchor="ctr">
            <a:spAutoFit/>
          </a:bodyPr>
          <a:lstStyle>
            <a:lvl1pPr algn="l">
              <a:lnSpc>
                <a:spcPct val="150000"/>
              </a:lnSpc>
              <a:defRPr sz="3000">
                <a:solidFill>
                  <a:srgbClr val="53585F"/>
                </a:solidFill>
              </a:defRPr>
            </a:lvl1pPr>
          </a:lstStyle>
          <a:p>
            <a:pPr algn="ctr"/>
            <a:r>
              <a:rPr lang="zh-CN" altLang="en-US" sz="1200" dirty="0">
                <a:solidFill>
                  <a:schemeClr val="tx1">
                    <a:lumMod val="75000"/>
                    <a:lumOff val="25000"/>
                  </a:schemeClr>
                </a:solidFill>
                <a:latin typeface="方正银联黑简体" panose="02000000000000000000" pitchFamily="2" charset="-122"/>
                <a:ea typeface="方正银联黑简体" panose="02000000000000000000" pitchFamily="2" charset="-122"/>
                <a:cs typeface="FZYLHJW" charset="-122"/>
              </a:rPr>
              <a:t>输入文字内容输入文字内容输入文字内容输入文字内容</a:t>
            </a:r>
            <a:endParaRPr lang="zh-CN" altLang="en-US" sz="1200" dirty="0">
              <a:solidFill>
                <a:schemeClr val="tx1">
                  <a:lumMod val="75000"/>
                  <a:lumOff val="25000"/>
                </a:schemeClr>
              </a:solidFill>
              <a:latin typeface="方正银联黑简体" panose="02000000000000000000" pitchFamily="2" charset="-122"/>
              <a:ea typeface="方正银联黑简体" panose="02000000000000000000" pitchFamily="2" charset="-122"/>
              <a:cs typeface="FZYLHJW" charset="-122"/>
            </a:endParaRPr>
          </a:p>
        </p:txBody>
      </p:sp>
      <p:sp>
        <p:nvSpPr>
          <p:cNvPr id="47" name="Shape 357"/>
          <p:cNvSpPr/>
          <p:nvPr/>
        </p:nvSpPr>
        <p:spPr>
          <a:xfrm>
            <a:off x="4666489" y="3479279"/>
            <a:ext cx="1425334" cy="939199"/>
          </a:xfrm>
          <a:prstGeom prst="rect">
            <a:avLst/>
          </a:prstGeom>
          <a:ln w="3175">
            <a:miter lim="400000"/>
          </a:ln>
        </p:spPr>
        <p:txBody>
          <a:bodyPr wrap="square" lIns="53578" tIns="53578" rIns="53578" bIns="53578" anchor="ctr">
            <a:spAutoFit/>
          </a:bodyPr>
          <a:lstStyle>
            <a:lvl1pPr algn="l">
              <a:lnSpc>
                <a:spcPct val="150000"/>
              </a:lnSpc>
              <a:defRPr sz="3000">
                <a:solidFill>
                  <a:srgbClr val="53585F"/>
                </a:solidFill>
              </a:defRPr>
            </a:lvl1pPr>
          </a:lstStyle>
          <a:p>
            <a:pPr algn="ctr"/>
            <a:r>
              <a:rPr lang="zh-CN" altLang="en-US" sz="1200" dirty="0">
                <a:solidFill>
                  <a:schemeClr val="tx1">
                    <a:lumMod val="75000"/>
                    <a:lumOff val="25000"/>
                  </a:schemeClr>
                </a:solidFill>
                <a:latin typeface="方正银联黑简体" panose="02000000000000000000" pitchFamily="2" charset="-122"/>
                <a:ea typeface="方正银联黑简体" panose="02000000000000000000" pitchFamily="2" charset="-122"/>
                <a:cs typeface="FZYLHJW" charset="-122"/>
              </a:rPr>
              <a:t>输入文字内容输入文字内容输入文字内容输入文字内容</a:t>
            </a:r>
            <a:endParaRPr lang="zh-CN" altLang="en-US" sz="1200" dirty="0">
              <a:solidFill>
                <a:schemeClr val="tx1">
                  <a:lumMod val="75000"/>
                  <a:lumOff val="25000"/>
                </a:schemeClr>
              </a:solidFill>
              <a:latin typeface="方正银联黑简体" panose="02000000000000000000" pitchFamily="2" charset="-122"/>
              <a:ea typeface="方正银联黑简体" panose="02000000000000000000" pitchFamily="2" charset="-122"/>
              <a:cs typeface="FZYLHJW" charset="-122"/>
            </a:endParaRPr>
          </a:p>
        </p:txBody>
      </p:sp>
      <p:sp>
        <p:nvSpPr>
          <p:cNvPr id="48" name="Shape 357"/>
          <p:cNvSpPr/>
          <p:nvPr/>
        </p:nvSpPr>
        <p:spPr>
          <a:xfrm>
            <a:off x="3010892" y="3499955"/>
            <a:ext cx="1425334" cy="939199"/>
          </a:xfrm>
          <a:prstGeom prst="rect">
            <a:avLst/>
          </a:prstGeom>
          <a:ln w="3175">
            <a:miter lim="400000"/>
          </a:ln>
        </p:spPr>
        <p:txBody>
          <a:bodyPr wrap="square" lIns="53578" tIns="53578" rIns="53578" bIns="53578" anchor="ctr">
            <a:spAutoFit/>
          </a:bodyPr>
          <a:lstStyle>
            <a:lvl1pPr algn="l">
              <a:lnSpc>
                <a:spcPct val="150000"/>
              </a:lnSpc>
              <a:defRPr sz="3000">
                <a:solidFill>
                  <a:srgbClr val="53585F"/>
                </a:solidFill>
              </a:defRPr>
            </a:lvl1pPr>
          </a:lstStyle>
          <a:p>
            <a:pPr algn="ctr"/>
            <a:r>
              <a:rPr lang="zh-CN" altLang="en-US" sz="1200" dirty="0">
                <a:solidFill>
                  <a:schemeClr val="tx1">
                    <a:lumMod val="75000"/>
                    <a:lumOff val="25000"/>
                  </a:schemeClr>
                </a:solidFill>
                <a:latin typeface="方正银联黑简体" panose="02000000000000000000" pitchFamily="2" charset="-122"/>
                <a:ea typeface="方正银联黑简体" panose="02000000000000000000" pitchFamily="2" charset="-122"/>
                <a:cs typeface="FZYLHJW" charset="-122"/>
              </a:rPr>
              <a:t>输入文字内容输入文字内容输入文字内容输入文字内容</a:t>
            </a:r>
            <a:endParaRPr lang="zh-CN" altLang="en-US" sz="1200" dirty="0">
              <a:solidFill>
                <a:schemeClr val="tx1">
                  <a:lumMod val="75000"/>
                  <a:lumOff val="25000"/>
                </a:schemeClr>
              </a:solidFill>
              <a:latin typeface="方正银联黑简体" panose="02000000000000000000" pitchFamily="2" charset="-122"/>
              <a:ea typeface="方正银联黑简体" panose="02000000000000000000" pitchFamily="2" charset="-122"/>
              <a:cs typeface="FZYLHJW" charset="-122"/>
            </a:endParaRPr>
          </a:p>
        </p:txBody>
      </p:sp>
      <p:sp>
        <p:nvSpPr>
          <p:cNvPr id="2" name="灯片编号占位符 1"/>
          <p:cNvSpPr>
            <a:spLocks noGrp="1"/>
          </p:cNvSpPr>
          <p:nvPr>
            <p:ph type="sldNum" sz="quarter" idx="12"/>
          </p:nvPr>
        </p:nvSpPr>
        <p:spPr/>
        <p:txBody>
          <a:bodyPr/>
          <a:lstStyle/>
          <a:p>
            <a:fld id="{39EEDE4D-C237-4DCB-971B-7273E93752F0}" type="slidenum">
              <a:rPr lang="zh-CN" altLang="en-US" smtClean="0"/>
            </a:fld>
            <a:endParaRPr lang="zh-CN" altLang="en-US"/>
          </a:p>
        </p:txBody>
      </p:sp>
      <p:sp>
        <p:nvSpPr>
          <p:cNvPr id="3" name="Text Placeholder 1"/>
          <p:cNvSpPr txBox="1"/>
          <p:nvPr/>
        </p:nvSpPr>
        <p:spPr>
          <a:xfrm>
            <a:off x="647700" y="512445"/>
            <a:ext cx="7200000" cy="315595"/>
          </a:xfrm>
          <a:prstGeom prst="rect">
            <a:avLst/>
          </a:prstGeom>
        </p:spPr>
        <p:txBody>
          <a:bodyPr vert="horz" lIns="51435" tIns="25718" rIns="51435" bIns="25718" rtlCol="0" anchor="ctr"/>
          <a:lstStyle>
            <a:defPPr>
              <a:defRPr lang="zh-CN"/>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700" spc="150" dirty="0">
                <a:solidFill>
                  <a:schemeClr val="tx1">
                    <a:lumMod val="75000"/>
                    <a:lumOff val="25000"/>
                  </a:schemeClr>
                </a:solidFill>
                <a:latin typeface="方正银联黑简体" panose="02000000000000000000" pitchFamily="2" charset="-122"/>
                <a:ea typeface="方正银联黑简体" panose="02000000000000000000" pitchFamily="2" charset="-122"/>
                <a:cs typeface="FZYLHJW" charset="-122"/>
              </a:rPr>
              <a:t>图表示例</a:t>
            </a:r>
            <a:endParaRPr lang="zh-CN" altLang="en-US" sz="2700" spc="150" dirty="0">
              <a:solidFill>
                <a:schemeClr val="tx1">
                  <a:lumMod val="75000"/>
                  <a:lumOff val="25000"/>
                </a:schemeClr>
              </a:solidFill>
              <a:latin typeface="方正银联黑简体" panose="02000000000000000000" pitchFamily="2" charset="-122"/>
              <a:ea typeface="方正银联黑简体" panose="02000000000000000000" pitchFamily="2" charset="-122"/>
              <a:cs typeface="FZYLHJW" charset="-122"/>
            </a:endParaRPr>
          </a:p>
        </p:txBody>
      </p:sp>
    </p:spTree>
  </p:cSld>
  <p:clrMapOvr>
    <a:masterClrMapping/>
  </p:clrMapOvr>
  <p:transition advClick="0" advTm="3000">
    <p:cut/>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5" name="Straight Connector 34"/>
          <p:cNvCxnSpPr>
            <a:stCxn id="8" idx="0"/>
          </p:cNvCxnSpPr>
          <p:nvPr/>
        </p:nvCxnSpPr>
        <p:spPr bwMode="auto">
          <a:xfrm rot="16200000" flipV="1">
            <a:off x="3257551" y="2600327"/>
            <a:ext cx="3572" cy="803672"/>
          </a:xfrm>
          <a:prstGeom prst="line">
            <a:avLst/>
          </a:prstGeom>
          <a:ln>
            <a:solidFill>
              <a:schemeClr val="bg1">
                <a:lumMod val="75000"/>
              </a:schemeClr>
            </a:solidFill>
            <a:tailEnd type="oval"/>
          </a:ln>
        </p:spPr>
        <p:style>
          <a:lnRef idx="1">
            <a:schemeClr val="accent1"/>
          </a:lnRef>
          <a:fillRef idx="0">
            <a:schemeClr val="accent1"/>
          </a:fillRef>
          <a:effectRef idx="0">
            <a:schemeClr val="accent1"/>
          </a:effectRef>
          <a:fontRef idx="minor">
            <a:schemeClr val="tx1"/>
          </a:fontRef>
        </p:style>
      </p:cxnSp>
      <p:grpSp>
        <p:nvGrpSpPr>
          <p:cNvPr id="24602" name="Group 33"/>
          <p:cNvGrpSpPr/>
          <p:nvPr/>
        </p:nvGrpSpPr>
        <p:grpSpPr bwMode="auto">
          <a:xfrm>
            <a:off x="2856310" y="3003948"/>
            <a:ext cx="1609725" cy="1385888"/>
            <a:chOff x="2285015" y="2005011"/>
            <a:chExt cx="2145078" cy="1848532"/>
          </a:xfrm>
        </p:grpSpPr>
        <p:sp>
          <p:nvSpPr>
            <p:cNvPr id="8" name="Isosceles Triangle 7"/>
            <p:cNvSpPr/>
            <p:nvPr/>
          </p:nvSpPr>
          <p:spPr>
            <a:xfrm>
              <a:off x="2285015" y="2005011"/>
              <a:ext cx="2145078" cy="1848532"/>
            </a:xfrm>
            <a:prstGeom prst="triangle">
              <a:avLst/>
            </a:prstGeom>
          </p:spPr>
          <p:style>
            <a:lnRef idx="3">
              <a:schemeClr val="lt1"/>
            </a:lnRef>
            <a:fillRef idx="1">
              <a:schemeClr val="accent4"/>
            </a:fillRef>
            <a:effectRef idx="1">
              <a:schemeClr val="accent4"/>
            </a:effectRef>
            <a:fontRef idx="minor">
              <a:schemeClr val="lt1"/>
            </a:fontRef>
          </p:style>
          <p:txBody>
            <a:bodyPr anchor="ctr"/>
            <a:lstStyle/>
            <a:p>
              <a:pPr algn="ctr">
                <a:defRPr/>
              </a:pPr>
              <a:endParaRPr lang="en-US" sz="1800" dirty="0">
                <a:latin typeface="方正银联黑简体" panose="02000000000000000000" pitchFamily="2" charset="-122"/>
                <a:ea typeface="方正银联黑简体" panose="02000000000000000000" pitchFamily="2" charset="-122"/>
                <a:cs typeface="FZYLHJW" charset="-122"/>
              </a:endParaRPr>
            </a:p>
          </p:txBody>
        </p:sp>
        <p:sp>
          <p:nvSpPr>
            <p:cNvPr id="14" name="AutoShape 112"/>
            <p:cNvSpPr/>
            <p:nvPr/>
          </p:nvSpPr>
          <p:spPr bwMode="auto">
            <a:xfrm>
              <a:off x="3143363" y="2857813"/>
              <a:ext cx="366504" cy="366848"/>
            </a:xfrm>
            <a:custGeom>
              <a:avLst/>
              <a:gdLst>
                <a:gd name="T0" fmla="*/ 10510 w 21020"/>
                <a:gd name="T1" fmla="*/ 10800 h 21600"/>
                <a:gd name="T2" fmla="*/ 10510 w 21020"/>
                <a:gd name="T3" fmla="*/ 10800 h 21600"/>
                <a:gd name="T4" fmla="*/ 10510 w 21020"/>
                <a:gd name="T5" fmla="*/ 10800 h 21600"/>
                <a:gd name="T6" fmla="*/ 10510 w 21020"/>
                <a:gd name="T7" fmla="*/ 10800 h 21600"/>
              </a:gdLst>
              <a:ahLst/>
              <a:cxnLst>
                <a:cxn ang="0">
                  <a:pos x="T0" y="T1"/>
                </a:cxn>
                <a:cxn ang="0">
                  <a:pos x="T2" y="T3"/>
                </a:cxn>
                <a:cxn ang="0">
                  <a:pos x="T4" y="T5"/>
                </a:cxn>
                <a:cxn ang="0">
                  <a:pos x="T6" y="T7"/>
                </a:cxn>
              </a:cxnLst>
              <a:rect l="0" t="0" r="r" b="b"/>
              <a:pathLst>
                <a:path w="21020" h="21600">
                  <a:moveTo>
                    <a:pt x="18846" y="7946"/>
                  </a:moveTo>
                  <a:lnTo>
                    <a:pt x="17740" y="9091"/>
                  </a:lnTo>
                  <a:cubicBezTo>
                    <a:pt x="17740" y="8939"/>
                    <a:pt x="17758" y="8792"/>
                    <a:pt x="17744" y="8636"/>
                  </a:cubicBezTo>
                  <a:cubicBezTo>
                    <a:pt x="17629" y="7331"/>
                    <a:pt x="17036" y="6068"/>
                    <a:pt x="16074" y="5080"/>
                  </a:cubicBezTo>
                  <a:cubicBezTo>
                    <a:pt x="15004" y="3980"/>
                    <a:pt x="13585" y="3348"/>
                    <a:pt x="12180" y="3345"/>
                  </a:cubicBezTo>
                  <a:lnTo>
                    <a:pt x="13268" y="2218"/>
                  </a:lnTo>
                  <a:cubicBezTo>
                    <a:pt x="13812" y="1659"/>
                    <a:pt x="14572" y="1350"/>
                    <a:pt x="15403" y="1350"/>
                  </a:cubicBezTo>
                  <a:cubicBezTo>
                    <a:pt x="16460" y="1350"/>
                    <a:pt x="17546" y="1840"/>
                    <a:pt x="18381" y="2696"/>
                  </a:cubicBezTo>
                  <a:cubicBezTo>
                    <a:pt x="19165" y="3500"/>
                    <a:pt x="19631" y="4499"/>
                    <a:pt x="19698" y="5510"/>
                  </a:cubicBezTo>
                  <a:cubicBezTo>
                    <a:pt x="19760" y="6453"/>
                    <a:pt x="19457" y="7317"/>
                    <a:pt x="18846" y="7946"/>
                  </a:cubicBezTo>
                  <a:moveTo>
                    <a:pt x="5828" y="19329"/>
                  </a:moveTo>
                  <a:cubicBezTo>
                    <a:pt x="5813" y="18424"/>
                    <a:pt x="5454" y="17481"/>
                    <a:pt x="4730" y="16739"/>
                  </a:cubicBezTo>
                  <a:cubicBezTo>
                    <a:pt x="4046" y="16034"/>
                    <a:pt x="3150" y="15628"/>
                    <a:pt x="2257" y="15592"/>
                  </a:cubicBezTo>
                  <a:lnTo>
                    <a:pt x="2911" y="13157"/>
                  </a:lnTo>
                  <a:cubicBezTo>
                    <a:pt x="2959" y="12995"/>
                    <a:pt x="3052" y="12835"/>
                    <a:pt x="3168" y="12695"/>
                  </a:cubicBezTo>
                  <a:cubicBezTo>
                    <a:pt x="4485" y="11726"/>
                    <a:pt x="6512" y="12012"/>
                    <a:pt x="7920" y="13460"/>
                  </a:cubicBezTo>
                  <a:cubicBezTo>
                    <a:pt x="9409" y="14990"/>
                    <a:pt x="9639" y="17230"/>
                    <a:pt x="8492" y="18568"/>
                  </a:cubicBezTo>
                  <a:cubicBezTo>
                    <a:pt x="8416" y="18609"/>
                    <a:pt x="8339" y="18648"/>
                    <a:pt x="8256" y="18675"/>
                  </a:cubicBezTo>
                  <a:cubicBezTo>
                    <a:pt x="8256" y="18675"/>
                    <a:pt x="5828" y="19329"/>
                    <a:pt x="5828" y="19329"/>
                  </a:cubicBezTo>
                  <a:close/>
                  <a:moveTo>
                    <a:pt x="2737" y="20164"/>
                  </a:moveTo>
                  <a:cubicBezTo>
                    <a:pt x="2665" y="20181"/>
                    <a:pt x="2443" y="20239"/>
                    <a:pt x="2291" y="20249"/>
                  </a:cubicBezTo>
                  <a:cubicBezTo>
                    <a:pt x="1751" y="20244"/>
                    <a:pt x="1313" y="19792"/>
                    <a:pt x="1313" y="19237"/>
                  </a:cubicBezTo>
                  <a:cubicBezTo>
                    <a:pt x="1321" y="19124"/>
                    <a:pt x="1365" y="18929"/>
                    <a:pt x="1380" y="18857"/>
                  </a:cubicBezTo>
                  <a:lnTo>
                    <a:pt x="2071" y="16283"/>
                  </a:lnTo>
                  <a:cubicBezTo>
                    <a:pt x="2822" y="16261"/>
                    <a:pt x="3630" y="16562"/>
                    <a:pt x="4265" y="17215"/>
                  </a:cubicBezTo>
                  <a:cubicBezTo>
                    <a:pt x="4911" y="17878"/>
                    <a:pt x="5214" y="18725"/>
                    <a:pt x="5181" y="19504"/>
                  </a:cubicBezTo>
                  <a:cubicBezTo>
                    <a:pt x="5181" y="19504"/>
                    <a:pt x="2737" y="20164"/>
                    <a:pt x="2737" y="20164"/>
                  </a:cubicBezTo>
                  <a:close/>
                  <a:moveTo>
                    <a:pt x="6888" y="11179"/>
                  </a:moveTo>
                  <a:cubicBezTo>
                    <a:pt x="6280" y="10927"/>
                    <a:pt x="5642" y="10783"/>
                    <a:pt x="5004" y="10774"/>
                  </a:cubicBezTo>
                  <a:lnTo>
                    <a:pt x="10063" y="5536"/>
                  </a:lnTo>
                  <a:cubicBezTo>
                    <a:pt x="10838" y="4759"/>
                    <a:pt x="11966" y="4536"/>
                    <a:pt x="13077" y="4819"/>
                  </a:cubicBezTo>
                  <a:cubicBezTo>
                    <a:pt x="13077" y="4819"/>
                    <a:pt x="6888" y="11179"/>
                    <a:pt x="6888" y="11179"/>
                  </a:cubicBezTo>
                  <a:close/>
                  <a:moveTo>
                    <a:pt x="9717" y="13672"/>
                  </a:moveTo>
                  <a:cubicBezTo>
                    <a:pt x="9473" y="13258"/>
                    <a:pt x="9194" y="12859"/>
                    <a:pt x="8848" y="12505"/>
                  </a:cubicBezTo>
                  <a:cubicBezTo>
                    <a:pt x="8447" y="12093"/>
                    <a:pt x="7986" y="11770"/>
                    <a:pt x="7507" y="11498"/>
                  </a:cubicBezTo>
                  <a:lnTo>
                    <a:pt x="13767" y="5064"/>
                  </a:lnTo>
                  <a:cubicBezTo>
                    <a:pt x="14259" y="5288"/>
                    <a:pt x="14729" y="5607"/>
                    <a:pt x="15145" y="6035"/>
                  </a:cubicBezTo>
                  <a:cubicBezTo>
                    <a:pt x="15500" y="6398"/>
                    <a:pt x="15775" y="6806"/>
                    <a:pt x="15987" y="7229"/>
                  </a:cubicBezTo>
                  <a:cubicBezTo>
                    <a:pt x="15987" y="7229"/>
                    <a:pt x="9717" y="13672"/>
                    <a:pt x="9717" y="13672"/>
                  </a:cubicBezTo>
                  <a:close/>
                  <a:moveTo>
                    <a:pt x="10519" y="16061"/>
                  </a:moveTo>
                  <a:cubicBezTo>
                    <a:pt x="10465" y="15452"/>
                    <a:pt x="10298" y="14854"/>
                    <a:pt x="10047" y="14288"/>
                  </a:cubicBezTo>
                  <a:lnTo>
                    <a:pt x="16257" y="7906"/>
                  </a:lnTo>
                  <a:cubicBezTo>
                    <a:pt x="16637" y="9140"/>
                    <a:pt x="16442" y="10429"/>
                    <a:pt x="15610" y="11284"/>
                  </a:cubicBezTo>
                  <a:cubicBezTo>
                    <a:pt x="15604" y="11290"/>
                    <a:pt x="15598" y="11293"/>
                    <a:pt x="15593" y="11298"/>
                  </a:cubicBezTo>
                  <a:lnTo>
                    <a:pt x="15602" y="11306"/>
                  </a:lnTo>
                  <a:lnTo>
                    <a:pt x="10525" y="16565"/>
                  </a:lnTo>
                  <a:cubicBezTo>
                    <a:pt x="10527" y="16397"/>
                    <a:pt x="10534" y="16232"/>
                    <a:pt x="10519" y="16061"/>
                  </a:cubicBezTo>
                  <a:moveTo>
                    <a:pt x="19308" y="1741"/>
                  </a:moveTo>
                  <a:cubicBezTo>
                    <a:pt x="18228" y="632"/>
                    <a:pt x="16805" y="0"/>
                    <a:pt x="15403" y="0"/>
                  </a:cubicBezTo>
                  <a:cubicBezTo>
                    <a:pt x="14220" y="0"/>
                    <a:pt x="13131" y="450"/>
                    <a:pt x="12335" y="1266"/>
                  </a:cubicBezTo>
                  <a:lnTo>
                    <a:pt x="9138" y="4577"/>
                  </a:lnTo>
                  <a:cubicBezTo>
                    <a:pt x="9129" y="4585"/>
                    <a:pt x="9118" y="4592"/>
                    <a:pt x="9108" y="4602"/>
                  </a:cubicBezTo>
                  <a:cubicBezTo>
                    <a:pt x="9103" y="4608"/>
                    <a:pt x="9100" y="4614"/>
                    <a:pt x="9095" y="4620"/>
                  </a:cubicBezTo>
                  <a:lnTo>
                    <a:pt x="9096" y="4621"/>
                  </a:lnTo>
                  <a:lnTo>
                    <a:pt x="2310" y="11647"/>
                  </a:lnTo>
                  <a:cubicBezTo>
                    <a:pt x="1998" y="11966"/>
                    <a:pt x="1771" y="12364"/>
                    <a:pt x="1645" y="12797"/>
                  </a:cubicBezTo>
                  <a:lnTo>
                    <a:pt x="102" y="18541"/>
                  </a:lnTo>
                  <a:cubicBezTo>
                    <a:pt x="100" y="18557"/>
                    <a:pt x="0" y="19008"/>
                    <a:pt x="0" y="19237"/>
                  </a:cubicBezTo>
                  <a:cubicBezTo>
                    <a:pt x="0" y="20541"/>
                    <a:pt x="1030" y="21599"/>
                    <a:pt x="2302" y="21599"/>
                  </a:cubicBezTo>
                  <a:cubicBezTo>
                    <a:pt x="2554" y="21599"/>
                    <a:pt x="3044" y="21475"/>
                    <a:pt x="3062" y="21473"/>
                  </a:cubicBezTo>
                  <a:lnTo>
                    <a:pt x="8630" y="19969"/>
                  </a:lnTo>
                  <a:cubicBezTo>
                    <a:pt x="9054" y="19839"/>
                    <a:pt x="9439" y="19604"/>
                    <a:pt x="9750" y="19283"/>
                  </a:cubicBezTo>
                  <a:lnTo>
                    <a:pt x="19776" y="8899"/>
                  </a:lnTo>
                  <a:cubicBezTo>
                    <a:pt x="21600" y="7023"/>
                    <a:pt x="21394" y="3881"/>
                    <a:pt x="19308" y="1741"/>
                  </a:cubicBezTo>
                </a:path>
              </a:pathLst>
            </a:custGeom>
          </p:spPr>
          <p:style>
            <a:lnRef idx="3">
              <a:schemeClr val="lt1"/>
            </a:lnRef>
            <a:fillRef idx="1">
              <a:schemeClr val="accent4"/>
            </a:fillRef>
            <a:effectRef idx="1">
              <a:schemeClr val="accent4"/>
            </a:effectRef>
            <a:fontRef idx="minor">
              <a:schemeClr val="lt1"/>
            </a:fontRef>
          </p:style>
          <p:txBody>
            <a:bodyPr lIns="28575" tIns="28575" rIns="28575" bIns="28575" anchor="ctr"/>
            <a:lstStyle/>
            <a:p>
              <a:pPr defTabSz="342900">
                <a:defRPr/>
              </a:pPr>
              <a:endParaRPr lang="en-US" sz="2250" dirty="0">
                <a:solidFill>
                  <a:srgbClr val="FFFFFF"/>
                </a:solidFill>
                <a:effectLst>
                  <a:outerShdw blurRad="38100" dist="38100" dir="2700000" algn="tl">
                    <a:srgbClr val="000000"/>
                  </a:outerShdw>
                </a:effectLst>
                <a:latin typeface="方正银联黑简体" panose="02000000000000000000" pitchFamily="2" charset="-122"/>
                <a:ea typeface="方正银联黑简体" panose="02000000000000000000" pitchFamily="2" charset="-122"/>
                <a:cs typeface="FZYLHJW" charset="-122"/>
              </a:endParaRPr>
            </a:p>
          </p:txBody>
        </p:sp>
        <p:sp>
          <p:nvSpPr>
            <p:cNvPr id="24605" name="Rectangle 39"/>
            <p:cNvSpPr>
              <a:spLocks noChangeArrowheads="1"/>
            </p:cNvSpPr>
            <p:nvPr/>
          </p:nvSpPr>
          <p:spPr bwMode="auto">
            <a:xfrm>
              <a:off x="2846090" y="3429007"/>
              <a:ext cx="861285" cy="307889"/>
            </a:xfrm>
            <a:prstGeom prst="rect">
              <a:avLst/>
            </a:prstGeom>
            <a:ln>
              <a:noFill/>
            </a:ln>
          </p:spPr>
          <p:style>
            <a:lnRef idx="3">
              <a:schemeClr val="lt1"/>
            </a:lnRef>
            <a:fillRef idx="1">
              <a:schemeClr val="accent4"/>
            </a:fillRef>
            <a:effectRef idx="1">
              <a:schemeClr val="accent4"/>
            </a:effectRef>
            <a:fontRef idx="minor">
              <a:schemeClr val="lt1"/>
            </a:fontRef>
          </p:style>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a:r>
                <a:rPr lang="zh-CN" altLang="en-US" sz="900" dirty="0">
                  <a:solidFill>
                    <a:schemeClr val="bg1"/>
                  </a:solidFill>
                  <a:latin typeface="方正银联黑简体" panose="02000000000000000000" pitchFamily="2" charset="-122"/>
                  <a:ea typeface="方正银联黑简体" panose="02000000000000000000" pitchFamily="2" charset="-122"/>
                  <a:cs typeface="FZYLHJW" charset="-122"/>
                </a:rPr>
                <a:t>输入文字</a:t>
              </a:r>
              <a:endParaRPr lang="en-US" altLang="zh-CN" sz="900" dirty="0">
                <a:solidFill>
                  <a:schemeClr val="bg1"/>
                </a:solidFill>
                <a:latin typeface="方正银联黑简体" panose="02000000000000000000" pitchFamily="2" charset="-122"/>
                <a:ea typeface="方正银联黑简体" panose="02000000000000000000" pitchFamily="2" charset="-122"/>
                <a:cs typeface="FZYLHJW" charset="-122"/>
              </a:endParaRPr>
            </a:p>
          </p:txBody>
        </p:sp>
      </p:grpSp>
      <p:cxnSp>
        <p:nvCxnSpPr>
          <p:cNvPr id="39" name="Straight Connector 38"/>
          <p:cNvCxnSpPr>
            <a:stCxn id="10" idx="0"/>
          </p:cNvCxnSpPr>
          <p:nvPr/>
        </p:nvCxnSpPr>
        <p:spPr bwMode="auto">
          <a:xfrm rot="5400000" flipH="1" flipV="1">
            <a:off x="5749530" y="2627710"/>
            <a:ext cx="3572" cy="748904"/>
          </a:xfrm>
          <a:prstGeom prst="line">
            <a:avLst/>
          </a:prstGeom>
          <a:ln>
            <a:solidFill>
              <a:schemeClr val="bg1">
                <a:lumMod val="75000"/>
              </a:schemeClr>
            </a:solidFill>
            <a:tailEnd type="oval"/>
          </a:ln>
        </p:spPr>
        <p:style>
          <a:lnRef idx="1">
            <a:schemeClr val="accent1"/>
          </a:lnRef>
          <a:fillRef idx="0">
            <a:schemeClr val="accent1"/>
          </a:fillRef>
          <a:effectRef idx="0">
            <a:schemeClr val="accent1"/>
          </a:effectRef>
          <a:fontRef idx="minor">
            <a:schemeClr val="tx1"/>
          </a:fontRef>
        </p:style>
      </p:cxnSp>
      <p:grpSp>
        <p:nvGrpSpPr>
          <p:cNvPr id="24597" name="Group 31"/>
          <p:cNvGrpSpPr/>
          <p:nvPr/>
        </p:nvGrpSpPr>
        <p:grpSpPr bwMode="auto">
          <a:xfrm>
            <a:off x="4572002" y="3003948"/>
            <a:ext cx="1608535" cy="1385888"/>
            <a:chOff x="4572000" y="2005012"/>
            <a:chExt cx="2145078" cy="1848531"/>
          </a:xfrm>
        </p:grpSpPr>
        <p:sp>
          <p:nvSpPr>
            <p:cNvPr id="10" name="Isosceles Triangle 9"/>
            <p:cNvSpPr/>
            <p:nvPr/>
          </p:nvSpPr>
          <p:spPr>
            <a:xfrm>
              <a:off x="4572000" y="2005012"/>
              <a:ext cx="2145078" cy="1848531"/>
            </a:xfrm>
            <a:prstGeom prst="triangle">
              <a:avLst/>
            </a:prstGeom>
            <a:solidFill>
              <a:srgbClr val="FD86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800" dirty="0">
                <a:latin typeface="方正银联黑简体" panose="02000000000000000000" pitchFamily="2" charset="-122"/>
                <a:ea typeface="方正银联黑简体" panose="02000000000000000000" pitchFamily="2" charset="-122"/>
                <a:cs typeface="FZYLHJW" charset="-122"/>
              </a:endParaRPr>
            </a:p>
          </p:txBody>
        </p:sp>
        <p:sp>
          <p:nvSpPr>
            <p:cNvPr id="13" name="AutoShape 59"/>
            <p:cNvSpPr/>
            <p:nvPr/>
          </p:nvSpPr>
          <p:spPr bwMode="auto">
            <a:xfrm>
              <a:off x="5429396" y="2786350"/>
              <a:ext cx="366775" cy="365260"/>
            </a:xfrm>
            <a:custGeom>
              <a:avLst/>
              <a:gdLst>
                <a:gd name="T0" fmla="+- 0 10794 23"/>
                <a:gd name="T1" fmla="*/ T0 w 21543"/>
                <a:gd name="T2" fmla="*/ 10800 h 21600"/>
                <a:gd name="T3" fmla="+- 0 10794 23"/>
                <a:gd name="T4" fmla="*/ T3 w 21543"/>
                <a:gd name="T5" fmla="*/ 10800 h 21600"/>
                <a:gd name="T6" fmla="+- 0 10794 23"/>
                <a:gd name="T7" fmla="*/ T6 w 21543"/>
                <a:gd name="T8" fmla="*/ 10800 h 21600"/>
                <a:gd name="T9" fmla="+- 0 10794 23"/>
                <a:gd name="T10" fmla="*/ T9 w 21543"/>
                <a:gd name="T11" fmla="*/ 10800 h 21600"/>
              </a:gdLst>
              <a:ahLst/>
              <a:cxnLst>
                <a:cxn ang="0">
                  <a:pos x="T1" y="T2"/>
                </a:cxn>
                <a:cxn ang="0">
                  <a:pos x="T4" y="T5"/>
                </a:cxn>
                <a:cxn ang="0">
                  <a:pos x="T7" y="T8"/>
                </a:cxn>
                <a:cxn ang="0">
                  <a:pos x="T10" y="T11"/>
                </a:cxn>
              </a:cxnLst>
              <a:rect l="0" t="0" r="r" b="b"/>
              <a:pathLst>
                <a:path w="21543" h="21600">
                  <a:moveTo>
                    <a:pt x="16976" y="19986"/>
                  </a:moveTo>
                  <a:lnTo>
                    <a:pt x="11226" y="17680"/>
                  </a:lnTo>
                  <a:cubicBezTo>
                    <a:pt x="11088" y="17626"/>
                    <a:pt x="10946" y="17608"/>
                    <a:pt x="10806" y="17600"/>
                  </a:cubicBezTo>
                  <a:lnTo>
                    <a:pt x="19660" y="3837"/>
                  </a:lnTo>
                  <a:cubicBezTo>
                    <a:pt x="19660" y="3837"/>
                    <a:pt x="16976" y="19986"/>
                    <a:pt x="16976" y="19986"/>
                  </a:cubicBezTo>
                  <a:close/>
                  <a:moveTo>
                    <a:pt x="6859" y="16244"/>
                  </a:moveTo>
                  <a:cubicBezTo>
                    <a:pt x="6858" y="16242"/>
                    <a:pt x="6855" y="16240"/>
                    <a:pt x="6854" y="16238"/>
                  </a:cubicBezTo>
                  <a:lnTo>
                    <a:pt x="19606" y="2552"/>
                  </a:lnTo>
                  <a:lnTo>
                    <a:pt x="8735" y="19536"/>
                  </a:lnTo>
                  <a:cubicBezTo>
                    <a:pt x="8735" y="19536"/>
                    <a:pt x="6859" y="16244"/>
                    <a:pt x="6859" y="16244"/>
                  </a:cubicBezTo>
                  <a:close/>
                  <a:moveTo>
                    <a:pt x="2111" y="14024"/>
                  </a:moveTo>
                  <a:lnTo>
                    <a:pt x="17712" y="3595"/>
                  </a:lnTo>
                  <a:lnTo>
                    <a:pt x="6369" y="15770"/>
                  </a:lnTo>
                  <a:cubicBezTo>
                    <a:pt x="6309" y="15734"/>
                    <a:pt x="6256" y="15687"/>
                    <a:pt x="6190" y="15660"/>
                  </a:cubicBezTo>
                  <a:cubicBezTo>
                    <a:pt x="6190" y="15660"/>
                    <a:pt x="2111" y="14024"/>
                    <a:pt x="2111" y="14024"/>
                  </a:cubicBezTo>
                  <a:close/>
                  <a:moveTo>
                    <a:pt x="21234" y="108"/>
                  </a:moveTo>
                  <a:cubicBezTo>
                    <a:pt x="21123" y="35"/>
                    <a:pt x="20996" y="0"/>
                    <a:pt x="20868" y="0"/>
                  </a:cubicBezTo>
                  <a:cubicBezTo>
                    <a:pt x="20738" y="0"/>
                    <a:pt x="20608" y="36"/>
                    <a:pt x="20495" y="113"/>
                  </a:cubicBezTo>
                  <a:lnTo>
                    <a:pt x="299" y="13613"/>
                  </a:lnTo>
                  <a:cubicBezTo>
                    <a:pt x="91" y="13751"/>
                    <a:pt x="-23" y="13995"/>
                    <a:pt x="3" y="14244"/>
                  </a:cubicBezTo>
                  <a:cubicBezTo>
                    <a:pt x="28" y="14494"/>
                    <a:pt x="190" y="14708"/>
                    <a:pt x="422" y="14801"/>
                  </a:cubicBezTo>
                  <a:lnTo>
                    <a:pt x="5689" y="16914"/>
                  </a:lnTo>
                  <a:lnTo>
                    <a:pt x="8166" y="21259"/>
                  </a:lnTo>
                  <a:cubicBezTo>
                    <a:pt x="8284" y="21468"/>
                    <a:pt x="8505" y="21597"/>
                    <a:pt x="8743" y="21599"/>
                  </a:cubicBezTo>
                  <a:lnTo>
                    <a:pt x="8751" y="21599"/>
                  </a:lnTo>
                  <a:cubicBezTo>
                    <a:pt x="8987" y="21599"/>
                    <a:pt x="9206" y="21474"/>
                    <a:pt x="9328" y="21271"/>
                  </a:cubicBezTo>
                  <a:lnTo>
                    <a:pt x="10726" y="18934"/>
                  </a:lnTo>
                  <a:lnTo>
                    <a:pt x="17253" y="21551"/>
                  </a:lnTo>
                  <a:cubicBezTo>
                    <a:pt x="17332" y="21584"/>
                    <a:pt x="17418" y="21599"/>
                    <a:pt x="17502" y="21599"/>
                  </a:cubicBezTo>
                  <a:cubicBezTo>
                    <a:pt x="17617" y="21599"/>
                    <a:pt x="17731" y="21571"/>
                    <a:pt x="17832" y="21512"/>
                  </a:cubicBezTo>
                  <a:cubicBezTo>
                    <a:pt x="18010" y="21412"/>
                    <a:pt x="18133" y="21238"/>
                    <a:pt x="18167" y="21035"/>
                  </a:cubicBezTo>
                  <a:lnTo>
                    <a:pt x="21533" y="785"/>
                  </a:lnTo>
                  <a:cubicBezTo>
                    <a:pt x="21576" y="520"/>
                    <a:pt x="21459" y="254"/>
                    <a:pt x="21234" y="108"/>
                  </a:cubicBezTo>
                </a:path>
              </a:pathLst>
            </a:custGeom>
            <a:solidFill>
              <a:schemeClr val="bg1"/>
            </a:solidFill>
            <a:ln>
              <a:noFill/>
            </a:ln>
            <a:effectLst/>
          </p:spPr>
          <p:txBody>
            <a:bodyPr lIns="28575" tIns="28575" rIns="28575" bIns="28575" anchor="ctr"/>
            <a:lstStyle/>
            <a:p>
              <a:pPr defTabSz="342900">
                <a:defRPr/>
              </a:pPr>
              <a:endParaRPr lang="en-US" sz="2250" dirty="0">
                <a:solidFill>
                  <a:srgbClr val="FFFFFF"/>
                </a:solidFill>
                <a:effectLst>
                  <a:outerShdw blurRad="38100" dist="38100" dir="2700000" algn="tl">
                    <a:srgbClr val="000000"/>
                  </a:outerShdw>
                </a:effectLst>
                <a:latin typeface="方正银联黑简体" panose="02000000000000000000" pitchFamily="2" charset="-122"/>
                <a:ea typeface="方正银联黑简体" panose="02000000000000000000" pitchFamily="2" charset="-122"/>
                <a:cs typeface="FZYLHJW" charset="-122"/>
              </a:endParaRPr>
            </a:p>
          </p:txBody>
        </p:sp>
        <p:sp>
          <p:nvSpPr>
            <p:cNvPr id="24600" name="Rectangle 40"/>
            <p:cNvSpPr>
              <a:spLocks noChangeArrowheads="1"/>
            </p:cNvSpPr>
            <p:nvPr/>
          </p:nvSpPr>
          <p:spPr bwMode="auto">
            <a:xfrm>
              <a:off x="5219463" y="3429005"/>
              <a:ext cx="861923" cy="3078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a:r>
                <a:rPr lang="zh-CN" altLang="en-US" sz="900" dirty="0">
                  <a:solidFill>
                    <a:schemeClr val="bg1"/>
                  </a:solidFill>
                  <a:latin typeface="方正银联黑简体" panose="02000000000000000000" pitchFamily="2" charset="-122"/>
                  <a:ea typeface="方正银联黑简体" panose="02000000000000000000" pitchFamily="2" charset="-122"/>
                  <a:cs typeface="FZYLHJW" charset="-122"/>
                </a:rPr>
                <a:t>输入文字</a:t>
              </a:r>
              <a:endParaRPr lang="en-US" altLang="zh-CN" sz="900" dirty="0">
                <a:solidFill>
                  <a:schemeClr val="bg1"/>
                </a:solidFill>
                <a:latin typeface="方正银联黑简体" panose="02000000000000000000" pitchFamily="2" charset="-122"/>
                <a:ea typeface="方正银联黑简体" panose="02000000000000000000" pitchFamily="2" charset="-122"/>
                <a:cs typeface="FZYLHJW" charset="-122"/>
              </a:endParaRPr>
            </a:p>
          </p:txBody>
        </p:sp>
      </p:grpSp>
      <p:grpSp>
        <p:nvGrpSpPr>
          <p:cNvPr id="24591" name="Group 32"/>
          <p:cNvGrpSpPr/>
          <p:nvPr/>
        </p:nvGrpSpPr>
        <p:grpSpPr bwMode="auto">
          <a:xfrm>
            <a:off x="4089799" y="3663895"/>
            <a:ext cx="844153" cy="728321"/>
            <a:chOff x="3929058" y="2884482"/>
            <a:chExt cx="1126100" cy="970776"/>
          </a:xfrm>
        </p:grpSpPr>
        <p:sp>
          <p:nvSpPr>
            <p:cNvPr id="9" name="Isosceles Triangle 8"/>
            <p:cNvSpPr/>
            <p:nvPr/>
          </p:nvSpPr>
          <p:spPr>
            <a:xfrm>
              <a:off x="3929058" y="2884026"/>
              <a:ext cx="1126100" cy="971232"/>
            </a:xfrm>
            <a:prstGeom prst="triangle">
              <a:avLst/>
            </a:prstGeom>
            <a:solidFill>
              <a:srgbClr val="5DC3A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800" dirty="0">
                <a:latin typeface="方正银联黑简体" panose="02000000000000000000" pitchFamily="2" charset="-122"/>
                <a:ea typeface="方正银联黑简体" panose="02000000000000000000" pitchFamily="2" charset="-122"/>
                <a:cs typeface="FZYLHJW" charset="-122"/>
              </a:endParaRPr>
            </a:p>
          </p:txBody>
        </p:sp>
        <p:grpSp>
          <p:nvGrpSpPr>
            <p:cNvPr id="20" name="Group 26"/>
            <p:cNvGrpSpPr/>
            <p:nvPr/>
          </p:nvGrpSpPr>
          <p:grpSpPr>
            <a:xfrm>
              <a:off x="4286248" y="3429006"/>
              <a:ext cx="366051" cy="297846"/>
              <a:chOff x="7730164" y="3530664"/>
              <a:chExt cx="366051" cy="297846"/>
            </a:xfrm>
            <a:solidFill>
              <a:schemeClr val="bg1"/>
            </a:solidFill>
          </p:grpSpPr>
          <p:sp>
            <p:nvSpPr>
              <p:cNvPr id="15" name="AutoShape 5"/>
              <p:cNvSpPr/>
              <p:nvPr/>
            </p:nvSpPr>
            <p:spPr bwMode="auto">
              <a:xfrm>
                <a:off x="7981704" y="3622021"/>
                <a:ext cx="68830" cy="9198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7999" y="18900"/>
                    </a:moveTo>
                    <a:lnTo>
                      <a:pt x="3600" y="18900"/>
                    </a:lnTo>
                    <a:lnTo>
                      <a:pt x="3600" y="2700"/>
                    </a:lnTo>
                    <a:lnTo>
                      <a:pt x="7200" y="2700"/>
                    </a:lnTo>
                    <a:lnTo>
                      <a:pt x="17999" y="14850"/>
                    </a:lnTo>
                    <a:cubicBezTo>
                      <a:pt x="17999" y="14850"/>
                      <a:pt x="17999" y="18900"/>
                      <a:pt x="17999" y="18900"/>
                    </a:cubicBezTo>
                    <a:close/>
                    <a:moveTo>
                      <a:pt x="10195" y="1202"/>
                    </a:moveTo>
                    <a:cubicBezTo>
                      <a:pt x="9527" y="450"/>
                      <a:pt x="8402" y="0"/>
                      <a:pt x="7200" y="0"/>
                    </a:cubicBezTo>
                    <a:lnTo>
                      <a:pt x="3600" y="0"/>
                    </a:lnTo>
                    <a:cubicBezTo>
                      <a:pt x="1610" y="0"/>
                      <a:pt x="0" y="1207"/>
                      <a:pt x="0" y="2700"/>
                    </a:cubicBezTo>
                    <a:lnTo>
                      <a:pt x="0" y="18900"/>
                    </a:lnTo>
                    <a:cubicBezTo>
                      <a:pt x="0" y="20392"/>
                      <a:pt x="1610" y="21599"/>
                      <a:pt x="3600" y="21599"/>
                    </a:cubicBezTo>
                    <a:lnTo>
                      <a:pt x="17999" y="21599"/>
                    </a:lnTo>
                    <a:cubicBezTo>
                      <a:pt x="19989" y="21599"/>
                      <a:pt x="21600" y="20392"/>
                      <a:pt x="21600" y="18900"/>
                    </a:cubicBezTo>
                    <a:lnTo>
                      <a:pt x="21600" y="14850"/>
                    </a:lnTo>
                    <a:cubicBezTo>
                      <a:pt x="21600" y="14317"/>
                      <a:pt x="21389" y="13795"/>
                      <a:pt x="20995" y="13352"/>
                    </a:cubicBezTo>
                    <a:cubicBezTo>
                      <a:pt x="20995" y="13352"/>
                      <a:pt x="10195" y="1202"/>
                      <a:pt x="10195" y="1202"/>
                    </a:cubicBezTo>
                    <a:close/>
                  </a:path>
                </a:pathLst>
              </a:custGeom>
              <a:grpFill/>
              <a:ln>
                <a:noFill/>
              </a:ln>
              <a:effectLst/>
            </p:spPr>
            <p:txBody>
              <a:bodyPr lIns="28575" tIns="28575" rIns="28575" bIns="28575" anchor="ctr"/>
              <a:lstStyle/>
              <a:p>
                <a:pPr defTabSz="342900">
                  <a:defRPr/>
                </a:pPr>
                <a:endParaRPr lang="en-US" sz="2250" dirty="0">
                  <a:solidFill>
                    <a:srgbClr val="FFFFFF"/>
                  </a:solidFill>
                  <a:effectLst>
                    <a:outerShdw blurRad="38100" dist="38100" dir="2700000" algn="tl">
                      <a:srgbClr val="000000"/>
                    </a:outerShdw>
                  </a:effectLst>
                  <a:latin typeface="方正银联黑简体" panose="02000000000000000000" pitchFamily="2" charset="-122"/>
                  <a:ea typeface="方正银联黑简体" panose="02000000000000000000" pitchFamily="2" charset="-122"/>
                  <a:cs typeface="FZYLHJW" charset="-122"/>
                </a:endParaRPr>
              </a:p>
            </p:txBody>
          </p:sp>
          <p:sp>
            <p:nvSpPr>
              <p:cNvPr id="16" name="AutoShape 6"/>
              <p:cNvSpPr/>
              <p:nvPr/>
            </p:nvSpPr>
            <p:spPr bwMode="auto">
              <a:xfrm>
                <a:off x="7730164" y="3530664"/>
                <a:ext cx="366051" cy="29784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50" y="16615"/>
                    </a:moveTo>
                    <a:cubicBezTo>
                      <a:pt x="20250" y="17074"/>
                      <a:pt x="19948" y="17446"/>
                      <a:pt x="19575" y="17446"/>
                    </a:cubicBezTo>
                    <a:lnTo>
                      <a:pt x="18803" y="17446"/>
                    </a:lnTo>
                    <a:cubicBezTo>
                      <a:pt x="18501" y="16016"/>
                      <a:pt x="17453" y="14953"/>
                      <a:pt x="16200" y="14953"/>
                    </a:cubicBezTo>
                    <a:cubicBezTo>
                      <a:pt x="14945" y="14953"/>
                      <a:pt x="13897" y="16016"/>
                      <a:pt x="13595" y="17446"/>
                    </a:cubicBezTo>
                    <a:lnTo>
                      <a:pt x="10029" y="17446"/>
                    </a:lnTo>
                    <a:cubicBezTo>
                      <a:pt x="9727" y="16016"/>
                      <a:pt x="8679" y="14953"/>
                      <a:pt x="7425" y="14953"/>
                    </a:cubicBezTo>
                    <a:cubicBezTo>
                      <a:pt x="6170" y="14953"/>
                      <a:pt x="5122" y="16016"/>
                      <a:pt x="4820" y="17446"/>
                    </a:cubicBezTo>
                    <a:lnTo>
                      <a:pt x="4050" y="17446"/>
                    </a:lnTo>
                    <a:cubicBezTo>
                      <a:pt x="3677" y="17446"/>
                      <a:pt x="3375" y="17074"/>
                      <a:pt x="3375" y="16615"/>
                    </a:cubicBezTo>
                    <a:lnTo>
                      <a:pt x="3375" y="14123"/>
                    </a:lnTo>
                    <a:lnTo>
                      <a:pt x="12150" y="14123"/>
                    </a:lnTo>
                    <a:cubicBezTo>
                      <a:pt x="13266" y="14123"/>
                      <a:pt x="14175" y="13005"/>
                      <a:pt x="14175" y="11630"/>
                    </a:cubicBezTo>
                    <a:lnTo>
                      <a:pt x="14175" y="5815"/>
                    </a:lnTo>
                    <a:lnTo>
                      <a:pt x="16875" y="5815"/>
                    </a:lnTo>
                    <a:cubicBezTo>
                      <a:pt x="17100" y="5815"/>
                      <a:pt x="17311" y="5954"/>
                      <a:pt x="17436" y="6185"/>
                    </a:cubicBezTo>
                    <a:lnTo>
                      <a:pt x="20136" y="11169"/>
                    </a:lnTo>
                    <a:cubicBezTo>
                      <a:pt x="20210" y="11306"/>
                      <a:pt x="20250" y="11466"/>
                      <a:pt x="20250" y="11630"/>
                    </a:cubicBezTo>
                    <a:cubicBezTo>
                      <a:pt x="20250" y="11630"/>
                      <a:pt x="20250" y="16615"/>
                      <a:pt x="20250" y="16615"/>
                    </a:cubicBezTo>
                    <a:close/>
                    <a:moveTo>
                      <a:pt x="16200" y="19938"/>
                    </a:moveTo>
                    <a:cubicBezTo>
                      <a:pt x="15454" y="19938"/>
                      <a:pt x="14850" y="19193"/>
                      <a:pt x="14850" y="18276"/>
                    </a:cubicBezTo>
                    <a:cubicBezTo>
                      <a:pt x="14850" y="17360"/>
                      <a:pt x="15454" y="16615"/>
                      <a:pt x="16200" y="16615"/>
                    </a:cubicBezTo>
                    <a:cubicBezTo>
                      <a:pt x="16945" y="16615"/>
                      <a:pt x="17550" y="17360"/>
                      <a:pt x="17550" y="18276"/>
                    </a:cubicBezTo>
                    <a:cubicBezTo>
                      <a:pt x="17550" y="19193"/>
                      <a:pt x="16945" y="19938"/>
                      <a:pt x="16200" y="19938"/>
                    </a:cubicBezTo>
                    <a:moveTo>
                      <a:pt x="7425" y="19938"/>
                    </a:moveTo>
                    <a:cubicBezTo>
                      <a:pt x="6679" y="19938"/>
                      <a:pt x="6075" y="19193"/>
                      <a:pt x="6075" y="18276"/>
                    </a:cubicBezTo>
                    <a:cubicBezTo>
                      <a:pt x="6075" y="17360"/>
                      <a:pt x="6679" y="16615"/>
                      <a:pt x="7425" y="16615"/>
                    </a:cubicBezTo>
                    <a:cubicBezTo>
                      <a:pt x="8170" y="16615"/>
                      <a:pt x="8775" y="17360"/>
                      <a:pt x="8775" y="18276"/>
                    </a:cubicBezTo>
                    <a:cubicBezTo>
                      <a:pt x="8775" y="19193"/>
                      <a:pt x="8170" y="19938"/>
                      <a:pt x="7425" y="19938"/>
                    </a:cubicBezTo>
                    <a:moveTo>
                      <a:pt x="2024" y="12461"/>
                    </a:moveTo>
                    <a:cubicBezTo>
                      <a:pt x="1652" y="12461"/>
                      <a:pt x="1349" y="12089"/>
                      <a:pt x="1349" y="11630"/>
                    </a:cubicBezTo>
                    <a:lnTo>
                      <a:pt x="1349" y="2492"/>
                    </a:lnTo>
                    <a:cubicBezTo>
                      <a:pt x="1349" y="2033"/>
                      <a:pt x="1652" y="1661"/>
                      <a:pt x="2024" y="1661"/>
                    </a:cubicBezTo>
                    <a:lnTo>
                      <a:pt x="12150" y="1661"/>
                    </a:lnTo>
                    <a:cubicBezTo>
                      <a:pt x="12523" y="1661"/>
                      <a:pt x="12825" y="2033"/>
                      <a:pt x="12825" y="2492"/>
                    </a:cubicBezTo>
                    <a:lnTo>
                      <a:pt x="12825" y="4153"/>
                    </a:lnTo>
                    <a:lnTo>
                      <a:pt x="12825" y="5815"/>
                    </a:lnTo>
                    <a:lnTo>
                      <a:pt x="12825" y="11630"/>
                    </a:lnTo>
                    <a:cubicBezTo>
                      <a:pt x="12825" y="12089"/>
                      <a:pt x="12523" y="12461"/>
                      <a:pt x="12150" y="12461"/>
                    </a:cubicBezTo>
                    <a:cubicBezTo>
                      <a:pt x="12150" y="12461"/>
                      <a:pt x="2024" y="12461"/>
                      <a:pt x="2024" y="12461"/>
                    </a:cubicBezTo>
                    <a:close/>
                    <a:moveTo>
                      <a:pt x="21259" y="10248"/>
                    </a:moveTo>
                    <a:lnTo>
                      <a:pt x="18559" y="5263"/>
                    </a:lnTo>
                    <a:cubicBezTo>
                      <a:pt x="18182" y="4568"/>
                      <a:pt x="17552" y="4153"/>
                      <a:pt x="16875" y="4153"/>
                    </a:cubicBezTo>
                    <a:lnTo>
                      <a:pt x="14175" y="4153"/>
                    </a:lnTo>
                    <a:lnTo>
                      <a:pt x="14175" y="2492"/>
                    </a:lnTo>
                    <a:cubicBezTo>
                      <a:pt x="14175" y="1117"/>
                      <a:pt x="13266" y="0"/>
                      <a:pt x="12150" y="0"/>
                    </a:cubicBezTo>
                    <a:lnTo>
                      <a:pt x="2024" y="0"/>
                    </a:lnTo>
                    <a:cubicBezTo>
                      <a:pt x="908" y="0"/>
                      <a:pt x="0" y="1117"/>
                      <a:pt x="0" y="2492"/>
                    </a:cubicBezTo>
                    <a:lnTo>
                      <a:pt x="0" y="11630"/>
                    </a:lnTo>
                    <a:cubicBezTo>
                      <a:pt x="0" y="13005"/>
                      <a:pt x="908" y="14123"/>
                      <a:pt x="2024" y="14123"/>
                    </a:cubicBezTo>
                    <a:lnTo>
                      <a:pt x="2025" y="14123"/>
                    </a:lnTo>
                    <a:lnTo>
                      <a:pt x="2025" y="16615"/>
                    </a:lnTo>
                    <a:cubicBezTo>
                      <a:pt x="2025" y="17989"/>
                      <a:pt x="2933" y="19107"/>
                      <a:pt x="4050" y="19107"/>
                    </a:cubicBezTo>
                    <a:lnTo>
                      <a:pt x="4820" y="19107"/>
                    </a:lnTo>
                    <a:cubicBezTo>
                      <a:pt x="5122" y="20537"/>
                      <a:pt x="6170" y="21600"/>
                      <a:pt x="7425" y="21600"/>
                    </a:cubicBezTo>
                    <a:cubicBezTo>
                      <a:pt x="8679" y="21600"/>
                      <a:pt x="9727" y="20537"/>
                      <a:pt x="10029" y="19107"/>
                    </a:cubicBezTo>
                    <a:lnTo>
                      <a:pt x="13595" y="19107"/>
                    </a:lnTo>
                    <a:cubicBezTo>
                      <a:pt x="13897" y="20537"/>
                      <a:pt x="14945" y="21600"/>
                      <a:pt x="16200" y="21600"/>
                    </a:cubicBezTo>
                    <a:cubicBezTo>
                      <a:pt x="17453" y="21600"/>
                      <a:pt x="18501" y="20537"/>
                      <a:pt x="18803" y="19107"/>
                    </a:cubicBezTo>
                    <a:lnTo>
                      <a:pt x="19575" y="19107"/>
                    </a:lnTo>
                    <a:cubicBezTo>
                      <a:pt x="20691" y="19107"/>
                      <a:pt x="21599" y="17989"/>
                      <a:pt x="21599" y="16615"/>
                    </a:cubicBezTo>
                    <a:lnTo>
                      <a:pt x="21599" y="11630"/>
                    </a:lnTo>
                    <a:cubicBezTo>
                      <a:pt x="21599" y="11137"/>
                      <a:pt x="21482" y="10658"/>
                      <a:pt x="21259" y="10248"/>
                    </a:cubicBezTo>
                  </a:path>
                </a:pathLst>
              </a:custGeom>
              <a:grpFill/>
              <a:ln>
                <a:noFill/>
              </a:ln>
              <a:effectLst/>
            </p:spPr>
            <p:txBody>
              <a:bodyPr lIns="28575" tIns="28575" rIns="28575" bIns="28575" anchor="ctr"/>
              <a:lstStyle/>
              <a:p>
                <a:pPr defTabSz="342900">
                  <a:defRPr/>
                </a:pPr>
                <a:endParaRPr lang="en-US" sz="2250" dirty="0">
                  <a:solidFill>
                    <a:srgbClr val="FFFFFF"/>
                  </a:solidFill>
                  <a:effectLst>
                    <a:outerShdw blurRad="38100" dist="38100" dir="2700000" algn="tl">
                      <a:srgbClr val="000000"/>
                    </a:outerShdw>
                  </a:effectLst>
                  <a:latin typeface="方正银联黑简体" panose="02000000000000000000" pitchFamily="2" charset="-122"/>
                  <a:ea typeface="方正银联黑简体" panose="02000000000000000000" pitchFamily="2" charset="-122"/>
                  <a:cs typeface="FZYLHJW" charset="-122"/>
                </a:endParaRPr>
              </a:p>
            </p:txBody>
          </p:sp>
        </p:grpSp>
      </p:grpSp>
      <p:cxnSp>
        <p:nvCxnSpPr>
          <p:cNvPr id="29" name="Straight Connector 28"/>
          <p:cNvCxnSpPr>
            <a:stCxn id="9" idx="0"/>
          </p:cNvCxnSpPr>
          <p:nvPr/>
        </p:nvCxnSpPr>
        <p:spPr bwMode="auto">
          <a:xfrm rot="5400000" flipH="1" flipV="1">
            <a:off x="4183857" y="3328987"/>
            <a:ext cx="663179" cy="5954"/>
          </a:xfrm>
          <a:prstGeom prst="line">
            <a:avLst/>
          </a:prstGeom>
          <a:ln>
            <a:solidFill>
              <a:schemeClr val="bg1">
                <a:lumMod val="75000"/>
              </a:schemeClr>
            </a:solidFill>
            <a:tailEnd type="oval"/>
          </a:ln>
        </p:spPr>
        <p:style>
          <a:lnRef idx="1">
            <a:schemeClr val="accent1"/>
          </a:lnRef>
          <a:fillRef idx="0">
            <a:schemeClr val="accent1"/>
          </a:fillRef>
          <a:effectRef idx="0">
            <a:schemeClr val="accent1"/>
          </a:effectRef>
          <a:fontRef idx="minor">
            <a:schemeClr val="tx1"/>
          </a:fontRef>
        </p:style>
      </p:cxnSp>
      <p:sp>
        <p:nvSpPr>
          <p:cNvPr id="42" name="Rectangle 41"/>
          <p:cNvSpPr/>
          <p:nvPr/>
        </p:nvSpPr>
        <p:spPr bwMode="auto">
          <a:xfrm>
            <a:off x="4019348" y="2625330"/>
            <a:ext cx="954107" cy="323165"/>
          </a:xfrm>
          <a:prstGeom prst="rect">
            <a:avLst/>
          </a:prstGeom>
        </p:spPr>
        <p:txBody>
          <a:bodyPr wrap="none">
            <a:spAutoFit/>
          </a:bodyPr>
          <a:lstStyle/>
          <a:p>
            <a:pPr algn="ctr">
              <a:defRPr/>
            </a:pPr>
            <a:r>
              <a:rPr lang="zh-CN" altLang="en-US" sz="1500" dirty="0">
                <a:solidFill>
                  <a:schemeClr val="tx1">
                    <a:lumMod val="75000"/>
                    <a:lumOff val="25000"/>
                  </a:schemeClr>
                </a:solidFill>
                <a:latin typeface="方正银联黑简体" panose="02000000000000000000" pitchFamily="2" charset="-122"/>
                <a:ea typeface="方正银联黑简体" panose="02000000000000000000" pitchFamily="2" charset="-122"/>
                <a:cs typeface="FZYLHJW" charset="-122"/>
              </a:rPr>
              <a:t>输入文字</a:t>
            </a:r>
            <a:endParaRPr lang="en-US" sz="1500" dirty="0">
              <a:solidFill>
                <a:schemeClr val="tx1">
                  <a:lumMod val="75000"/>
                  <a:lumOff val="25000"/>
                </a:schemeClr>
              </a:solidFill>
              <a:latin typeface="方正银联黑简体" panose="02000000000000000000" pitchFamily="2" charset="-122"/>
              <a:ea typeface="方正银联黑简体" panose="02000000000000000000" pitchFamily="2" charset="-122"/>
              <a:cs typeface="FZYLHJW" charset="-122"/>
            </a:endParaRPr>
          </a:p>
        </p:txBody>
      </p:sp>
      <p:grpSp>
        <p:nvGrpSpPr>
          <p:cNvPr id="47" name="Group 92"/>
          <p:cNvGrpSpPr/>
          <p:nvPr/>
        </p:nvGrpSpPr>
        <p:grpSpPr bwMode="auto">
          <a:xfrm>
            <a:off x="764577" y="2890069"/>
            <a:ext cx="2409350" cy="1074110"/>
            <a:chOff x="1256977" y="871298"/>
            <a:chExt cx="3212521" cy="1432091"/>
          </a:xfrm>
        </p:grpSpPr>
        <p:sp>
          <p:nvSpPr>
            <p:cNvPr id="48" name="Rectangle 14"/>
            <p:cNvSpPr/>
            <p:nvPr/>
          </p:nvSpPr>
          <p:spPr>
            <a:xfrm>
              <a:off x="1256977" y="1210824"/>
              <a:ext cx="3212521" cy="1092565"/>
            </a:xfrm>
            <a:prstGeom prst="rect">
              <a:avLst/>
            </a:prstGeom>
          </p:spPr>
          <p:txBody>
            <a:bodyPr wrap="square">
              <a:spAutoFit/>
            </a:bodyPr>
            <a:lstStyle/>
            <a:p>
              <a:pPr>
                <a:lnSpc>
                  <a:spcPct val="150000"/>
                </a:lnSpc>
                <a:defRPr/>
              </a:pPr>
              <a:r>
                <a:rPr lang="zh-CN" altLang="en-US" sz="1050" dirty="0">
                  <a:solidFill>
                    <a:schemeClr val="tx1">
                      <a:lumMod val="75000"/>
                      <a:lumOff val="25000"/>
                    </a:schemeClr>
                  </a:solidFill>
                  <a:latin typeface="方正银联黑简体" panose="02000000000000000000" pitchFamily="2" charset="-122"/>
                  <a:ea typeface="方正银联黑简体" panose="02000000000000000000" pitchFamily="2" charset="-122"/>
                  <a:cs typeface="FZYLHJW" charset="-122"/>
                </a:rPr>
                <a:t>输入替换内容输入替换内容输入替换内容输入替换内容输入替换内容输入替换内容输入替换内容输入替换内容</a:t>
              </a:r>
              <a:endParaRPr lang="id-ID" sz="1050" dirty="0">
                <a:solidFill>
                  <a:schemeClr val="bg1">
                    <a:lumMod val="65000"/>
                  </a:schemeClr>
                </a:solidFill>
                <a:latin typeface="方正银联黑简体" panose="02000000000000000000" pitchFamily="2" charset="-122"/>
                <a:ea typeface="方正银联黑简体" panose="02000000000000000000" pitchFamily="2" charset="-122"/>
                <a:cs typeface="FZYLHJW" charset="-122"/>
              </a:endParaRPr>
            </a:p>
          </p:txBody>
        </p:sp>
        <p:sp>
          <p:nvSpPr>
            <p:cNvPr id="49" name="Rectangle 15"/>
            <p:cNvSpPr/>
            <p:nvPr/>
          </p:nvSpPr>
          <p:spPr>
            <a:xfrm>
              <a:off x="2254898" y="871298"/>
              <a:ext cx="1785134" cy="430870"/>
            </a:xfrm>
            <a:prstGeom prst="rect">
              <a:avLst/>
            </a:prstGeom>
          </p:spPr>
          <p:txBody>
            <a:bodyPr wrap="none">
              <a:spAutoFit/>
            </a:bodyPr>
            <a:lstStyle/>
            <a:p>
              <a:pPr>
                <a:defRPr/>
              </a:pPr>
              <a:r>
                <a:rPr lang="zh-CN" altLang="en-US" sz="1500" dirty="0">
                  <a:solidFill>
                    <a:srgbClr val="6BA3D6"/>
                  </a:solidFill>
                  <a:latin typeface="方正银联黑简体" panose="02000000000000000000" pitchFamily="2" charset="-122"/>
                  <a:ea typeface="方正银联黑简体" panose="02000000000000000000" pitchFamily="2" charset="-122"/>
                  <a:cs typeface="FZYLHJW" charset="-122"/>
                </a:rPr>
                <a:t>输入标题内容</a:t>
              </a:r>
              <a:endParaRPr lang="en-US" sz="1500" dirty="0">
                <a:solidFill>
                  <a:srgbClr val="6BA3D6"/>
                </a:solidFill>
                <a:latin typeface="方正银联黑简体" panose="02000000000000000000" pitchFamily="2" charset="-122"/>
                <a:ea typeface="方正银联黑简体" panose="02000000000000000000" pitchFamily="2" charset="-122"/>
                <a:cs typeface="FZYLHJW" charset="-122"/>
              </a:endParaRPr>
            </a:p>
          </p:txBody>
        </p:sp>
      </p:grpSp>
      <p:grpSp>
        <p:nvGrpSpPr>
          <p:cNvPr id="50" name="Group 92"/>
          <p:cNvGrpSpPr/>
          <p:nvPr/>
        </p:nvGrpSpPr>
        <p:grpSpPr bwMode="auto">
          <a:xfrm>
            <a:off x="6057165" y="2900155"/>
            <a:ext cx="2511279" cy="1109453"/>
            <a:chOff x="2620606" y="1785664"/>
            <a:chExt cx="3348429" cy="1479216"/>
          </a:xfrm>
        </p:grpSpPr>
        <p:sp>
          <p:nvSpPr>
            <p:cNvPr id="51" name="Rectangle 14"/>
            <p:cNvSpPr/>
            <p:nvPr/>
          </p:nvSpPr>
          <p:spPr>
            <a:xfrm>
              <a:off x="2620606" y="2172314"/>
              <a:ext cx="3348429" cy="1092566"/>
            </a:xfrm>
            <a:prstGeom prst="rect">
              <a:avLst/>
            </a:prstGeom>
          </p:spPr>
          <p:txBody>
            <a:bodyPr wrap="square">
              <a:spAutoFit/>
            </a:bodyPr>
            <a:lstStyle/>
            <a:p>
              <a:pPr>
                <a:lnSpc>
                  <a:spcPct val="150000"/>
                </a:lnSpc>
                <a:defRPr/>
              </a:pPr>
              <a:r>
                <a:rPr lang="zh-CN" altLang="en-US" sz="1050" dirty="0">
                  <a:solidFill>
                    <a:schemeClr val="tx1">
                      <a:lumMod val="75000"/>
                      <a:lumOff val="25000"/>
                    </a:schemeClr>
                  </a:solidFill>
                  <a:latin typeface="方正银联黑简体" panose="02000000000000000000" pitchFamily="2" charset="-122"/>
                  <a:ea typeface="方正银联黑简体" panose="02000000000000000000" pitchFamily="2" charset="-122"/>
                  <a:cs typeface="FZYLHJW" charset="-122"/>
                </a:rPr>
                <a:t>输入替换内容输入替换内容输入替换内容输入替换内容输入替换内容输入替换内容输入替换内容输入替换内容</a:t>
              </a:r>
              <a:endParaRPr lang="id-ID" sz="1050" dirty="0">
                <a:solidFill>
                  <a:schemeClr val="bg1">
                    <a:lumMod val="65000"/>
                  </a:schemeClr>
                </a:solidFill>
                <a:latin typeface="方正银联黑简体" panose="02000000000000000000" pitchFamily="2" charset="-122"/>
                <a:ea typeface="方正银联黑简体" panose="02000000000000000000" pitchFamily="2" charset="-122"/>
                <a:cs typeface="FZYLHJW" charset="-122"/>
              </a:endParaRPr>
            </a:p>
          </p:txBody>
        </p:sp>
        <p:sp>
          <p:nvSpPr>
            <p:cNvPr id="52" name="Rectangle 15"/>
            <p:cNvSpPr/>
            <p:nvPr/>
          </p:nvSpPr>
          <p:spPr>
            <a:xfrm>
              <a:off x="2667007" y="1785664"/>
              <a:ext cx="1785136" cy="430871"/>
            </a:xfrm>
            <a:prstGeom prst="rect">
              <a:avLst/>
            </a:prstGeom>
          </p:spPr>
          <p:txBody>
            <a:bodyPr wrap="none">
              <a:spAutoFit/>
            </a:bodyPr>
            <a:lstStyle/>
            <a:p>
              <a:pPr algn="r">
                <a:defRPr/>
              </a:pPr>
              <a:r>
                <a:rPr lang="zh-CN" altLang="en-US" sz="1500" dirty="0">
                  <a:solidFill>
                    <a:srgbClr val="FD8675"/>
                  </a:solidFill>
                  <a:latin typeface="方正银联黑简体" panose="02000000000000000000" pitchFamily="2" charset="-122"/>
                  <a:ea typeface="方正银联黑简体" panose="02000000000000000000" pitchFamily="2" charset="-122"/>
                  <a:cs typeface="FZYLHJW" charset="-122"/>
                </a:rPr>
                <a:t>输入标题内容</a:t>
              </a:r>
              <a:endParaRPr lang="en-US" sz="1500" dirty="0">
                <a:solidFill>
                  <a:srgbClr val="FD8675"/>
                </a:solidFill>
                <a:latin typeface="方正银联黑简体" panose="02000000000000000000" pitchFamily="2" charset="-122"/>
                <a:ea typeface="方正银联黑简体" panose="02000000000000000000" pitchFamily="2" charset="-122"/>
                <a:cs typeface="FZYLHJW" charset="-122"/>
              </a:endParaRPr>
            </a:p>
          </p:txBody>
        </p:sp>
      </p:grpSp>
      <p:sp>
        <p:nvSpPr>
          <p:cNvPr id="2" name="灯片编号占位符 1"/>
          <p:cNvSpPr>
            <a:spLocks noGrp="1"/>
          </p:cNvSpPr>
          <p:nvPr>
            <p:ph type="sldNum" sz="quarter" idx="12"/>
          </p:nvPr>
        </p:nvSpPr>
        <p:spPr/>
        <p:txBody>
          <a:bodyPr/>
          <a:lstStyle/>
          <a:p>
            <a:fld id="{39EEDE4D-C237-4DCB-971B-7273E93752F0}" type="slidenum">
              <a:rPr lang="zh-CN" altLang="en-US" smtClean="0"/>
            </a:fld>
            <a:endParaRPr lang="zh-CN" altLang="en-US"/>
          </a:p>
        </p:txBody>
      </p:sp>
      <p:sp>
        <p:nvSpPr>
          <p:cNvPr id="76" name="Text Placeholder 1"/>
          <p:cNvSpPr txBox="1"/>
          <p:nvPr/>
        </p:nvSpPr>
        <p:spPr>
          <a:xfrm>
            <a:off x="647700" y="512445"/>
            <a:ext cx="7200000" cy="315595"/>
          </a:xfrm>
          <a:prstGeom prst="rect">
            <a:avLst/>
          </a:prstGeom>
        </p:spPr>
        <p:txBody>
          <a:bodyPr vert="horz" lIns="51435" tIns="25718" rIns="51435" bIns="25718" rtlCol="0" anchor="ctr"/>
          <a:lstStyle>
            <a:defPPr>
              <a:defRPr lang="zh-CN"/>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700" spc="150" dirty="0">
                <a:solidFill>
                  <a:schemeClr val="tx1">
                    <a:lumMod val="75000"/>
                    <a:lumOff val="25000"/>
                  </a:schemeClr>
                </a:solidFill>
                <a:latin typeface="方正银联黑简体" panose="02000000000000000000" pitchFamily="2" charset="-122"/>
                <a:ea typeface="方正银联黑简体" panose="02000000000000000000" pitchFamily="2" charset="-122"/>
                <a:cs typeface="FZYLHJW" charset="-122"/>
              </a:rPr>
              <a:t>图表示例</a:t>
            </a:r>
            <a:endParaRPr lang="zh-CN" altLang="en-US" sz="2700" spc="150" dirty="0">
              <a:solidFill>
                <a:schemeClr val="tx1">
                  <a:lumMod val="75000"/>
                  <a:lumOff val="25000"/>
                </a:schemeClr>
              </a:solidFill>
              <a:latin typeface="方正银联黑简体" panose="02000000000000000000" pitchFamily="2" charset="-122"/>
              <a:ea typeface="方正银联黑简体" panose="02000000000000000000" pitchFamily="2" charset="-122"/>
              <a:cs typeface="FZYLHJW" charset="-122"/>
            </a:endParaRPr>
          </a:p>
        </p:txBody>
      </p:sp>
    </p:spTree>
  </p:cSld>
  <p:clrMapOvr>
    <a:masterClrMapping/>
  </p:clrMapOvr>
  <p:transition advClick="0" advTm="3000">
    <p:cut/>
  </p:transition>
  <p:timing>
    <p:tnLst>
      <p:par>
        <p:cTn id="1" dur="indefinite" restart="never" nodeType="tmRoot"/>
      </p:par>
    </p:tnLst>
  </p:timing>
</p:sld>
</file>

<file path=ppt/theme/theme1.xml><?xml version="1.0" encoding="utf-8"?>
<a:theme xmlns:a="http://schemas.openxmlformats.org/drawingml/2006/main" name="自定义设计方案">
  <a:themeElements>
    <a:clrScheme name="银联标准配色">
      <a:dk1>
        <a:srgbClr val="414141"/>
      </a:dk1>
      <a:lt1>
        <a:sysClr val="window" lastClr="FFFFFF"/>
      </a:lt1>
      <a:dk2>
        <a:srgbClr val="828282"/>
      </a:dk2>
      <a:lt2>
        <a:srgbClr val="E7E6E6"/>
      </a:lt2>
      <a:accent1>
        <a:srgbClr val="E03A3E"/>
      </a:accent1>
      <a:accent2>
        <a:srgbClr val="F5846C"/>
      </a:accent2>
      <a:accent3>
        <a:srgbClr val="004B85"/>
      </a:accent3>
      <a:accent4>
        <a:srgbClr val="5698D2"/>
      </a:accent4>
      <a:accent5>
        <a:srgbClr val="008286"/>
      </a:accent5>
      <a:accent6>
        <a:srgbClr val="60C3AD"/>
      </a:accent6>
      <a:hlink>
        <a:srgbClr val="008286"/>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自定义设计方案">
  <a:themeElements>
    <a:clrScheme name="银联标准配色">
      <a:dk1>
        <a:srgbClr val="414141"/>
      </a:dk1>
      <a:lt1>
        <a:sysClr val="window" lastClr="FFFFFF"/>
      </a:lt1>
      <a:dk2>
        <a:srgbClr val="828282"/>
      </a:dk2>
      <a:lt2>
        <a:srgbClr val="E7E6E6"/>
      </a:lt2>
      <a:accent1>
        <a:srgbClr val="E03A3E"/>
      </a:accent1>
      <a:accent2>
        <a:srgbClr val="F5846C"/>
      </a:accent2>
      <a:accent3>
        <a:srgbClr val="004B85"/>
      </a:accent3>
      <a:accent4>
        <a:srgbClr val="5698D2"/>
      </a:accent4>
      <a:accent5>
        <a:srgbClr val="008286"/>
      </a:accent5>
      <a:accent6>
        <a:srgbClr val="60C3AD"/>
      </a:accent6>
      <a:hlink>
        <a:srgbClr val="008286"/>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自定义设计方案">
  <a:themeElements>
    <a:clrScheme name="银联标准配色">
      <a:dk1>
        <a:srgbClr val="414141"/>
      </a:dk1>
      <a:lt1>
        <a:sysClr val="window" lastClr="FFFFFF"/>
      </a:lt1>
      <a:dk2>
        <a:srgbClr val="828282"/>
      </a:dk2>
      <a:lt2>
        <a:srgbClr val="E7E6E6"/>
      </a:lt2>
      <a:accent1>
        <a:srgbClr val="E03A3E"/>
      </a:accent1>
      <a:accent2>
        <a:srgbClr val="F5846C"/>
      </a:accent2>
      <a:accent3>
        <a:srgbClr val="004B85"/>
      </a:accent3>
      <a:accent4>
        <a:srgbClr val="5698D2"/>
      </a:accent4>
      <a:accent5>
        <a:srgbClr val="008286"/>
      </a:accent5>
      <a:accent6>
        <a:srgbClr val="60C3AD"/>
      </a:accent6>
      <a:hlink>
        <a:srgbClr val="008286"/>
      </a:hlink>
      <a:folHlink>
        <a:srgbClr val="954F72"/>
      </a:folHlink>
    </a:clrScheme>
    <a:fontScheme name="自定义 1">
      <a:majorFont>
        <a:latin typeface="Arial Unicode MS"/>
        <a:ea typeface="方正银联黑简体"/>
        <a:cs typeface=""/>
      </a:majorFont>
      <a:minorFont>
        <a:latin typeface="等线"/>
        <a:ea typeface="方正银联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5_自定义设计方案">
  <a:themeElements>
    <a:clrScheme name="银联标准配色">
      <a:dk1>
        <a:sysClr val="windowText" lastClr="000000"/>
      </a:dk1>
      <a:lt1>
        <a:sysClr val="window" lastClr="FFFFFF"/>
      </a:lt1>
      <a:dk2>
        <a:srgbClr val="828282"/>
      </a:dk2>
      <a:lt2>
        <a:srgbClr val="E7E6E6"/>
      </a:lt2>
      <a:accent1>
        <a:srgbClr val="E03A3E"/>
      </a:accent1>
      <a:accent2>
        <a:srgbClr val="F5846C"/>
      </a:accent2>
      <a:accent3>
        <a:srgbClr val="004B85"/>
      </a:accent3>
      <a:accent4>
        <a:srgbClr val="5698D2"/>
      </a:accent4>
      <a:accent5>
        <a:srgbClr val="008286"/>
      </a:accent5>
      <a:accent6>
        <a:srgbClr val="60C3AD"/>
      </a:accent6>
      <a:hlink>
        <a:srgbClr val="008286"/>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自定义设计方案">
  <a:themeElements>
    <a:clrScheme name="银联标准配色">
      <a:dk1>
        <a:sysClr val="windowText" lastClr="000000"/>
      </a:dk1>
      <a:lt1>
        <a:sysClr val="window" lastClr="FFFFFF"/>
      </a:lt1>
      <a:dk2>
        <a:srgbClr val="828282"/>
      </a:dk2>
      <a:lt2>
        <a:srgbClr val="E7E6E6"/>
      </a:lt2>
      <a:accent1>
        <a:srgbClr val="E03A3E"/>
      </a:accent1>
      <a:accent2>
        <a:srgbClr val="F5846C"/>
      </a:accent2>
      <a:accent3>
        <a:srgbClr val="004B85"/>
      </a:accent3>
      <a:accent4>
        <a:srgbClr val="5698D2"/>
      </a:accent4>
      <a:accent5>
        <a:srgbClr val="008286"/>
      </a:accent5>
      <a:accent6>
        <a:srgbClr val="60C3AD"/>
      </a:accent6>
      <a:hlink>
        <a:srgbClr val="008286"/>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宋体"/>
        <a:cs typeface=""/>
      </a:majorFont>
      <a:minorFont>
        <a:latin typeface="方正悦准黑简体"/>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1004</Words>
  <Application>WPS 文字</Application>
  <PresentationFormat>全屏显示(4:3)</PresentationFormat>
  <Paragraphs>196</Paragraphs>
  <Slides>13</Slides>
  <Notes>50</Notes>
  <HiddenSlides>0</HiddenSlides>
  <MMClips>0</MMClips>
  <ScaleCrop>false</ScaleCrop>
  <HeadingPairs>
    <vt:vector size="6" baseType="variant">
      <vt:variant>
        <vt:lpstr>已用的字体</vt:lpstr>
      </vt:variant>
      <vt:variant>
        <vt:i4>31</vt:i4>
      </vt:variant>
      <vt:variant>
        <vt:lpstr>主题</vt:lpstr>
      </vt:variant>
      <vt:variant>
        <vt:i4>5</vt:i4>
      </vt:variant>
      <vt:variant>
        <vt:lpstr>幻灯片标题</vt:lpstr>
      </vt:variant>
      <vt:variant>
        <vt:i4>13</vt:i4>
      </vt:variant>
    </vt:vector>
  </HeadingPairs>
  <TitlesOfParts>
    <vt:vector size="49" baseType="lpstr">
      <vt:lpstr>Arial</vt:lpstr>
      <vt:lpstr>宋体</vt:lpstr>
      <vt:lpstr>Wingdings</vt:lpstr>
      <vt:lpstr>Verdana</vt:lpstr>
      <vt:lpstr>微软雅黑</vt:lpstr>
      <vt:lpstr>汉仪旗黑</vt:lpstr>
      <vt:lpstr>方正银联黑简体</vt:lpstr>
      <vt:lpstr>汉仪中黑KW</vt:lpstr>
      <vt:lpstr>等线</vt:lpstr>
      <vt:lpstr>等线</vt:lpstr>
      <vt:lpstr>方正悦准黑简体</vt:lpstr>
      <vt:lpstr>Calibri</vt:lpstr>
      <vt:lpstr>Helvetica Neue</vt:lpstr>
      <vt:lpstr>MS PGothic</vt:lpstr>
      <vt:lpstr>冬青黑体简体中文</vt:lpstr>
      <vt:lpstr>汉仪书宋二KW</vt:lpstr>
      <vt:lpstr>FZYLHJW</vt:lpstr>
      <vt:lpstr>PingFang SC Light</vt:lpstr>
      <vt:lpstr>Microsoft YaHei Light</vt:lpstr>
      <vt:lpstr>Helvetica</vt:lpstr>
      <vt:lpstr>宋体</vt:lpstr>
      <vt:lpstr>Arial Unicode MS</vt:lpstr>
      <vt:lpstr>汉仪中等线KW</vt:lpstr>
      <vt:lpstr>苹方-简</vt:lpstr>
      <vt:lpstr>FZYLHJW</vt:lpstr>
      <vt:lpstr>Helvetica</vt:lpstr>
      <vt:lpstr>MS PGothic</vt:lpstr>
      <vt:lpstr>Microsoft YaHei Light</vt:lpstr>
      <vt:lpstr>微软雅黑</vt:lpstr>
      <vt:lpstr>方正银联黑简体</vt:lpstr>
      <vt:lpstr>等线</vt:lpstr>
      <vt:lpstr>自定义设计方案</vt:lpstr>
      <vt:lpstr>2_自定义设计方案</vt:lpstr>
      <vt:lpstr>1_自定义设计方案</vt:lpstr>
      <vt:lpstr>5_自定义设计方案</vt:lpstr>
      <vt:lpstr>4_自定义设计方案</vt:lpstr>
      <vt:lpstr>关于统一汇报PPT格式的通知</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our new PPT template</dc:title>
  <dc:creator>User</dc:creator>
  <cp:lastModifiedBy>郑雷</cp:lastModifiedBy>
  <cp:revision>715</cp:revision>
  <cp:lastPrinted>2026-03-16T06:24:38Z</cp:lastPrinted>
  <dcterms:created xsi:type="dcterms:W3CDTF">2026-03-16T06:24:38Z</dcterms:created>
  <dcterms:modified xsi:type="dcterms:W3CDTF">2026-03-16T06:24:38Z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50CB21D1AB7B705D5A77B769D1A0DE77_42</vt:lpwstr>
  </property>
  <property fmtid="{D5CDD505-2E9C-101B-9397-08002B2CF9AE}" pid="3" name="KSOProductBuildVer">
    <vt:lpwstr>2052-12.1.23540.23540</vt:lpwstr>
  </property>
</Properties>
</file>
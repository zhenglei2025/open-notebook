
<file path=[Content_Types].xml><?xml version="1.0" encoding="utf-8"?>
<Types xmlns="http://schemas.openxmlformats.org/package/2006/content-types"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embedTrueTypeFonts="1" saveSubsetFonts="1" autoCompressPictures="0">
  <p:sldMasterIdLst>
    <p:sldMasterId id="2147483648" r:id="rId1"/>
    <p:sldMasterId id="2147483650" r:id="rId3"/>
    <p:sldMasterId id="2147483652" r:id="rId4"/>
    <p:sldMasterId id="2147483658" r:id="rId5"/>
    <p:sldMasterId id="2147483659" r:id="rId6"/>
  </p:sldMasterIdLst>
  <p:notesMasterIdLst>
    <p:notesMasterId r:id="rId8"/>
  </p:notesMasterIdLst>
  <p:handoutMasterIdLst>
    <p:handoutMasterId r:id="rId11"/>
  </p:handoutMasterIdLst>
  <p:sldIdLst>
    <p:sldId id="615" r:id="rId7"/>
    <p:sldId id="619" r:id="rId9"/>
    <p:sldId id="628" r:id="rId10"/>
  </p:sldIdLst>
  <p:sldSz cx="9144000" cy="6858000" type="screen4x3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BF06B26-1ED2-4593-97AA-A981DD7F546E}">
          <p14:sldIdLst>
            <p14:sldId id="615"/>
            <p14:sldId id="619"/>
            <p14:sldId id="6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79" userDrawn="1">
          <p15:clr>
            <a:srgbClr val="A4A3A4"/>
          </p15:clr>
        </p15:guide>
        <p15:guide id="2" pos="29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宋琛哲" initials="宋琛哲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828282"/>
    <a:srgbClr val="FF6600"/>
    <a:srgbClr val="ED1A3B"/>
    <a:srgbClr val="5698D2"/>
    <a:srgbClr val="C52934"/>
    <a:srgbClr val="4D4D4D"/>
    <a:srgbClr val="60C3AD"/>
    <a:srgbClr val="00928D"/>
    <a:srgbClr val="E03A3E"/>
    <a:srgbClr val="0070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74639" autoAdjust="0"/>
  </p:normalViewPr>
  <p:slideViewPr>
    <p:cSldViewPr showGuides="1">
      <p:cViewPr varScale="1">
        <p:scale>
          <a:sx n="108" d="100"/>
          <a:sy n="108" d="100"/>
        </p:scale>
        <p:origin x="948" y="96"/>
      </p:cViewPr>
      <p:guideLst>
        <p:guide orient="horz" pos="679"/>
        <p:guide pos="29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89" d="100"/>
          <a:sy n="89" d="100"/>
        </p:scale>
        <p:origin x="3012" y="-330"/>
      </p:cViewPr>
      <p:guideLst>
        <p:guide orient="horz" pos="3186"/>
        <p:guide pos="2144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commentAuthors" Target="commentAuthors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3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915" y="1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7A5B181F-4C58-4302-9FD6-58C7A8C3AB3A}" type="datetimeFigureOut">
              <a:rPr lang="en-US" altLang="zh-CN"/>
            </a:fld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9729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915" y="9429729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0AF76397-2A65-4C5B-9C71-2E530E721156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4538" y="644525"/>
            <a:ext cx="3406775" cy="2555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55419" y="3651788"/>
            <a:ext cx="5580311" cy="560172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zh-CN" noProof="0" dirty="0" smtClean="0"/>
              <a:t>Click to edit Master text styles</a:t>
            </a:r>
            <a:endParaRPr lang="en-US" altLang="zh-CN" noProof="0" dirty="0" smtClean="0"/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69444" y="9432047"/>
            <a:ext cx="905415" cy="4961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b" anchorCtr="0" compatLnSpc="1"/>
          <a:lstStyle>
            <a:lvl1pPr algn="r" eaLnBrk="0" hangingPunct="0">
              <a:defRPr sz="1000">
                <a:latin typeface="Calibri" panose="020F050202020403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546522B4-FA87-4935-B9A3-7148FB7CE523}" type="slidenum">
              <a:rPr lang="zh-CN" altLang="en-US"/>
            </a:fld>
            <a:endParaRPr lang="en-US" altLang="zh-CN"/>
          </a:p>
        </p:txBody>
      </p:sp>
      <p:cxnSp>
        <p:nvCxnSpPr>
          <p:cNvPr id="3" name="直接连接符 2"/>
          <p:cNvCxnSpPr/>
          <p:nvPr/>
        </p:nvCxnSpPr>
        <p:spPr>
          <a:xfrm>
            <a:off x="4297731" y="1027138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4297731" y="1463034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4297731" y="1896611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297731" y="2330189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4297731" y="2763766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4297731" y="3199661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635" name="Picture 2" descr="C:\Users\unionpay\Desktop\课程教材标准化PPT备注模式\图标\logo.pn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927" y="0"/>
            <a:ext cx="1093454" cy="2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6"/>
          <p:cNvSpPr txBox="1">
            <a:spLocks noChangeArrowheads="1"/>
          </p:cNvSpPr>
          <p:nvPr/>
        </p:nvSpPr>
        <p:spPr bwMode="auto">
          <a:xfrm>
            <a:off x="3053194" y="9443639"/>
            <a:ext cx="1606486" cy="49849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版权所有 不得翻录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sp>
        <p:nvSpPr>
          <p:cNvPr id="18" name="Rectangle 6"/>
          <p:cNvSpPr txBox="1">
            <a:spLocks noChangeArrowheads="1"/>
          </p:cNvSpPr>
          <p:nvPr/>
        </p:nvSpPr>
        <p:spPr bwMode="auto">
          <a:xfrm>
            <a:off x="683681" y="1"/>
            <a:ext cx="1607573" cy="4961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语音支付产品介绍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sp>
        <p:nvSpPr>
          <p:cNvPr id="19" name="Rectangle 6"/>
          <p:cNvSpPr txBox="1">
            <a:spLocks noChangeArrowheads="1"/>
          </p:cNvSpPr>
          <p:nvPr/>
        </p:nvSpPr>
        <p:spPr bwMode="auto">
          <a:xfrm>
            <a:off x="743462" y="9443639"/>
            <a:ext cx="1606486" cy="49849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讲师手册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pic>
        <p:nvPicPr>
          <p:cNvPr id="26639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4254" y="734996"/>
            <a:ext cx="2385817" cy="2555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方正银联黑简体" panose="02000000000000000000" pitchFamily="2" charset="-122"/>
        <a:ea typeface="方正银联黑简体" panose="02000000000000000000" pitchFamily="2" charset="-122"/>
        <a:cs typeface="方正银联黑简体" panose="02000000000000000000" pitchFamily="2" charset="-122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6522B4-FA87-4935-B9A3-7148FB7CE523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6522B4-FA87-4935-B9A3-7148FB7CE523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880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smtClean="0"/>
          </a:p>
        </p:txBody>
      </p:sp>
      <p:sp>
        <p:nvSpPr>
          <p:cNvPr id="88068" name="灯片编号占位符 3"/>
          <p:cNvSpPr txBox="1">
            <a:spLocks noGrp="1"/>
          </p:cNvSpPr>
          <p:nvPr/>
        </p:nvSpPr>
        <p:spPr bwMode="auto">
          <a:xfrm>
            <a:off x="5469444" y="9432047"/>
            <a:ext cx="905415" cy="4961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30000"/>
              </a:spcBef>
              <a:defRPr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algn="r">
              <a:spcBef>
                <a:spcPct val="0"/>
              </a:spcBef>
            </a:pPr>
            <a:fld id="{A2CE212F-930F-4DCF-A20F-7012D2EBD8E1}" type="slidenum">
              <a:rPr lang="zh-CN" altLang="en-US" sz="1000">
                <a:latin typeface="Calibri" panose="020F0502020204030204" pitchFamily="34" charset="0"/>
                <a:ea typeface="MS PGothic" panose="020B0600070205080204" pitchFamily="34" charset="-128"/>
                <a:cs typeface="宋体" pitchFamily="2" charset="-122"/>
              </a:rPr>
            </a:fld>
            <a:endParaRPr lang="en-US" altLang="zh-CN" sz="1000">
              <a:latin typeface="Calibri" panose="020F0502020204030204" pitchFamily="34" charset="0"/>
              <a:ea typeface="MS PGothic" panose="020B0600070205080204" pitchFamily="34" charset="-128"/>
              <a:cs typeface="宋体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528900"/>
            <a:ext cx="7886700" cy="1325563"/>
          </a:xfrm>
        </p:spPr>
        <p:txBody>
          <a:bodyPr>
            <a:normAutofit/>
          </a:bodyPr>
          <a:lstStyle>
            <a:lvl1pPr>
              <a:defRPr sz="4800" b="1"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618524" y="4293096"/>
            <a:ext cx="7886700" cy="864095"/>
          </a:xfrm>
        </p:spPr>
        <p:txBody>
          <a:bodyPr/>
          <a:lstStyle>
            <a:lvl1pPr>
              <a:lnSpc>
                <a:spcPct val="150000"/>
              </a:lnSpc>
              <a:defRPr sz="20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1pPr>
            <a:lvl2pPr marL="342900" indent="0" algn="ctr">
              <a:lnSpc>
                <a:spcPct val="150000"/>
              </a:lnSpc>
              <a:buFontTx/>
              <a:buNone/>
              <a:defRPr sz="20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2pPr>
            <a:lvl3pPr>
              <a:defRPr sz="1350">
                <a:latin typeface="+mj-ea"/>
                <a:ea typeface="+mj-ea"/>
              </a:defRPr>
            </a:lvl3pPr>
            <a:lvl4pPr>
              <a:defRPr sz="1200">
                <a:latin typeface="+mj-ea"/>
                <a:ea typeface="+mj-ea"/>
              </a:defRPr>
            </a:lvl4pPr>
            <a:lvl5pPr>
              <a:defRPr sz="120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15847" y="6345324"/>
            <a:ext cx="20574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ea typeface="方正银联黑简体" panose="02000000000000000000" pitchFamily="2" charset="-122"/>
              </a:defRPr>
            </a:lvl1pPr>
          </a:lstStyle>
          <a:p>
            <a:pPr algn="l">
              <a:defRPr/>
            </a:pPr>
            <a:fld id="{45490047-AB09-4C9C-A586-0A3EC6221562}" type="slidenum">
              <a:rPr lang="zh-CN" altLang="en-US" sz="900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sz="900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3000" y="1196752"/>
            <a:ext cx="6858000" cy="1008112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zh-CN" altLang="en-US" dirty="0" smtClean="0"/>
              <a:t>单击此处编辑母版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275856" y="2636912"/>
            <a:ext cx="5561856" cy="1655762"/>
          </a:xfrm>
        </p:spPr>
        <p:txBody>
          <a:bodyPr>
            <a:normAutofit/>
          </a:bodyPr>
          <a:lstStyle>
            <a:lvl1pPr marL="342900" indent="-342900" algn="l">
              <a:buFont typeface="+mj-ea"/>
              <a:buAutoNum type="ea1JpnChsDbPeriod"/>
              <a:defRPr sz="24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 smtClean="0"/>
              <a:t>单击以编辑母版副标题样式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47564" y="6345324"/>
            <a:ext cx="2057400" cy="365125"/>
          </a:xfrm>
        </p:spPr>
        <p:txBody>
          <a:bodyPr/>
          <a:lstStyle/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4"/>
            <a:ext cx="7886700" cy="1325563"/>
          </a:xfrm>
        </p:spPr>
        <p:txBody>
          <a:bodyPr>
            <a:normAutofit/>
          </a:bodyPr>
          <a:lstStyle>
            <a:lvl1pPr>
              <a:defRPr sz="3600" b="0"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solidFill>
                  <a:schemeClr val="tx1"/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28650" y="633618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628650" y="1448784"/>
            <a:ext cx="3867150" cy="4728183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4648200" y="1448784"/>
            <a:ext cx="3867150" cy="4728183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19023" y="635122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9030" y="6612"/>
            <a:ext cx="7886700" cy="1325563"/>
          </a:xfrm>
        </p:spPr>
        <p:txBody>
          <a:bodyPr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30239" y="1412777"/>
            <a:ext cx="3868737" cy="64807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30239" y="2227540"/>
            <a:ext cx="3868737" cy="3962127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4629150" y="1412777"/>
            <a:ext cx="3887788" cy="64807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4629150" y="2227540"/>
            <a:ext cx="3887788" cy="3962127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47564" y="6345324"/>
            <a:ext cx="2057400" cy="365125"/>
          </a:xfrm>
        </p:spPr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28650" y="0"/>
            <a:ext cx="6858000" cy="1008112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zh-CN" altLang="en-US" dirty="0" smtClean="0"/>
              <a:t>单击此处编辑母版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28650" y="1412776"/>
            <a:ext cx="5561856" cy="1655762"/>
          </a:xfrm>
        </p:spPr>
        <p:txBody>
          <a:bodyPr>
            <a:normAutofit/>
          </a:bodyPr>
          <a:lstStyle>
            <a:lvl1pPr marL="342900" indent="-342900" algn="l">
              <a:buFont typeface="+mj-ea"/>
              <a:buAutoNum type="ea1JpnChsDbPeriod"/>
              <a:defRPr sz="1800" b="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 smtClean="0"/>
              <a:t>单击以编辑母版副标题样式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CCCCF6-191D-4104-ADB1-C448911195D7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D624C-B8E9-4083-9225-A160C682E3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7" Type="http://schemas.openxmlformats.org/officeDocument/2006/relationships/theme" Target="../theme/theme3.xml"/><Relationship Id="rId6" Type="http://schemas.openxmlformats.org/officeDocument/2006/relationships/image" Target="../media/image2.GIF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image" Target="../media/image2.GIF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1548" y="252890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15294" y="4257096"/>
            <a:ext cx="7886700" cy="8640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 smtClean="0"/>
              <a:t>部门名称</a:t>
            </a:r>
            <a:endParaRPr lang="en-US" altLang="zh-CN" dirty="0" smtClean="0"/>
          </a:p>
          <a:p>
            <a:pPr lvl="0"/>
            <a:r>
              <a:rPr lang="en-US" altLang="zh-CN" dirty="0" smtClean="0"/>
              <a:t>20XX</a:t>
            </a:r>
            <a:r>
              <a:rPr lang="zh-CN" altLang="en-US" dirty="0" smtClean="0"/>
              <a:t>年</a:t>
            </a:r>
            <a:r>
              <a:rPr lang="en-US" altLang="zh-CN" dirty="0" smtClean="0"/>
              <a:t>X</a:t>
            </a:r>
            <a:r>
              <a:rPr lang="zh-CN" altLang="en-US" dirty="0" smtClean="0"/>
              <a:t>月</a:t>
            </a:r>
            <a:r>
              <a:rPr lang="en-US" altLang="zh-CN" dirty="0" smtClean="0"/>
              <a:t>X</a:t>
            </a:r>
            <a:r>
              <a:rPr lang="zh-CN" altLang="en-US" dirty="0" smtClean="0"/>
              <a:t>日</a:t>
            </a:r>
            <a:endParaRPr lang="en-US" altLang="zh-CN" dirty="0" smtClean="0"/>
          </a:p>
        </p:txBody>
      </p:sp>
      <p:sp>
        <p:nvSpPr>
          <p:cNvPr id="7" name="文本占位符 2"/>
          <p:cNvSpPr txBox="1"/>
          <p:nvPr userDrawn="1"/>
        </p:nvSpPr>
        <p:spPr>
          <a:xfrm>
            <a:off x="600214" y="4761148"/>
            <a:ext cx="7886700" cy="36004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24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en-US" altLang="zh-CN" sz="18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银联黑简体" panose="02000000000000000000" pitchFamily="2" charset="-122"/>
              <a:ea typeface="方正银联黑简体" panose="02000000000000000000" pitchFamily="2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2" y="3822448"/>
            <a:ext cx="9142857" cy="46666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909" y="5527440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chemeClr val="tx1">
              <a:lumMod val="85000"/>
              <a:lumOff val="15000"/>
            </a:schemeClr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0" algn="ctr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None/>
        <a:defRPr sz="2000" kern="1200" baseline="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230985" y="1304764"/>
            <a:ext cx="4205112" cy="9360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目  录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148651" y="2672916"/>
            <a:ext cx="5366701" cy="2952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第二级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第三级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第四级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96709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6009" y="2264130"/>
            <a:ext cx="9144001" cy="109849"/>
            <a:chOff x="6397" y="4089986"/>
            <a:chExt cx="9144001" cy="77091"/>
          </a:xfrm>
        </p:grpSpPr>
        <p:grpSp>
          <p:nvGrpSpPr>
            <p:cNvPr id="18" name="组合 17"/>
            <p:cNvGrpSpPr/>
            <p:nvPr/>
          </p:nvGrpSpPr>
          <p:grpSpPr>
            <a:xfrm rot="16200000" flipH="1">
              <a:off x="3344690" y="1974495"/>
              <a:ext cx="77091" cy="4308074"/>
              <a:chOff x="42367" y="1059628"/>
              <a:chExt cx="255348" cy="1267895"/>
            </a:xfrm>
          </p:grpSpPr>
          <p:sp>
            <p:nvSpPr>
              <p:cNvPr id="22" name="矩形 21"/>
              <p:cNvSpPr/>
              <p:nvPr/>
            </p:nvSpPr>
            <p:spPr>
              <a:xfrm>
                <a:off x="42367" y="1059628"/>
                <a:ext cx="255147" cy="423802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03A3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42380" y="1483101"/>
                <a:ext cx="255148" cy="423802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24" name="矩形 23"/>
              <p:cNvSpPr/>
              <p:nvPr/>
            </p:nvSpPr>
            <p:spPr>
              <a:xfrm>
                <a:off x="42567" y="1903721"/>
                <a:ext cx="255148" cy="423802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19" name="直接连接符 18"/>
            <p:cNvCxnSpPr/>
            <p:nvPr/>
          </p:nvCxnSpPr>
          <p:spPr>
            <a:xfrm>
              <a:off x="6397" y="4167015"/>
              <a:ext cx="2661683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>
            <a:xfrm>
              <a:off x="2668080" y="4167015"/>
              <a:ext cx="1429189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 userDrawn="1"/>
          </p:nvCxnSpPr>
          <p:spPr>
            <a:xfrm>
              <a:off x="4100035" y="4167076"/>
              <a:ext cx="5050363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图片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-342900" algn="l" defTabSz="685800" rtl="0" eaLnBrk="1" latinLnBrk="0" hangingPunct="1">
        <a:lnSpc>
          <a:spcPct val="150000"/>
        </a:lnSpc>
        <a:spcBef>
          <a:spcPts val="0"/>
        </a:spcBef>
        <a:buFont typeface="+mj-ea"/>
        <a:buAutoNum type="ea1JpnChsDbPeriod"/>
        <a:defRPr sz="24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3369" y="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484785"/>
            <a:ext cx="7886700" cy="46921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19023" y="635122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623370" y="1016732"/>
            <a:ext cx="5220580" cy="0"/>
          </a:xfrm>
          <a:prstGeom prst="line">
            <a:avLst/>
          </a:prstGeom>
          <a:ln w="9525" cmpd="dbl">
            <a:solidFill>
              <a:srgbClr val="828282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组合 31"/>
          <p:cNvGrpSpPr/>
          <p:nvPr/>
        </p:nvGrpSpPr>
        <p:grpSpPr>
          <a:xfrm rot="16200000" flipH="1">
            <a:off x="2284834" y="-1656184"/>
            <a:ext cx="116632" cy="3429000"/>
            <a:chOff x="-439" y="1059628"/>
            <a:chExt cx="297955" cy="1278224"/>
          </a:xfrm>
        </p:grpSpPr>
        <p:sp>
          <p:nvSpPr>
            <p:cNvPr id="35" name="矩形 34"/>
            <p:cNvSpPr/>
            <p:nvPr/>
          </p:nvSpPr>
          <p:spPr>
            <a:xfrm>
              <a:off x="-439" y="1059628"/>
              <a:ext cx="297954" cy="425438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E03A3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-439" y="1484662"/>
              <a:ext cx="297954" cy="426595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-438" y="1911257"/>
              <a:ext cx="297954" cy="42659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50000"/>
        </a:lnSpc>
        <a:spcBef>
          <a:spcPts val="750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n"/>
        <a:defRPr sz="2400" b="1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p"/>
        <a:defRPr sz="18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8572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2001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4pPr>
      <a:lvl5pPr marL="15430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296656"/>
            <a:ext cx="7886700" cy="5880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29539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32" name="组合 31"/>
          <p:cNvGrpSpPr/>
          <p:nvPr/>
        </p:nvGrpSpPr>
        <p:grpSpPr>
          <a:xfrm rot="16200000" flipH="1">
            <a:off x="2284834" y="-1656184"/>
            <a:ext cx="116632" cy="3429000"/>
            <a:chOff x="-439" y="1059628"/>
            <a:chExt cx="297955" cy="1278224"/>
          </a:xfrm>
        </p:grpSpPr>
        <p:sp>
          <p:nvSpPr>
            <p:cNvPr id="35" name="矩形 34"/>
            <p:cNvSpPr/>
            <p:nvPr/>
          </p:nvSpPr>
          <p:spPr>
            <a:xfrm>
              <a:off x="-439" y="1059628"/>
              <a:ext cx="297954" cy="425438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E03A3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-439" y="1484662"/>
              <a:ext cx="297954" cy="426595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-438" y="1911257"/>
              <a:ext cx="297954" cy="42659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828282"/>
          </a:solidFill>
          <a:latin typeface="方正悦准黑简体" panose="02000000000000000000" pitchFamily="2" charset="-122"/>
          <a:ea typeface="方正悦准黑简体" panose="02000000000000000000" pitchFamily="2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50000"/>
        </a:lnSpc>
        <a:spcBef>
          <a:spcPts val="750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n"/>
        <a:defRPr sz="1800" b="1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p"/>
        <a:defRPr sz="135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8572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2001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4pPr>
      <a:lvl5pPr marL="15430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55577" y="2674301"/>
            <a:ext cx="69487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55844" y="4837420"/>
            <a:ext cx="3727326" cy="13683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第二级</a:t>
            </a:r>
            <a:endParaRPr lang="zh-CN" altLang="en-US" dirty="0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fld id="{D944549B-A448-4C6A-8EC8-F63D82E34ADF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057650" y="635881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fld id="{D16D624C-B8E9-4083-9225-A160C682E30D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6" name="等腰三角形 15"/>
          <p:cNvSpPr/>
          <p:nvPr userDrawn="1"/>
        </p:nvSpPr>
        <p:spPr>
          <a:xfrm rot="10800000">
            <a:off x="2696312" y="4257092"/>
            <a:ext cx="183501" cy="283768"/>
          </a:xfrm>
          <a:prstGeom prst="triangle">
            <a:avLst>
              <a:gd name="adj" fmla="val 10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7" name="等腰三角形 16"/>
          <p:cNvSpPr/>
          <p:nvPr userDrawn="1"/>
        </p:nvSpPr>
        <p:spPr>
          <a:xfrm rot="10800000">
            <a:off x="5364090" y="4263361"/>
            <a:ext cx="193762" cy="283768"/>
          </a:xfrm>
          <a:prstGeom prst="triangle">
            <a:avLst>
              <a:gd name="adj" fmla="val 10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grpSp>
        <p:nvGrpSpPr>
          <p:cNvPr id="21" name="组合 20"/>
          <p:cNvGrpSpPr/>
          <p:nvPr userDrawn="1"/>
        </p:nvGrpSpPr>
        <p:grpSpPr>
          <a:xfrm>
            <a:off x="-508" y="4243245"/>
            <a:ext cx="7956884" cy="337882"/>
            <a:chOff x="-508" y="4243245"/>
            <a:chExt cx="7956884" cy="337882"/>
          </a:xfrm>
        </p:grpSpPr>
        <p:grpSp>
          <p:nvGrpSpPr>
            <p:cNvPr id="7" name="组合 6"/>
            <p:cNvGrpSpPr/>
            <p:nvPr userDrawn="1"/>
          </p:nvGrpSpPr>
          <p:grpSpPr>
            <a:xfrm>
              <a:off x="-508" y="4265823"/>
              <a:ext cx="7941404" cy="296652"/>
              <a:chOff x="71500" y="1556792"/>
              <a:chExt cx="6234373" cy="108012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71500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2180574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4289649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</p:grpSp>
        <p:grpSp>
          <p:nvGrpSpPr>
            <p:cNvPr id="20" name="组合 19"/>
            <p:cNvGrpSpPr/>
            <p:nvPr userDrawn="1"/>
          </p:nvGrpSpPr>
          <p:grpSpPr>
            <a:xfrm>
              <a:off x="2346623" y="4243245"/>
              <a:ext cx="5609753" cy="337882"/>
              <a:chOff x="2346623" y="4243245"/>
              <a:chExt cx="5609753" cy="337882"/>
            </a:xfrm>
          </p:grpSpPr>
          <p:sp>
            <p:nvSpPr>
              <p:cNvPr id="13" name="等腰三角形 12"/>
              <p:cNvSpPr/>
              <p:nvPr userDrawn="1"/>
            </p:nvSpPr>
            <p:spPr>
              <a:xfrm>
                <a:off x="2346623" y="4243245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4" name="等腰三角形 13"/>
              <p:cNvSpPr/>
              <p:nvPr userDrawn="1"/>
            </p:nvSpPr>
            <p:spPr>
              <a:xfrm>
                <a:off x="7728352" y="4263362"/>
                <a:ext cx="228024" cy="296652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5" name="等腰三角形 14"/>
              <p:cNvSpPr/>
              <p:nvPr userDrawn="1"/>
            </p:nvSpPr>
            <p:spPr>
              <a:xfrm>
                <a:off x="5040052" y="4263362"/>
                <a:ext cx="228024" cy="317276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8" name="等腰三角形 17"/>
              <p:cNvSpPr/>
              <p:nvPr userDrawn="1"/>
            </p:nvSpPr>
            <p:spPr>
              <a:xfrm rot="10800000">
                <a:off x="2663789" y="4256638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9" name="等腰三角形 18"/>
              <p:cNvSpPr/>
              <p:nvPr userDrawn="1"/>
            </p:nvSpPr>
            <p:spPr>
              <a:xfrm rot="10800000">
                <a:off x="5364089" y="4257127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</p:grpSp>
      </p:grp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6361479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Tx/>
        <a:buNone/>
        <a:defRPr sz="20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146703" y="2441913"/>
            <a:ext cx="6858000" cy="11465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800" dirty="0">
              <a:latin typeface="方正银联黑简体" panose="02000000000000000000" pitchFamily="2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关于统一汇报</a:t>
            </a:r>
            <a:r>
              <a:rPr lang="en-US" altLang="zh-CN" dirty="0" smtClean="0">
                <a:solidFill>
                  <a:schemeClr val="bg1"/>
                </a:solidFill>
              </a:rPr>
              <a:t>PPT</a:t>
            </a:r>
            <a:r>
              <a:rPr lang="zh-CN" altLang="en-US" dirty="0" smtClean="0">
                <a:solidFill>
                  <a:schemeClr val="bg1"/>
                </a:solidFill>
              </a:rPr>
              <a:t>格式的通知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707246" y="4467990"/>
            <a:ext cx="7886700" cy="84899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 smtClean="0"/>
              <a:t>办公室</a:t>
            </a:r>
            <a:endParaRPr lang="en-US" altLang="zh-CN" sz="2000" dirty="0" smtClean="0"/>
          </a:p>
          <a:p>
            <a:pPr>
              <a:lnSpc>
                <a:spcPct val="100000"/>
              </a:lnSpc>
            </a:pPr>
            <a:r>
              <a:rPr lang="en-US" altLang="zh-CN" sz="2000" dirty="0" smtClean="0"/>
              <a:t>2017</a:t>
            </a:r>
            <a:r>
              <a:rPr lang="zh-CN" altLang="en-US" sz="2000" dirty="0" smtClean="0"/>
              <a:t>年</a:t>
            </a:r>
            <a:r>
              <a:rPr lang="en-US" altLang="zh-CN" sz="2000" dirty="0" smtClean="0"/>
              <a:t>11</a:t>
            </a:r>
            <a:r>
              <a:rPr lang="zh-CN" altLang="en-US" sz="2000" dirty="0" smtClean="0"/>
              <a:t>月</a:t>
            </a:r>
            <a:r>
              <a:rPr lang="en-US" altLang="zh-CN" sz="2000" dirty="0" smtClean="0"/>
              <a:t>3</a:t>
            </a:r>
            <a:r>
              <a:rPr lang="zh-CN" altLang="en-US" sz="2000" dirty="0" smtClean="0"/>
              <a:t>日</a:t>
            </a:r>
            <a:endParaRPr lang="zh-CN" altLang="en-US" sz="2000" dirty="0"/>
          </a:p>
          <a:p>
            <a:endParaRPr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1357655" y="4659824"/>
            <a:ext cx="6172200" cy="857250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zh-CN" altLang="en-US" sz="1500" dirty="0">
              <a:latin typeface="方正银联黑简体" panose="02000000000000000000" pitchFamily="2" charset="-122"/>
              <a:ea typeface="方正银联黑简体" panose="02000000000000000000" pitchFamily="2" charset="-122"/>
            </a:endParaRPr>
          </a:p>
        </p:txBody>
      </p:sp>
      <p:cxnSp>
        <p:nvCxnSpPr>
          <p:cNvPr id="38" name="直接连接符 37"/>
          <p:cNvCxnSpPr>
            <a:stCxn id="26" idx="0"/>
            <a:endCxn id="26" idx="0"/>
          </p:cNvCxnSpPr>
          <p:nvPr/>
        </p:nvCxnSpPr>
        <p:spPr>
          <a:xfrm>
            <a:off x="4211156" y="349960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 flipH="1">
            <a:off x="4896036" y="2840636"/>
            <a:ext cx="328708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solidFill>
                  <a:schemeClr val="bg2">
                    <a:lumMod val="50000"/>
                  </a:schemeClr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rPr>
              <a:t>谢  谢！</a:t>
            </a:r>
            <a:endParaRPr lang="zh-CN" altLang="en-US" sz="6600" dirty="0">
              <a:solidFill>
                <a:schemeClr val="bg2">
                  <a:lumMod val="50000"/>
                </a:schemeClr>
              </a:solidFill>
              <a:latin typeface="方正银联黑简体" panose="02000000000000000000" pitchFamily="2" charset="-122"/>
              <a:ea typeface="方正银联黑简体" panose="02000000000000000000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自定义 1">
      <a:majorFont>
        <a:latin typeface="Arial Unicode MS"/>
        <a:ea typeface="方正银联黑简体"/>
        <a:cs typeface=""/>
      </a:majorFont>
      <a:minorFont>
        <a:latin typeface="等线"/>
        <a:ea typeface="方正银联黑简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5_自定义设计方案">
  <a:themeElements>
    <a:clrScheme name="银联标准配色">
      <a:dk1>
        <a:sysClr val="windowText" lastClr="000000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自定义设计方案">
  <a:themeElements>
    <a:clrScheme name="银联标准配色">
      <a:dk1>
        <a:sysClr val="windowText" lastClr="000000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宋体"/>
        <a:cs typeface=""/>
      </a:majorFont>
      <a:minorFont>
        <a:latin typeface="方正悦准黑简体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WPS 文字</Application>
  <PresentationFormat>全屏显示(4:3)</PresentationFormat>
  <Paragraphs>10</Paragraphs>
  <Slides>3</Slides>
  <Notes>50</Notes>
  <HiddenSlides>0</HiddenSlides>
  <MMClips>0</MMClips>
  <ScaleCrop>false</ScaleCrop>
  <HeadingPairs>
    <vt:vector size="6" baseType="variant">
      <vt:variant>
        <vt:lpstr>已用的字体</vt:lpstr>
      </vt:variant>
      <vt:variant>
        <vt:i4>31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</vt:i4>
      </vt:variant>
    </vt:vector>
  </HeadingPairs>
  <TitlesOfParts>
    <vt:vector size="39" baseType="lpstr">
      <vt:lpstr>Arial</vt:lpstr>
      <vt:lpstr>宋体</vt:lpstr>
      <vt:lpstr>Wingdings</vt:lpstr>
      <vt:lpstr>Verdana</vt:lpstr>
      <vt:lpstr>微软雅黑</vt:lpstr>
      <vt:lpstr>汉仪旗黑</vt:lpstr>
      <vt:lpstr>方正银联黑简体</vt:lpstr>
      <vt:lpstr>汉仪中黑KW</vt:lpstr>
      <vt:lpstr>等线</vt:lpstr>
      <vt:lpstr>等线</vt:lpstr>
      <vt:lpstr>方正悦准黑简体</vt:lpstr>
      <vt:lpstr>Calibri</vt:lpstr>
      <vt:lpstr>Helvetica Neue</vt:lpstr>
      <vt:lpstr>MS PGothic</vt:lpstr>
      <vt:lpstr>冬青黑体简体中文</vt:lpstr>
      <vt:lpstr>汉仪书宋二KW</vt:lpstr>
      <vt:lpstr>FZYLHJW</vt:lpstr>
      <vt:lpstr>PingFang SC Light</vt:lpstr>
      <vt:lpstr>Microsoft YaHei Light</vt:lpstr>
      <vt:lpstr>Helvetica</vt:lpstr>
      <vt:lpstr>宋体</vt:lpstr>
      <vt:lpstr>Arial Unicode MS</vt:lpstr>
      <vt:lpstr>汉仪中等线KW</vt:lpstr>
      <vt:lpstr>苹方-简</vt:lpstr>
      <vt:lpstr>FZYLHJW</vt:lpstr>
      <vt:lpstr>Helvetica</vt:lpstr>
      <vt:lpstr>MS PGothic</vt:lpstr>
      <vt:lpstr>Microsoft YaHei Light</vt:lpstr>
      <vt:lpstr>微软雅黑</vt:lpstr>
      <vt:lpstr>方正银联黑简体</vt:lpstr>
      <vt:lpstr>等线</vt:lpstr>
      <vt:lpstr>自定义设计方案</vt:lpstr>
      <vt:lpstr>2_自定义设计方案</vt:lpstr>
      <vt:lpstr>1_自定义设计方案</vt:lpstr>
      <vt:lpstr>5_自定义设计方案</vt:lpstr>
      <vt:lpstr>4_自定义设计方案</vt:lpstr>
      <vt:lpstr>关于统一汇报PPT格式的通知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our new PPT template</dc:title>
  <dc:creator>User</dc:creator>
  <cp:lastModifiedBy>郑雷</cp:lastModifiedBy>
  <cp:revision>716</cp:revision>
  <cp:lastPrinted>2026-03-16T07:17:07Z</cp:lastPrinted>
  <dcterms:created xsi:type="dcterms:W3CDTF">2026-03-16T07:17:07Z</dcterms:created>
  <dcterms:modified xsi:type="dcterms:W3CDTF">2026-03-16T07:17:07Z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50CB21D1AB7B705D5A77B769D1A0DE77_42</vt:lpwstr>
  </property>
  <property fmtid="{D5CDD505-2E9C-101B-9397-08002B2CF9AE}" pid="3" name="KSOProductBuildVer">
    <vt:lpwstr>2052-12.1.23540.23540</vt:lpwstr>
  </property>
</Properties>
</file>